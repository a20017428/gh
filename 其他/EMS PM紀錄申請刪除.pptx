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1AACF5-0C95-194E-C98F-B47CFACA2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D1559CD-FD51-5341-08B9-0B7B00A6C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0E2C22-607C-CAC6-6D4C-680E1C8A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2F0215-A3D4-A31B-59AA-61DE26B49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BF5E23-C4D0-3ADB-839E-FE2B44AA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7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884347-1F44-0B5B-5A79-14D0846B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CD0033-ED14-60D4-2A0E-236C6FAD7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F3815A-4ED9-5C55-7746-433BA3A8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1C3AAC-200E-B632-670C-0B3B5E115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B6627B-4344-76DB-EA4D-836C5089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06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81B7C-A962-3A30-A82A-F986758CB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0171A5-115C-3D8C-53DD-E67C82D26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DD2433-0A89-5C1E-52A9-F45466D9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F76D2B-B70E-9E33-D93F-A44B1140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B379DD-7D92-1360-C9F8-4DF2D546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0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07D9E1-A960-DD08-82B1-986A69D2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72AAD6-1D0F-8B8D-7505-9033DED7C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B2C3D5-0925-3507-3DA8-86027D0CF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5C22B2-54BF-7FCA-112E-3AD27C55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7756BA-B674-CE92-A9E5-9E0E34C9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6D7BFB-ACCA-DC3F-A592-F3BCFCD1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90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FA71AC-D995-5AC1-D076-B4957A57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A8FB2E-23A5-3E24-30E5-A58662A81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E47738-534E-F567-0072-D60D0F08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07F1E98-2147-8A43-345B-4A52DC684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C527134-CF60-079A-2F4B-38EFF3CD9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655A5E3-9E63-43CE-DF45-A07532A6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A1B88F9-85C6-716B-4D52-E0872D4C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454773A-4E80-A324-D4B2-9D50FC1D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5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D2B51B-A525-907E-10F6-1CAA666B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D3FE45F-BEB0-6AA8-7466-F38E8FA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BA8E660-F27C-AC42-A73C-9901B2572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168455-E3CC-1F5E-88A4-53E73D19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1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3535877-BA01-5D47-8BB5-C4420B4AA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AA115B0-2822-6E8C-177D-453EBB72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CFD4C3-47F4-74A8-7341-EE53A93C7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6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1149CC-CBE0-631D-FB64-9945DED9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E52782-B628-3E04-F3DD-74182C7E2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411F539-F4B0-6D3C-A01A-4ABC66038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A5B00F-9A3F-77BB-0671-3BE398E0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094116B-4E1C-1887-12C6-8E471B1F0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C906209-FBFA-DE11-A84C-19F5DC69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535CA2-3532-D6CE-9DCE-34A0DD1B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9CC6922-E438-F401-61B8-523C68AAC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CBC97A7-5AD1-8EB7-FA81-A169B3DFF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114FA6A-6256-CA8C-6B32-F0A5CA90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6C0962-323F-A6F2-099B-D4D8A69A6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DEB2D7-B45D-73BF-5D24-2415E787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9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32949E-CF21-AFCE-1D2E-3907C313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0539D-C837-5A6A-47CA-7F78AF8AE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9848CC-DBF3-77F8-6316-DCF87FAB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471DBC-5B19-8FBA-77E7-D6C14BED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3A985C-2833-F053-581B-633B893A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1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BAD32B-2FBB-F380-9BD5-741C45C3E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A68D31-51F2-509D-6033-6BF344EFE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C5DC4C-EFB3-9B58-F054-8C896C7C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C5B2C0-8B1F-1857-5696-6DB3934D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F4B27D-2F2F-8ABA-4C93-7F1AA84E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9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CE67468-6EA1-626F-8632-227417D7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CB7A03-79A5-D297-9FBD-E73D077F8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C0E9CF-1949-03D1-5E24-F55A187F6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47E72-9BFA-4092-83A3-CBD274B9D868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E71E9E-0E83-5130-7A81-9EF636EB1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0AB3C1-50CE-33C2-2CAF-92DBE0468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68062-0FA6-4C2B-8BAC-0ECA3067D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nthccimap03/cimservice-online/CIA/CIA_System.aspx?Form_Flow=CIMCI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EDCD5B-6E9D-DE57-EE4B-4457B61410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PM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紀錄申請刪除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589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86878B6C-5627-7690-E933-C3C830B4B7B3}"/>
              </a:ext>
            </a:extLst>
          </p:cNvPr>
          <p:cNvSpPr txBox="1"/>
          <p:nvPr/>
        </p:nvSpPr>
        <p:spPr>
          <a:xfrm>
            <a:off x="745067" y="5080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CIM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 申請頁面</a:t>
            </a:r>
            <a:endParaRPr 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D4BF7A3-5DE4-DE8F-3C9A-3E162FADFD4E}"/>
              </a:ext>
            </a:extLst>
          </p:cNvPr>
          <p:cNvSpPr txBox="1"/>
          <p:nvPr/>
        </p:nvSpPr>
        <p:spPr>
          <a:xfrm>
            <a:off x="745067" y="1154331"/>
            <a:ext cx="905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http://nthccimap03/cimservice-online/CIA/CIA_System.aspx?Form_Flow=CIMCIA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2408DEF6-0204-A162-6B7C-8D21966AA6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67" y="1800662"/>
            <a:ext cx="9862524" cy="367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17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C6D7F40-06E8-1FB0-34DF-D9F98E32E1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1053" y="1489513"/>
            <a:ext cx="9862524" cy="367122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826B005-65DA-4C42-B1A3-75E8299ED0E3}"/>
              </a:ext>
            </a:extLst>
          </p:cNvPr>
          <p:cNvSpPr txBox="1"/>
          <p:nvPr/>
        </p:nvSpPr>
        <p:spPr>
          <a:xfrm>
            <a:off x="604090" y="3031547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1.</a:t>
            </a:r>
            <a:r>
              <a:rPr lang="zh-TW" altLang="en-US" b="1" dirty="0"/>
              <a:t> </a:t>
            </a:r>
            <a:endParaRPr 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443C8E-BEFF-4D56-6A7C-1428EB564C59}"/>
              </a:ext>
            </a:extLst>
          </p:cNvPr>
          <p:cNvSpPr/>
          <p:nvPr/>
        </p:nvSpPr>
        <p:spPr>
          <a:xfrm>
            <a:off x="921053" y="3317422"/>
            <a:ext cx="938590" cy="33382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ACB8513-B96C-6E60-828B-BDDE0D50AAD8}"/>
              </a:ext>
            </a:extLst>
          </p:cNvPr>
          <p:cNvSpPr txBox="1"/>
          <p:nvPr/>
        </p:nvSpPr>
        <p:spPr>
          <a:xfrm>
            <a:off x="488043" y="3484336"/>
            <a:ext cx="201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highlight>
                  <a:srgbClr val="FFFF00"/>
                </a:highlight>
              </a:rPr>
              <a:t>申請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C7C8AFE-7348-C848-19D5-8EA33D36A20F}"/>
              </a:ext>
            </a:extLst>
          </p:cNvPr>
          <p:cNvSpPr txBox="1"/>
          <p:nvPr/>
        </p:nvSpPr>
        <p:spPr>
          <a:xfrm>
            <a:off x="704850" y="6286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 點</a:t>
            </a:r>
            <a:r>
              <a:rPr lang="en-US" altLang="zh-TW" dirty="0"/>
              <a:t>New Event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91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D1FEB9-89D5-BCCE-44EE-8681F904BD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3771" y="765103"/>
            <a:ext cx="10827657" cy="566835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6F0838F-D402-CD21-A839-BEA151F7DD3D}"/>
              </a:ext>
            </a:extLst>
          </p:cNvPr>
          <p:cNvSpPr txBox="1"/>
          <p:nvPr/>
        </p:nvSpPr>
        <p:spPr>
          <a:xfrm>
            <a:off x="2195218" y="2992993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2.</a:t>
            </a:r>
            <a:r>
              <a:rPr lang="zh-TW" altLang="en-US" b="1" dirty="0"/>
              <a:t> </a:t>
            </a:r>
            <a:endParaRPr 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C2A8D9-B00A-5CC3-7EFA-5CACB415E45E}"/>
              </a:ext>
            </a:extLst>
          </p:cNvPr>
          <p:cNvSpPr txBox="1"/>
          <p:nvPr/>
        </p:nvSpPr>
        <p:spPr>
          <a:xfrm>
            <a:off x="2195218" y="3495676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3.</a:t>
            </a:r>
            <a:r>
              <a:rPr lang="zh-TW" altLang="en-US" b="1" dirty="0"/>
              <a:t> </a:t>
            </a:r>
            <a:endParaRPr 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A21C229-C189-F090-35B8-8FFA09ADAED8}"/>
              </a:ext>
            </a:extLst>
          </p:cNvPr>
          <p:cNvSpPr txBox="1"/>
          <p:nvPr/>
        </p:nvSpPr>
        <p:spPr>
          <a:xfrm>
            <a:off x="2903242" y="2912424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4.</a:t>
            </a:r>
            <a:r>
              <a:rPr lang="zh-TW" altLang="en-US" b="1" dirty="0"/>
              <a:t> </a:t>
            </a:r>
            <a:endParaRPr 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44BA019-2A2E-95D4-67EE-0EB4A1550CC3}"/>
              </a:ext>
            </a:extLst>
          </p:cNvPr>
          <p:cNvSpPr txBox="1"/>
          <p:nvPr/>
        </p:nvSpPr>
        <p:spPr>
          <a:xfrm>
            <a:off x="783771" y="55211"/>
            <a:ext cx="10624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設定負責人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 下拉式選單，選</a:t>
            </a:r>
            <a:r>
              <a:rPr lang="en-US" altLang="zh-TW" dirty="0"/>
              <a:t>R200</a:t>
            </a:r>
            <a:r>
              <a:rPr lang="zh-TW" altLang="en-US" dirty="0"/>
              <a:t>    </a:t>
            </a:r>
            <a:r>
              <a:rPr lang="en-US" altLang="zh-TW" dirty="0"/>
              <a:t>3.</a:t>
            </a:r>
            <a:r>
              <a:rPr lang="zh-TW" altLang="en-US" dirty="0"/>
              <a:t> 勾選李昭意   </a:t>
            </a:r>
            <a:r>
              <a:rPr lang="en-US" altLang="zh-TW" dirty="0"/>
              <a:t>4.</a:t>
            </a:r>
            <a:r>
              <a:rPr lang="zh-TW" altLang="en-US" dirty="0"/>
              <a:t> 按</a:t>
            </a:r>
            <a:r>
              <a:rPr lang="en-US" altLang="zh-TW" dirty="0"/>
              <a:t>+</a:t>
            </a:r>
            <a:r>
              <a:rPr lang="zh-TW" altLang="en-US" dirty="0"/>
              <a:t>號    </a:t>
            </a:r>
            <a:r>
              <a:rPr lang="en-US" altLang="zh-TW" dirty="0"/>
              <a:t>5.</a:t>
            </a:r>
            <a:r>
              <a:rPr lang="zh-TW" altLang="en-US" dirty="0"/>
              <a:t> 與前四步驟相同，將相關成員</a:t>
            </a:r>
            <a:r>
              <a:rPr lang="en-US" altLang="zh-TW" dirty="0"/>
              <a:t>(S220)</a:t>
            </a:r>
            <a:r>
              <a:rPr lang="zh-TW" altLang="en-US" dirty="0"/>
              <a:t>加入</a:t>
            </a:r>
            <a:r>
              <a:rPr lang="en-US" altLang="zh-TW" dirty="0"/>
              <a:t>mail CC</a:t>
            </a:r>
            <a:endParaRPr 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590065-8A18-E563-313E-7C82A246EEFF}"/>
              </a:ext>
            </a:extLst>
          </p:cNvPr>
          <p:cNvSpPr/>
          <p:nvPr/>
        </p:nvSpPr>
        <p:spPr>
          <a:xfrm>
            <a:off x="2454509" y="3223986"/>
            <a:ext cx="554567" cy="18596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E66A07-1404-6587-8458-733A6F80571A}"/>
              </a:ext>
            </a:extLst>
          </p:cNvPr>
          <p:cNvSpPr/>
          <p:nvPr/>
        </p:nvSpPr>
        <p:spPr>
          <a:xfrm>
            <a:off x="2493667" y="3640944"/>
            <a:ext cx="1611608" cy="13108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438278-AB0A-4F85-00F5-AF7EC19FCE05}"/>
              </a:ext>
            </a:extLst>
          </p:cNvPr>
          <p:cNvSpPr/>
          <p:nvPr/>
        </p:nvSpPr>
        <p:spPr>
          <a:xfrm>
            <a:off x="3054796" y="3223986"/>
            <a:ext cx="122766" cy="18596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0371611-A4E8-71E9-1B31-32E5CC491E07}"/>
              </a:ext>
            </a:extLst>
          </p:cNvPr>
          <p:cNvSpPr txBox="1"/>
          <p:nvPr/>
        </p:nvSpPr>
        <p:spPr>
          <a:xfrm>
            <a:off x="2185771" y="4556001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5.</a:t>
            </a:r>
            <a:r>
              <a:rPr lang="zh-TW" altLang="en-US" b="1" dirty="0"/>
              <a:t> </a:t>
            </a:r>
            <a:endParaRPr 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4B8124-D2AE-468F-9668-3BFD865CB45B}"/>
              </a:ext>
            </a:extLst>
          </p:cNvPr>
          <p:cNvSpPr/>
          <p:nvPr/>
        </p:nvSpPr>
        <p:spPr>
          <a:xfrm>
            <a:off x="2454508" y="4627500"/>
            <a:ext cx="1899377" cy="111313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58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1AD34F4-1E21-497B-5EFF-ACD9E4DFE8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813" y="992221"/>
            <a:ext cx="11702374" cy="370624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2A7DE83-4975-8134-CC2C-13447F6D8BA4}"/>
              </a:ext>
            </a:extLst>
          </p:cNvPr>
          <p:cNvSpPr/>
          <p:nvPr/>
        </p:nvSpPr>
        <p:spPr>
          <a:xfrm>
            <a:off x="2045947" y="2445773"/>
            <a:ext cx="1358734" cy="1612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EDEDD7-CF42-5215-88F6-5999963404E3}"/>
              </a:ext>
            </a:extLst>
          </p:cNvPr>
          <p:cNvSpPr txBox="1"/>
          <p:nvPr/>
        </p:nvSpPr>
        <p:spPr>
          <a:xfrm>
            <a:off x="704850" y="628650"/>
            <a:ext cx="6221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6.</a:t>
            </a:r>
            <a:r>
              <a:rPr lang="zh-TW" altLang="en-US" dirty="0"/>
              <a:t> 選擇資料維護    </a:t>
            </a:r>
            <a:r>
              <a:rPr lang="en-US" altLang="zh-TW" dirty="0"/>
              <a:t>7.</a:t>
            </a:r>
            <a:r>
              <a:rPr lang="zh-TW" altLang="en-US" dirty="0"/>
              <a:t> 輸入需刪除之</a:t>
            </a:r>
            <a:r>
              <a:rPr lang="en-US" altLang="zh-TW" dirty="0"/>
              <a:t>PM</a:t>
            </a:r>
            <a:r>
              <a:rPr lang="zh-TW" altLang="en-US" dirty="0"/>
              <a:t>紀錄</a:t>
            </a:r>
            <a:r>
              <a:rPr lang="en-US" altLang="zh-TW" dirty="0"/>
              <a:t>&amp;</a:t>
            </a:r>
            <a:r>
              <a:rPr lang="zh-TW" altLang="en-US" dirty="0"/>
              <a:t>原因</a:t>
            </a:r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064C3E-4517-48CD-F914-5141FBBA0155}"/>
              </a:ext>
            </a:extLst>
          </p:cNvPr>
          <p:cNvSpPr/>
          <p:nvPr/>
        </p:nvSpPr>
        <p:spPr>
          <a:xfrm>
            <a:off x="2045947" y="2970584"/>
            <a:ext cx="9306232" cy="136795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97E1BAD-B500-1178-0226-DC103CE87906}"/>
              </a:ext>
            </a:extLst>
          </p:cNvPr>
          <p:cNvSpPr txBox="1"/>
          <p:nvPr/>
        </p:nvSpPr>
        <p:spPr>
          <a:xfrm>
            <a:off x="1689380" y="2395311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6.</a:t>
            </a:r>
            <a:r>
              <a:rPr lang="zh-TW" altLang="en-US" b="1" dirty="0"/>
              <a:t> </a:t>
            </a:r>
            <a:endParaRPr lang="en-US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226F979-66EC-A0B9-64A5-26AFFB45CDD8}"/>
              </a:ext>
            </a:extLst>
          </p:cNvPr>
          <p:cNvSpPr txBox="1"/>
          <p:nvPr/>
        </p:nvSpPr>
        <p:spPr>
          <a:xfrm>
            <a:off x="1689380" y="2897627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7.</a:t>
            </a:r>
            <a:r>
              <a:rPr lang="zh-TW" altLang="en-US" b="1" dirty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094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D1FEB9-89D5-BCCE-44EE-8681F904BD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3771" y="765103"/>
            <a:ext cx="10827657" cy="566835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44BA019-2A2E-95D4-67EE-0EB4A1550CC3}"/>
              </a:ext>
            </a:extLst>
          </p:cNvPr>
          <p:cNvSpPr txBox="1"/>
          <p:nvPr/>
        </p:nvSpPr>
        <p:spPr>
          <a:xfrm>
            <a:off x="783771" y="55211"/>
            <a:ext cx="9928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/>
          </a:p>
          <a:p>
            <a:r>
              <a:rPr lang="en-US" altLang="zh-TW" dirty="0"/>
              <a:t>8.</a:t>
            </a:r>
            <a:r>
              <a:rPr lang="zh-TW" altLang="en-US" dirty="0"/>
              <a:t> 送出 </a:t>
            </a:r>
            <a:endParaRPr 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33F291-371E-BB21-850D-811089745BD7}"/>
              </a:ext>
            </a:extLst>
          </p:cNvPr>
          <p:cNvSpPr/>
          <p:nvPr/>
        </p:nvSpPr>
        <p:spPr>
          <a:xfrm>
            <a:off x="877379" y="2770981"/>
            <a:ext cx="554567" cy="18596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62F623-1094-909B-7B45-12B160583492}"/>
              </a:ext>
            </a:extLst>
          </p:cNvPr>
          <p:cNvSpPr txBox="1"/>
          <p:nvPr/>
        </p:nvSpPr>
        <p:spPr>
          <a:xfrm>
            <a:off x="578929" y="2587614"/>
            <a:ext cx="575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8.</a:t>
            </a:r>
            <a:r>
              <a:rPr lang="zh-TW" altLang="en-US" b="1" dirty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67556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107</Words>
  <Application>Microsoft Office PowerPoint</Application>
  <PresentationFormat>寬螢幕</PresentationFormat>
  <Paragraphs>18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Calibri Light</vt:lpstr>
      <vt:lpstr>Office 佈景主題</vt:lpstr>
      <vt:lpstr>EMS PM紀錄申請刪除 步驟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EMS PM紀錄申請刪除 步驟</dc:title>
  <dc:creator>S220 CHHsu16</dc:creator>
  <cp:lastModifiedBy>S220 CHHsu16</cp:lastModifiedBy>
  <cp:revision>1</cp:revision>
  <dcterms:created xsi:type="dcterms:W3CDTF">2023-11-15T12:01:53Z</dcterms:created>
  <dcterms:modified xsi:type="dcterms:W3CDTF">2023-11-15T13:53:20Z</dcterms:modified>
</cp:coreProperties>
</file>