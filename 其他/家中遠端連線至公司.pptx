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9" r:id="rId2"/>
    <p:sldId id="271" r:id="rId3"/>
    <p:sldId id="270" r:id="rId4"/>
    <p:sldId id="280" r:id="rId5"/>
    <p:sldId id="278" r:id="rId6"/>
    <p:sldId id="274" r:id="rId7"/>
    <p:sldId id="276" r:id="rId8"/>
    <p:sldId id="277" r:id="rId9"/>
    <p:sldId id="273" r:id="rId10"/>
    <p:sldId id="263" r:id="rId11"/>
    <p:sldId id="257" r:id="rId12"/>
    <p:sldId id="258" r:id="rId13"/>
    <p:sldId id="259" r:id="rId14"/>
    <p:sldId id="260" r:id="rId15"/>
    <p:sldId id="272" r:id="rId1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F24EA4-971B-626D-28E9-33B396DC01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6AAE6DE-9CFC-EB68-5C99-DA399705A2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35A911-08E2-6211-042B-3520238C8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7AA5E-ACAD-43E5-A584-35521C4B65F3}" type="datetimeFigureOut">
              <a:rPr lang="zh-TW" altLang="en-US" smtClean="0"/>
              <a:t>2025/7/1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02F497F-8B59-745F-F879-E8947FFB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24CA10D-82AE-210E-56C4-28090F9DC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497B9-BE00-4E19-8DF4-2EA769ACB46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5808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17F252-F002-9513-4A9C-3DE1A1246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6F7DF7-4D12-DF8A-A873-8775366180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E255D6A-F322-2FE7-C215-7ECDBB502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7AA5E-ACAD-43E5-A584-35521C4B65F3}" type="datetimeFigureOut">
              <a:rPr lang="zh-TW" altLang="en-US" smtClean="0"/>
              <a:t>2025/7/1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0216F77-2BFB-9D58-4DD1-31FB36192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7D2CBB6-65D6-7D98-4DA0-55413ABEB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497B9-BE00-4E19-8DF4-2EA769ACB46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4087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9D907F-D62A-22FE-F53D-CA403B116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A0F809F-0038-2B5F-6D95-1CC858CA2F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9B0961D-8A72-C3A6-DD96-706EC8971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7AA5E-ACAD-43E5-A584-35521C4B65F3}" type="datetimeFigureOut">
              <a:rPr lang="zh-TW" altLang="en-US" smtClean="0"/>
              <a:t>2025/7/1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FD70928-45CA-69D1-D940-7DEC9CB3F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B70D32E-6431-2ADE-5FF8-31638BC94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497B9-BE00-4E19-8DF4-2EA769ACB46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4017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47EF2F-5128-BD09-0939-E90DC932D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F46C881-390C-FABC-022C-2FB645B745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A4387A5-4EA6-D4F7-68D5-8DF246EE68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9ECC39F-08E9-F938-187D-E4B79F35E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7AA5E-ACAD-43E5-A584-35521C4B65F3}" type="datetimeFigureOut">
              <a:rPr lang="zh-TW" altLang="en-US" smtClean="0"/>
              <a:t>2025/7/1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83FC220-81F6-6110-0595-CB84CD192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983B2C1-D415-F543-D824-8BCA7F590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497B9-BE00-4E19-8DF4-2EA769ACB46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0308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C583A7-FFB2-2620-BD09-74A5BDD13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FFCEC74-D35F-3E8E-1C58-C975BA1477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4640E9D9-1044-B537-2CB4-863D18C05F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1F2F62B-125D-FEE5-0A26-195F5C1674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E3FB082-6EEA-53A3-4378-D5F4578A78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B50A6B6F-678B-5FA9-BE22-4A8E97396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7AA5E-ACAD-43E5-A584-35521C4B65F3}" type="datetimeFigureOut">
              <a:rPr lang="zh-TW" altLang="en-US" smtClean="0"/>
              <a:t>2025/7/1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C9696EB-2836-34CA-4A6A-CB94A99C9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8490BFB-FBAA-FE0E-2F3E-31531A41C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497B9-BE00-4E19-8DF4-2EA769ACB46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0419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82BEFD-A938-041E-A7C4-C792A9431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2B6BDFC-DDAC-6B0E-C4EA-A33127FF9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7AA5E-ACAD-43E5-A584-35521C4B65F3}" type="datetimeFigureOut">
              <a:rPr lang="zh-TW" altLang="en-US" smtClean="0"/>
              <a:t>2025/7/1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D742DE9-CC3B-B69C-5E9D-38702A4E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EFBE3AE-42B4-0B02-EA4A-9A65A8EDB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497B9-BE00-4E19-8DF4-2EA769ACB46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4080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EA6C3FA-4B67-67D6-C083-44E723094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7AA5E-ACAD-43E5-A584-35521C4B65F3}" type="datetimeFigureOut">
              <a:rPr lang="zh-TW" altLang="en-US" smtClean="0"/>
              <a:t>2025/7/1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379FA26-D14C-24CA-2941-F9684728B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AA542E4-2A78-08E7-7DA4-D66117F80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497B9-BE00-4E19-8DF4-2EA769ACB46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9902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6D6B7A-4E26-3578-2689-7AF5F9496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706718B-EE00-03D5-AB75-60851BB0A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74862BE-C72D-18D4-A519-C8D75371A8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DB77D2A-3B55-D66B-CAC5-38D00E4EA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7AA5E-ACAD-43E5-A584-35521C4B65F3}" type="datetimeFigureOut">
              <a:rPr lang="zh-TW" altLang="en-US" smtClean="0"/>
              <a:t>2025/7/1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2962D45-5ABC-BC15-C09C-901C703EF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2A5152E-1B60-F822-4B6F-BA17B1685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497B9-BE00-4E19-8DF4-2EA769ACB46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9334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A4CD96-1DFB-AED7-7695-6A6CA2473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853C2BD-B214-26F6-18D2-92FBB70857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3987EB4-60C6-7656-7C0A-A6071CB7F0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21C3CA4-B8C7-22D5-A9B1-BAC547763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7AA5E-ACAD-43E5-A584-35521C4B65F3}" type="datetimeFigureOut">
              <a:rPr lang="zh-TW" altLang="en-US" smtClean="0"/>
              <a:t>2025/7/1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4B372F8-45CD-9237-834B-2F09174BC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30EC269-D8B9-A5C2-A3E3-BFE6F98E2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497B9-BE00-4E19-8DF4-2EA769ACB46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629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FFD21D-E64D-7264-2FFC-BA1C48670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36E790F-C111-B108-2927-FA090C016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F43396-422B-8B7D-C82F-6084D0D13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7AA5E-ACAD-43E5-A584-35521C4B65F3}" type="datetimeFigureOut">
              <a:rPr lang="zh-TW" altLang="en-US" smtClean="0"/>
              <a:t>2025/7/1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2978AAE-B18D-8C1E-7817-1EA097839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B097D81-0352-479B-8983-AF6078775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497B9-BE00-4E19-8DF4-2EA769ACB46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6537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4CB2D02F-456D-1A5E-9134-C452C5A219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021E39F-7130-E760-5225-B59A31B7ED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3931C6A-2B9F-A43F-C935-F34C731E2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7AA5E-ACAD-43E5-A584-35521C4B65F3}" type="datetimeFigureOut">
              <a:rPr lang="zh-TW" altLang="en-US" smtClean="0"/>
              <a:t>2025/7/1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3B3AD79-D2F5-9D07-B478-4C1EA0CF5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0145124-F184-6E5B-B284-BF848DF09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4497B9-BE00-4E19-8DF4-2EA769ACB46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036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5182708F-4EDD-BF1F-7587-E98DBAEBD6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EADCDBF-4545-B511-F6E8-0B7460D9CF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C819381-5F75-7676-3FC2-4DB00F3EC7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F7AA5E-ACAD-43E5-A584-35521C4B65F3}" type="datetimeFigureOut">
              <a:rPr lang="zh-TW" altLang="en-US" smtClean="0"/>
              <a:t>2025/7/1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E80E5A4-9462-784B-3EB8-6DD9D2A662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AAA46B6-A9A9-3C89-9D57-48B6572263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4497B9-BE00-4E19-8DF4-2EA769ACB46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642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9A38466-C785-BC51-E489-49EFC40A135F}"/>
              </a:ext>
            </a:extLst>
          </p:cNvPr>
          <p:cNvSpPr txBox="1"/>
          <p:nvPr/>
        </p:nvSpPr>
        <p:spPr>
          <a:xfrm>
            <a:off x="130478" y="84899"/>
            <a:ext cx="119599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https://a00a.atlassian.net/wiki/spaces/NTCITH/pages/132448907/VPN</a:t>
            </a:r>
          </a:p>
        </p:txBody>
      </p:sp>
      <p:pic>
        <p:nvPicPr>
          <p:cNvPr id="7" name="圖片 6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E57B45E2-BAFF-67A8-6007-6D03CA8096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97788"/>
            <a:ext cx="12192000" cy="3530566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F613EB6B-C2B2-E5D0-0012-80F235F1D720}"/>
              </a:ext>
            </a:extLst>
          </p:cNvPr>
          <p:cNvSpPr/>
          <p:nvPr/>
        </p:nvSpPr>
        <p:spPr>
          <a:xfrm>
            <a:off x="6206836" y="1834575"/>
            <a:ext cx="1634838" cy="2124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</a:endParaRPr>
          </a:p>
        </p:txBody>
      </p:sp>
      <p:pic>
        <p:nvPicPr>
          <p:cNvPr id="12" name="圖片 11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1B53FCC2-6AD4-7C61-CE60-91B76D8D74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479" y="4246826"/>
            <a:ext cx="3372321" cy="2391109"/>
          </a:xfrm>
          <a:prstGeom prst="rect">
            <a:avLst/>
          </a:prstGeom>
        </p:spPr>
      </p:pic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0D09C369-C42C-9791-EB11-15598BFBFA06}"/>
              </a:ext>
            </a:extLst>
          </p:cNvPr>
          <p:cNvSpPr/>
          <p:nvPr/>
        </p:nvSpPr>
        <p:spPr>
          <a:xfrm>
            <a:off x="4239491" y="4821380"/>
            <a:ext cx="386878" cy="32327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箭號: 向右 14">
            <a:extLst>
              <a:ext uri="{FF2B5EF4-FFF2-40B4-BE49-F238E27FC236}">
                <a16:creationId xmlns:a16="http://schemas.microsoft.com/office/drawing/2014/main" id="{DB99211E-7E98-6D1B-5EC1-B52C38D87ABC}"/>
              </a:ext>
            </a:extLst>
          </p:cNvPr>
          <p:cNvSpPr/>
          <p:nvPr/>
        </p:nvSpPr>
        <p:spPr>
          <a:xfrm>
            <a:off x="4239491" y="6107140"/>
            <a:ext cx="386878" cy="32327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1FEE7F85-9E75-5AD6-4C39-1756A52A3722}"/>
              </a:ext>
            </a:extLst>
          </p:cNvPr>
          <p:cNvSpPr txBox="1"/>
          <p:nvPr/>
        </p:nvSpPr>
        <p:spPr>
          <a:xfrm>
            <a:off x="2720742" y="4793856"/>
            <a:ext cx="1519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FF0000"/>
                </a:solidFill>
              </a:rPr>
              <a:t>VPN</a:t>
            </a:r>
            <a:r>
              <a:rPr lang="zh-TW" altLang="en-US" b="1" dirty="0">
                <a:solidFill>
                  <a:srgbClr val="FF0000"/>
                </a:solidFill>
              </a:rPr>
              <a:t>下載教學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4C23EC02-8C84-EAB2-63B9-84EDE8456FD0}"/>
              </a:ext>
            </a:extLst>
          </p:cNvPr>
          <p:cNvSpPr txBox="1"/>
          <p:nvPr/>
        </p:nvSpPr>
        <p:spPr>
          <a:xfrm>
            <a:off x="3169435" y="6084110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FF0000"/>
                </a:solidFill>
              </a:rPr>
              <a:t>VPN</a:t>
            </a:r>
            <a:r>
              <a:rPr lang="zh-TW" altLang="en-US" b="1" dirty="0">
                <a:solidFill>
                  <a:srgbClr val="FF0000"/>
                </a:solidFill>
              </a:rPr>
              <a:t>下載</a:t>
            </a:r>
          </a:p>
        </p:txBody>
      </p:sp>
    </p:spTree>
    <p:extLst>
      <p:ext uri="{BB962C8B-B14F-4D97-AF65-F5344CB8AC3E}">
        <p14:creationId xmlns:p14="http://schemas.microsoft.com/office/powerpoint/2010/main" val="2633401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37074-28C1-AEED-6F31-2956509D7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圖片 10" descr="一張含有 文字, 螢幕擷取畫面, 陳列, 軟體 的圖片&#10;&#10;AI 產生的內容可能不正確。">
            <a:extLst>
              <a:ext uri="{FF2B5EF4-FFF2-40B4-BE49-F238E27FC236}">
                <a16:creationId xmlns:a16="http://schemas.microsoft.com/office/drawing/2014/main" id="{5D629D3F-16AE-70F0-C25E-829E8D834C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1575" y="1335920"/>
            <a:ext cx="4648849" cy="2572109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5B8B7FFD-484C-EFCD-EF1A-9B0E6F66DADD}"/>
              </a:ext>
            </a:extLst>
          </p:cNvPr>
          <p:cNvSpPr txBox="1"/>
          <p:nvPr/>
        </p:nvSpPr>
        <p:spPr>
          <a:xfrm>
            <a:off x="5476642" y="99885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權限申請</a:t>
            </a:r>
          </a:p>
        </p:txBody>
      </p:sp>
      <p:pic>
        <p:nvPicPr>
          <p:cNvPr id="15" name="圖片 14" descr="一張含有 文字, 字型, 行, 螢幕擷取畫面 的圖片&#10;&#10;AI 產生的內容可能不正確。">
            <a:extLst>
              <a:ext uri="{FF2B5EF4-FFF2-40B4-BE49-F238E27FC236}">
                <a16:creationId xmlns:a16="http://schemas.microsoft.com/office/drawing/2014/main" id="{F0499294-3EEB-7019-CCA1-CBE98CD047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4599" y="4201136"/>
            <a:ext cx="6982799" cy="1028844"/>
          </a:xfrm>
          <a:prstGeom prst="rect">
            <a:avLst/>
          </a:prstGeom>
        </p:spPr>
      </p:pic>
      <p:sp>
        <p:nvSpPr>
          <p:cNvPr id="20" name="箭號: 向下 19">
            <a:extLst>
              <a:ext uri="{FF2B5EF4-FFF2-40B4-BE49-F238E27FC236}">
                <a16:creationId xmlns:a16="http://schemas.microsoft.com/office/drawing/2014/main" id="{17B8956D-907D-44A0-CF89-039B4384FF5D}"/>
              </a:ext>
            </a:extLst>
          </p:cNvPr>
          <p:cNvSpPr/>
          <p:nvPr/>
        </p:nvSpPr>
        <p:spPr>
          <a:xfrm>
            <a:off x="5834137" y="3810000"/>
            <a:ext cx="523721" cy="520700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DE49D3E-2907-5C7F-31FD-D4399270BC55}"/>
              </a:ext>
            </a:extLst>
          </p:cNvPr>
          <p:cNvSpPr/>
          <p:nvPr/>
        </p:nvSpPr>
        <p:spPr>
          <a:xfrm>
            <a:off x="4708235" y="1473201"/>
            <a:ext cx="3683609" cy="685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E100ACB-0FC6-4149-CC85-BC106F3EB4B8}"/>
              </a:ext>
            </a:extLst>
          </p:cNvPr>
          <p:cNvSpPr/>
          <p:nvPr/>
        </p:nvSpPr>
        <p:spPr>
          <a:xfrm>
            <a:off x="4936835" y="4753371"/>
            <a:ext cx="4092865" cy="42667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24387577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圖片 18" descr="一張含有 文字, 字型, 螢幕擷取畫面 的圖片&#10;&#10;AI 產生的內容可能不正確。">
            <a:extLst>
              <a:ext uri="{FF2B5EF4-FFF2-40B4-BE49-F238E27FC236}">
                <a16:creationId xmlns:a16="http://schemas.microsoft.com/office/drawing/2014/main" id="{A1C62712-1027-5641-404F-E3D9625B0B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4942717"/>
            <a:ext cx="11277600" cy="1625324"/>
          </a:xfrm>
          <a:prstGeom prst="rect">
            <a:avLst/>
          </a:prstGeom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8B1CB77C-855A-C56A-AD3F-23630443D192}"/>
              </a:ext>
            </a:extLst>
          </p:cNvPr>
          <p:cNvSpPr txBox="1"/>
          <p:nvPr/>
        </p:nvSpPr>
        <p:spPr>
          <a:xfrm>
            <a:off x="4924970" y="31156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申請教學網頁上很多</a:t>
            </a:r>
          </a:p>
        </p:txBody>
      </p:sp>
      <p:pic>
        <p:nvPicPr>
          <p:cNvPr id="23" name="圖片 22" descr="一張含有 文字, 螢幕擷取畫面, 陳列, 軟體 的圖片&#10;&#10;AI 產生的內容可能不正確。">
            <a:extLst>
              <a:ext uri="{FF2B5EF4-FFF2-40B4-BE49-F238E27FC236}">
                <a16:creationId xmlns:a16="http://schemas.microsoft.com/office/drawing/2014/main" id="{A8160479-6E54-E829-D80C-440CAF09EB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0154" y="757101"/>
            <a:ext cx="4591691" cy="4096322"/>
          </a:xfrm>
          <a:prstGeom prst="rect">
            <a:avLst/>
          </a:prstGeom>
        </p:spPr>
      </p:pic>
      <p:sp>
        <p:nvSpPr>
          <p:cNvPr id="24" name="矩形 23">
            <a:extLst>
              <a:ext uri="{FF2B5EF4-FFF2-40B4-BE49-F238E27FC236}">
                <a16:creationId xmlns:a16="http://schemas.microsoft.com/office/drawing/2014/main" id="{19B35E39-6E55-D2B6-E862-4D8B934BA12F}"/>
              </a:ext>
            </a:extLst>
          </p:cNvPr>
          <p:cNvSpPr/>
          <p:nvPr/>
        </p:nvSpPr>
        <p:spPr>
          <a:xfrm>
            <a:off x="4708235" y="1796474"/>
            <a:ext cx="3683609" cy="6673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FD3BE04-0C01-ED71-50A5-028EAE58AD84}"/>
              </a:ext>
            </a:extLst>
          </p:cNvPr>
          <p:cNvSpPr/>
          <p:nvPr/>
        </p:nvSpPr>
        <p:spPr>
          <a:xfrm>
            <a:off x="618835" y="5967846"/>
            <a:ext cx="11115965" cy="60019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2586423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E3C8180-34D5-875A-B321-B2E4862AC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31670"/>
            <a:ext cx="12192000" cy="124541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63D86C97-EA4E-DF58-4B26-A9032D63F7CF}"/>
              </a:ext>
            </a:extLst>
          </p:cNvPr>
          <p:cNvSpPr/>
          <p:nvPr/>
        </p:nvSpPr>
        <p:spPr>
          <a:xfrm>
            <a:off x="11397673" y="1948870"/>
            <a:ext cx="794327" cy="1962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7023700-2AC7-768E-D7E5-0935D81F65FE}"/>
              </a:ext>
            </a:extLst>
          </p:cNvPr>
          <p:cNvSpPr txBox="1"/>
          <p:nvPr/>
        </p:nvSpPr>
        <p:spPr>
          <a:xfrm>
            <a:off x="3082995" y="791858"/>
            <a:ext cx="60789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申請完成</a:t>
            </a:r>
            <a:endParaRPr lang="en-US" altLang="zh-TW" b="1" dirty="0">
              <a:solidFill>
                <a:srgbClr val="FF0000"/>
              </a:solidFill>
            </a:endParaRPr>
          </a:p>
          <a:p>
            <a:r>
              <a:rPr lang="zh-TW" altLang="en-US" b="1" dirty="0">
                <a:solidFill>
                  <a:srgbClr val="FF0000"/>
                </a:solidFill>
              </a:rPr>
              <a:t>點擊 </a:t>
            </a:r>
            <a:r>
              <a:rPr lang="en-US" altLang="zh-TW" b="1" dirty="0">
                <a:solidFill>
                  <a:srgbClr val="FF0000"/>
                </a:solidFill>
              </a:rPr>
              <a:t>“Generate an application mail for approval” </a:t>
            </a:r>
            <a:r>
              <a:rPr lang="zh-TW" altLang="en-US" b="1" dirty="0">
                <a:solidFill>
                  <a:srgbClr val="FF0000"/>
                </a:solidFill>
              </a:rPr>
              <a:t>生成信件</a:t>
            </a:r>
          </a:p>
        </p:txBody>
      </p:sp>
      <p:pic>
        <p:nvPicPr>
          <p:cNvPr id="4" name="圖片 3" descr="一張含有 文字, 行, 字型, 數字 的圖片&#10;&#10;AI 產生的內容可能不正確。">
            <a:extLst>
              <a:ext uri="{FF2B5EF4-FFF2-40B4-BE49-F238E27FC236}">
                <a16:creationId xmlns:a16="http://schemas.microsoft.com/office/drawing/2014/main" id="{00F40EF0-722D-3046-E5A1-6718784222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05187"/>
            <a:ext cx="12192000" cy="2883557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D89DCDD3-FE6A-370B-CC43-4C5EBD7C1554}"/>
              </a:ext>
            </a:extLst>
          </p:cNvPr>
          <p:cNvSpPr/>
          <p:nvPr/>
        </p:nvSpPr>
        <p:spPr>
          <a:xfrm>
            <a:off x="10076873" y="5326330"/>
            <a:ext cx="2022763" cy="1962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2135786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E6D5A-1E1C-491B-BD66-4C58E1243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字方塊 20">
            <a:extLst>
              <a:ext uri="{FF2B5EF4-FFF2-40B4-BE49-F238E27FC236}">
                <a16:creationId xmlns:a16="http://schemas.microsoft.com/office/drawing/2014/main" id="{99EAEF90-DDA9-4DD6-CF0C-84F0690544F4}"/>
              </a:ext>
            </a:extLst>
          </p:cNvPr>
          <p:cNvSpPr txBox="1"/>
          <p:nvPr/>
        </p:nvSpPr>
        <p:spPr>
          <a:xfrm>
            <a:off x="4041591" y="87546"/>
            <a:ext cx="4108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如果信打不開，要更改預設的開啟方式</a:t>
            </a:r>
            <a:br>
              <a:rPr lang="en-US" altLang="zh-TW" b="1" dirty="0">
                <a:solidFill>
                  <a:srgbClr val="FF0000"/>
                </a:solidFill>
              </a:rPr>
            </a:br>
            <a:r>
              <a:rPr lang="zh-TW" altLang="en-US" b="1" dirty="0">
                <a:solidFill>
                  <a:srgbClr val="FF0000"/>
                </a:solidFill>
              </a:rPr>
              <a:t>使用</a:t>
            </a:r>
            <a:r>
              <a:rPr lang="en-US" altLang="zh-TW" b="1" dirty="0">
                <a:solidFill>
                  <a:srgbClr val="FF0000"/>
                </a:solidFill>
              </a:rPr>
              <a:t>chrome</a:t>
            </a:r>
            <a:r>
              <a:rPr lang="zh-TW" altLang="en-US" b="1" dirty="0">
                <a:solidFill>
                  <a:srgbClr val="FF0000"/>
                </a:solidFill>
              </a:rPr>
              <a:t>或</a:t>
            </a:r>
            <a:r>
              <a:rPr lang="en-US" altLang="zh-TW" b="1" dirty="0">
                <a:solidFill>
                  <a:srgbClr val="FF0000"/>
                </a:solidFill>
              </a:rPr>
              <a:t>outlook</a:t>
            </a:r>
            <a:r>
              <a:rPr lang="zh-TW" altLang="en-US" b="1" dirty="0">
                <a:solidFill>
                  <a:srgbClr val="FF0000"/>
                </a:solidFill>
              </a:rPr>
              <a:t>開啟，並下載</a:t>
            </a:r>
          </a:p>
        </p:txBody>
      </p:sp>
      <p:pic>
        <p:nvPicPr>
          <p:cNvPr id="3" name="圖片 2" descr="一張含有 文字, 螢幕擷取畫面, 軟體, 數字 的圖片&#10;&#10;AI 產生的內容可能不正確。">
            <a:extLst>
              <a:ext uri="{FF2B5EF4-FFF2-40B4-BE49-F238E27FC236}">
                <a16:creationId xmlns:a16="http://schemas.microsoft.com/office/drawing/2014/main" id="{C60CF450-71C4-460A-5BBE-907D9EAFFC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477" y="761582"/>
            <a:ext cx="10239046" cy="4270768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C30BB448-DE7C-226E-922D-179FF9142469}"/>
              </a:ext>
            </a:extLst>
          </p:cNvPr>
          <p:cNvSpPr/>
          <p:nvPr/>
        </p:nvSpPr>
        <p:spPr>
          <a:xfrm>
            <a:off x="3463636" y="1574802"/>
            <a:ext cx="461819" cy="4756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589B1E4-0265-9CB8-5041-B743F4338A92}"/>
              </a:ext>
            </a:extLst>
          </p:cNvPr>
          <p:cNvSpPr/>
          <p:nvPr/>
        </p:nvSpPr>
        <p:spPr>
          <a:xfrm>
            <a:off x="6786418" y="2318329"/>
            <a:ext cx="1969655" cy="3694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</a:endParaRPr>
          </a:p>
        </p:txBody>
      </p:sp>
      <p:pic>
        <p:nvPicPr>
          <p:cNvPr id="8" name="圖片 7" descr="一張含有 文字, 字型, 行, 螢幕擷取畫面 的圖片&#10;&#10;AI 產生的內容可能不正確。">
            <a:extLst>
              <a:ext uri="{FF2B5EF4-FFF2-40B4-BE49-F238E27FC236}">
                <a16:creationId xmlns:a16="http://schemas.microsoft.com/office/drawing/2014/main" id="{EB640A0A-DDE4-3B8F-009A-10E29C6BDA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1423" y="5187734"/>
            <a:ext cx="9149154" cy="1520387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90736A8D-8174-7FD0-D24D-5324D4C02C6A}"/>
              </a:ext>
            </a:extLst>
          </p:cNvPr>
          <p:cNvSpPr/>
          <p:nvPr/>
        </p:nvSpPr>
        <p:spPr>
          <a:xfrm>
            <a:off x="1521423" y="5578473"/>
            <a:ext cx="2718068" cy="3694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9234812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16C4D-CE4E-0FB1-861B-888AD24E0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字方塊 20">
            <a:extLst>
              <a:ext uri="{FF2B5EF4-FFF2-40B4-BE49-F238E27FC236}">
                <a16:creationId xmlns:a16="http://schemas.microsoft.com/office/drawing/2014/main" id="{2E7D6F21-82FC-DA25-849C-C88678DF0547}"/>
              </a:ext>
            </a:extLst>
          </p:cNvPr>
          <p:cNvSpPr txBox="1"/>
          <p:nvPr/>
        </p:nvSpPr>
        <p:spPr>
          <a:xfrm>
            <a:off x="4410894" y="828805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下載系統信後，要送出表單申請</a:t>
            </a:r>
          </a:p>
        </p:txBody>
      </p:sp>
      <p:pic>
        <p:nvPicPr>
          <p:cNvPr id="3" name="圖片 2" descr="一張含有 文字, 字型, 螢幕擷取畫面 的圖片&#10;&#10;AI 產生的內容可能不正確。">
            <a:extLst>
              <a:ext uri="{FF2B5EF4-FFF2-40B4-BE49-F238E27FC236}">
                <a16:creationId xmlns:a16="http://schemas.microsoft.com/office/drawing/2014/main" id="{2A2E2C14-C4F8-FB50-047B-3EC34FBED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054" y="1355100"/>
            <a:ext cx="10233891" cy="1512468"/>
          </a:xfrm>
          <a:prstGeom prst="rect">
            <a:avLst/>
          </a:prstGeom>
        </p:spPr>
      </p:pic>
      <p:pic>
        <p:nvPicPr>
          <p:cNvPr id="4" name="圖片 3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C9CBA5BC-1B94-05D1-8452-90497EAA5F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7087" y="3717262"/>
            <a:ext cx="6197825" cy="276364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20817315-A529-936F-7A42-6CC2B9638F2C}"/>
              </a:ext>
            </a:extLst>
          </p:cNvPr>
          <p:cNvSpPr/>
          <p:nvPr/>
        </p:nvSpPr>
        <p:spPr>
          <a:xfrm>
            <a:off x="6465455" y="1911927"/>
            <a:ext cx="951345" cy="3298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E7D1B4D-EBEA-CAEB-BC95-DEF570661A1C}"/>
              </a:ext>
            </a:extLst>
          </p:cNvPr>
          <p:cNvSpPr/>
          <p:nvPr/>
        </p:nvSpPr>
        <p:spPr>
          <a:xfrm>
            <a:off x="3103419" y="5902706"/>
            <a:ext cx="6091493" cy="6089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775983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C87AD-A558-5E6C-BFAC-688B603CC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字方塊 20">
            <a:extLst>
              <a:ext uri="{FF2B5EF4-FFF2-40B4-BE49-F238E27FC236}">
                <a16:creationId xmlns:a16="http://schemas.microsoft.com/office/drawing/2014/main" id="{F6A16AD1-D88D-2E2A-D209-05484C223FF2}"/>
              </a:ext>
            </a:extLst>
          </p:cNvPr>
          <p:cNvSpPr txBox="1"/>
          <p:nvPr/>
        </p:nvSpPr>
        <p:spPr>
          <a:xfrm>
            <a:off x="5080336" y="623249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附件上傳生成的信</a:t>
            </a:r>
          </a:p>
        </p:txBody>
      </p:sp>
      <p:pic>
        <p:nvPicPr>
          <p:cNvPr id="6" name="圖片 5" descr="一張含有 文字, 螢幕擷取畫面, 數字, 行 的圖片&#10;&#10;AI 產生的內容可能不正確。">
            <a:extLst>
              <a:ext uri="{FF2B5EF4-FFF2-40B4-BE49-F238E27FC236}">
                <a16:creationId xmlns:a16="http://schemas.microsoft.com/office/drawing/2014/main" id="{4F03B3D5-C11C-9D27-6921-5BD8BBABA3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229" y="992581"/>
            <a:ext cx="10145541" cy="555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456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722A4-6196-14C2-FDB9-10A9BB878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 descr="一張含有 文字, 螢幕擷取畫面, 軟體, 網頁 的圖片&#10;&#10;AI 產生的內容可能不正確。">
            <a:extLst>
              <a:ext uri="{FF2B5EF4-FFF2-40B4-BE49-F238E27FC236}">
                <a16:creationId xmlns:a16="http://schemas.microsoft.com/office/drawing/2014/main" id="{63702DAA-E974-D2C9-F8B4-0C007C77E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479" y="0"/>
            <a:ext cx="7035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1950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6B2A9-8528-943F-B0C7-F36548D92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文字, 螢幕擷取畫面, 網頁, 軟體 的圖片&#10;&#10;AI 產生的內容可能不正確。">
            <a:extLst>
              <a:ext uri="{FF2B5EF4-FFF2-40B4-BE49-F238E27FC236}">
                <a16:creationId xmlns:a16="http://schemas.microsoft.com/office/drawing/2014/main" id="{42DCB495-A752-27E4-E01A-CA000A1E47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7020" y="921093"/>
            <a:ext cx="5837959" cy="5936907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061FC6CD-3CD6-1B1C-1166-3620B981C510}"/>
              </a:ext>
            </a:extLst>
          </p:cNvPr>
          <p:cNvSpPr txBox="1"/>
          <p:nvPr/>
        </p:nvSpPr>
        <p:spPr>
          <a:xfrm>
            <a:off x="3831854" y="394743"/>
            <a:ext cx="4528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登入</a:t>
            </a:r>
            <a:r>
              <a:rPr lang="en-US" altLang="zh-TW" b="1" dirty="0">
                <a:solidFill>
                  <a:srgbClr val="FF0000"/>
                </a:solidFill>
              </a:rPr>
              <a:t>VPN</a:t>
            </a:r>
            <a:r>
              <a:rPr lang="zh-TW" altLang="en-US" b="1" dirty="0">
                <a:solidFill>
                  <a:srgbClr val="FF0000"/>
                </a:solidFill>
              </a:rPr>
              <a:t>一直 </a:t>
            </a:r>
            <a:r>
              <a:rPr lang="en-US" altLang="zh-TW" b="1" dirty="0">
                <a:solidFill>
                  <a:srgbClr val="FF0000"/>
                </a:solidFill>
              </a:rPr>
              <a:t>login failed</a:t>
            </a:r>
            <a:r>
              <a:rPr lang="zh-TW" altLang="en-US" b="1" dirty="0">
                <a:solidFill>
                  <a:srgbClr val="FF0000"/>
                </a:solidFill>
              </a:rPr>
              <a:t> 代表申請還沒通過</a:t>
            </a:r>
          </a:p>
        </p:txBody>
      </p:sp>
    </p:spTree>
    <p:extLst>
      <p:ext uri="{BB962C8B-B14F-4D97-AF65-F5344CB8AC3E}">
        <p14:creationId xmlns:p14="http://schemas.microsoft.com/office/powerpoint/2010/main" val="3227040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88488BB9-3321-2B54-416D-15643A4045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7670" y="2762156"/>
            <a:ext cx="1066949" cy="1333686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639EF4ED-E5CF-93A2-FA71-A00816486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2350" y="2552576"/>
            <a:ext cx="3896269" cy="1752845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3E7A6D5C-D5AA-5894-F324-02ABAA438BA0}"/>
              </a:ext>
            </a:extLst>
          </p:cNvPr>
          <p:cNvSpPr txBox="1"/>
          <p:nvPr/>
        </p:nvSpPr>
        <p:spPr>
          <a:xfrm>
            <a:off x="4638806" y="1786152"/>
            <a:ext cx="29143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打開</a:t>
            </a:r>
            <a:r>
              <a:rPr lang="en-US" altLang="zh-TW" b="1" dirty="0">
                <a:solidFill>
                  <a:srgbClr val="FF0000"/>
                </a:solidFill>
              </a:rPr>
              <a:t>CISCO</a:t>
            </a:r>
            <a:r>
              <a:rPr lang="zh-TW" altLang="en-US" b="1" dirty="0">
                <a:solidFill>
                  <a:srgbClr val="FF0000"/>
                </a:solidFill>
              </a:rPr>
              <a:t> </a:t>
            </a:r>
            <a:r>
              <a:rPr lang="en-US" altLang="zh-TW" b="1" dirty="0">
                <a:solidFill>
                  <a:srgbClr val="FF0000"/>
                </a:solidFill>
              </a:rPr>
              <a:t>VPN</a:t>
            </a:r>
            <a:br>
              <a:rPr lang="en-US" altLang="zh-TW" b="1" dirty="0">
                <a:solidFill>
                  <a:srgbClr val="FF0000"/>
                </a:solidFill>
              </a:rPr>
            </a:br>
            <a:r>
              <a:rPr lang="zh-TW" altLang="en-US" b="1" dirty="0">
                <a:solidFill>
                  <a:srgbClr val="FF0000"/>
                </a:solidFill>
              </a:rPr>
              <a:t>輸入 </a:t>
            </a:r>
            <a:r>
              <a:rPr lang="en-US" altLang="zh-TW" b="1" dirty="0">
                <a:solidFill>
                  <a:srgbClr val="FF0000"/>
                </a:solidFill>
              </a:rPr>
              <a:t>“VPN.NUVOTON.COM”</a:t>
            </a:r>
            <a:endParaRPr lang="zh-TW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8000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63DE1F6-C503-0E64-36E8-9117AF331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263" y="2381396"/>
            <a:ext cx="3191320" cy="209579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E354BEB2-CB38-D947-9E9F-6EF684A73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2788" y="2168335"/>
            <a:ext cx="3086531" cy="254353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4C520B91-2D74-15D6-5444-75AC453D2E51}"/>
              </a:ext>
            </a:extLst>
          </p:cNvPr>
          <p:cNvSpPr txBox="1"/>
          <p:nvPr/>
        </p:nvSpPr>
        <p:spPr>
          <a:xfrm>
            <a:off x="2221764" y="150206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確定連線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7FB69B7-1762-958A-9A5A-3754F9724E12}"/>
              </a:ext>
            </a:extLst>
          </p:cNvPr>
          <p:cNvSpPr txBox="1"/>
          <p:nvPr/>
        </p:nvSpPr>
        <p:spPr>
          <a:xfrm>
            <a:off x="6439925" y="150206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公司帳密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A17627B-63EF-71FA-798C-5A1C1304C8F2}"/>
              </a:ext>
            </a:extLst>
          </p:cNvPr>
          <p:cNvSpPr txBox="1"/>
          <p:nvPr/>
        </p:nvSpPr>
        <p:spPr>
          <a:xfrm>
            <a:off x="9846635" y="1502067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手機收驗證碼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ACCEE04-1928-D4FF-7082-B063B5F084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765" y="2323081"/>
            <a:ext cx="3879971" cy="2634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280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CF4E190D-8541-DD02-D8A0-E6AAABBB1AB1}"/>
              </a:ext>
            </a:extLst>
          </p:cNvPr>
          <p:cNvSpPr txBox="1"/>
          <p:nvPr/>
        </p:nvSpPr>
        <p:spPr>
          <a:xfrm>
            <a:off x="1825770" y="1449049"/>
            <a:ext cx="1824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點擊 </a:t>
            </a:r>
            <a:r>
              <a:rPr lang="en-US" altLang="zh-TW" b="1" dirty="0">
                <a:solidFill>
                  <a:srgbClr val="FF0000"/>
                </a:solidFill>
              </a:rPr>
              <a:t>“</a:t>
            </a:r>
            <a:r>
              <a:rPr lang="zh-TW" altLang="en-US" b="1" dirty="0">
                <a:solidFill>
                  <a:srgbClr val="FF0000"/>
                </a:solidFill>
              </a:rPr>
              <a:t>顯示選項</a:t>
            </a:r>
            <a:r>
              <a:rPr lang="en-US" altLang="zh-TW" b="1" dirty="0">
                <a:solidFill>
                  <a:srgbClr val="FF0000"/>
                </a:solidFill>
              </a:rPr>
              <a:t>”</a:t>
            </a:r>
            <a:endParaRPr lang="zh-TW" altLang="en-US" b="1" dirty="0">
              <a:solidFill>
                <a:srgbClr val="FF0000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20F7E33-75A6-3067-B0DF-31EF00A68AFC}"/>
              </a:ext>
            </a:extLst>
          </p:cNvPr>
          <p:cNvSpPr txBox="1"/>
          <p:nvPr/>
        </p:nvSpPr>
        <p:spPr>
          <a:xfrm>
            <a:off x="6213682" y="1310405"/>
            <a:ext cx="52581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本機資源 </a:t>
            </a:r>
            <a:r>
              <a:rPr lang="en-US" altLang="zh-TW" b="1" dirty="0">
                <a:solidFill>
                  <a:srgbClr val="FF0000"/>
                </a:solidFill>
              </a:rPr>
              <a:t>-&gt; </a:t>
            </a:r>
            <a:r>
              <a:rPr lang="zh-TW" altLang="en-US" b="1" dirty="0">
                <a:solidFill>
                  <a:srgbClr val="FF0000"/>
                </a:solidFill>
              </a:rPr>
              <a:t>音訊設定 </a:t>
            </a:r>
            <a:r>
              <a:rPr lang="en-US" altLang="zh-TW" b="1" dirty="0">
                <a:solidFill>
                  <a:srgbClr val="FF0000"/>
                </a:solidFill>
              </a:rPr>
              <a:t>-&gt; </a:t>
            </a:r>
            <a:br>
              <a:rPr lang="en-US" altLang="zh-TW" b="1" dirty="0">
                <a:solidFill>
                  <a:srgbClr val="FF0000"/>
                </a:solidFill>
              </a:rPr>
            </a:br>
            <a:r>
              <a:rPr lang="zh-TW" altLang="en-US" b="1" dirty="0">
                <a:solidFill>
                  <a:srgbClr val="FF0000"/>
                </a:solidFill>
              </a:rPr>
              <a:t>確認勾選 </a:t>
            </a:r>
            <a:r>
              <a:rPr lang="en-US" altLang="zh-TW" b="1" dirty="0">
                <a:solidFill>
                  <a:srgbClr val="FF0000"/>
                </a:solidFill>
              </a:rPr>
              <a:t>“</a:t>
            </a:r>
            <a:r>
              <a:rPr lang="zh-TW" altLang="en-US" b="1" dirty="0">
                <a:solidFill>
                  <a:srgbClr val="FF0000"/>
                </a:solidFill>
              </a:rPr>
              <a:t>在這部電腦上撥放</a:t>
            </a:r>
            <a:r>
              <a:rPr lang="en-US" altLang="zh-TW" b="1" dirty="0">
                <a:solidFill>
                  <a:srgbClr val="FF0000"/>
                </a:solidFill>
              </a:rPr>
              <a:t>”</a:t>
            </a:r>
            <a:r>
              <a:rPr lang="zh-TW" altLang="en-US" b="1" dirty="0">
                <a:solidFill>
                  <a:srgbClr val="FF0000"/>
                </a:solidFill>
              </a:rPr>
              <a:t>、</a:t>
            </a:r>
            <a:r>
              <a:rPr lang="en-US" altLang="zh-TW" b="1" dirty="0">
                <a:solidFill>
                  <a:srgbClr val="FF0000"/>
                </a:solidFill>
              </a:rPr>
              <a:t>”</a:t>
            </a:r>
            <a:r>
              <a:rPr lang="zh-TW" altLang="en-US" b="1" dirty="0">
                <a:solidFill>
                  <a:srgbClr val="FF0000"/>
                </a:solidFill>
              </a:rPr>
              <a:t>從這部電腦錄製</a:t>
            </a:r>
            <a:r>
              <a:rPr lang="en-US" altLang="zh-TW" b="1" dirty="0">
                <a:solidFill>
                  <a:srgbClr val="FF0000"/>
                </a:solidFill>
              </a:rPr>
              <a:t>”</a:t>
            </a:r>
            <a:endParaRPr lang="zh-TW" altLang="en-US" b="1" dirty="0">
              <a:solidFill>
                <a:srgbClr val="FF0000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8756C0E8-EB64-25EB-3079-BBF544005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98" y="2109603"/>
            <a:ext cx="4458322" cy="2638793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4E87620C-7F3B-F7CC-B79A-488F8A60D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6632" y="2109603"/>
            <a:ext cx="3593222" cy="2925798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BA968835-8D83-B2F4-ED72-25606153ED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0333" y="2109603"/>
            <a:ext cx="3070088" cy="366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413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57BEF5B7-5AE1-30D5-B76C-1D4358AF5E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294" y="2085787"/>
            <a:ext cx="4305901" cy="3915321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47A4EC0C-54E9-4E65-F153-CCE2236A1C29}"/>
              </a:ext>
            </a:extLst>
          </p:cNvPr>
          <p:cNvSpPr txBox="1"/>
          <p:nvPr/>
        </p:nvSpPr>
        <p:spPr>
          <a:xfrm>
            <a:off x="2488962" y="1606243"/>
            <a:ext cx="1994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連線 </a:t>
            </a:r>
            <a:r>
              <a:rPr lang="en-US" altLang="zh-TW" b="1" dirty="0">
                <a:solidFill>
                  <a:srgbClr val="FF0000"/>
                </a:solidFill>
              </a:rPr>
              <a:t>“NTHCTERM”</a:t>
            </a:r>
            <a:endParaRPr lang="zh-TW" altLang="en-US" b="1" dirty="0">
              <a:solidFill>
                <a:srgbClr val="FF00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1DEA886-28F2-FE93-AA9E-E48414B23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805" y="2085787"/>
            <a:ext cx="4458322" cy="2686425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71F2A970-601E-083F-BFAD-243E6CFFE1D3}"/>
              </a:ext>
            </a:extLst>
          </p:cNvPr>
          <p:cNvSpPr txBox="1"/>
          <p:nvPr/>
        </p:nvSpPr>
        <p:spPr>
          <a:xfrm>
            <a:off x="8357103" y="1606243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公司帳密</a:t>
            </a:r>
          </a:p>
        </p:txBody>
      </p:sp>
    </p:spTree>
    <p:extLst>
      <p:ext uri="{BB962C8B-B14F-4D97-AF65-F5344CB8AC3E}">
        <p14:creationId xmlns:p14="http://schemas.microsoft.com/office/powerpoint/2010/main" val="18139450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B2F6D9A4-D607-FCF7-0BEE-AA4CDC6D1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408" y="1889651"/>
            <a:ext cx="3962953" cy="371526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25BC243-F6DF-3D63-CFA4-E2B04CBC38E8}"/>
              </a:ext>
            </a:extLst>
          </p:cNvPr>
          <p:cNvSpPr txBox="1"/>
          <p:nvPr/>
        </p:nvSpPr>
        <p:spPr>
          <a:xfrm>
            <a:off x="2887553" y="1117972"/>
            <a:ext cx="27238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進入遠端桌面後</a:t>
            </a:r>
            <a:br>
              <a:rPr lang="en-US" altLang="zh-TW" b="1" dirty="0">
                <a:solidFill>
                  <a:srgbClr val="FF0000"/>
                </a:solidFill>
              </a:rPr>
            </a:br>
            <a:r>
              <a:rPr lang="zh-TW" altLang="en-US" b="1" dirty="0">
                <a:solidFill>
                  <a:srgbClr val="FF0000"/>
                </a:solidFill>
              </a:rPr>
              <a:t>再次開啟裡面的遠端桌面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B7B5F957-E0E9-98D7-AEBE-56B9E5EB6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639" y="1889651"/>
            <a:ext cx="7076108" cy="322074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AACA0B92-47BA-77AD-4619-5A00B9BD1C93}"/>
              </a:ext>
            </a:extLst>
          </p:cNvPr>
          <p:cNvSpPr txBox="1"/>
          <p:nvPr/>
        </p:nvSpPr>
        <p:spPr>
          <a:xfrm>
            <a:off x="9101921" y="1261343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公司電腦帳密</a:t>
            </a:r>
          </a:p>
        </p:txBody>
      </p:sp>
    </p:spTree>
    <p:extLst>
      <p:ext uri="{BB962C8B-B14F-4D97-AF65-F5344CB8AC3E}">
        <p14:creationId xmlns:p14="http://schemas.microsoft.com/office/powerpoint/2010/main" val="23055502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CCF40-924D-D7F5-5965-C0564E349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802B2FD-3FD0-6348-2399-C1213FAE9EFB}"/>
              </a:ext>
            </a:extLst>
          </p:cNvPr>
          <p:cNvSpPr txBox="1"/>
          <p:nvPr/>
        </p:nvSpPr>
        <p:spPr>
          <a:xfrm>
            <a:off x="5220600" y="1538226"/>
            <a:ext cx="1750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使用完關掉</a:t>
            </a:r>
            <a:r>
              <a:rPr lang="en-US" altLang="zh-TW" b="1" dirty="0">
                <a:solidFill>
                  <a:srgbClr val="FF0000"/>
                </a:solidFill>
              </a:rPr>
              <a:t>VPN</a:t>
            </a:r>
            <a:endParaRPr lang="zh-TW" altLang="en-US" b="1" dirty="0">
              <a:solidFill>
                <a:srgbClr val="FF0000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9C09759-30B4-23A5-922F-6272E4EDC4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9399" y="1997119"/>
            <a:ext cx="4813201" cy="28238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40763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171</Words>
  <Application>Microsoft Office PowerPoint</Application>
  <PresentationFormat>寬螢幕</PresentationFormat>
  <Paragraphs>22</Paragraphs>
  <Slides>15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user</dc:creator>
  <cp:lastModifiedBy>S220 JYLin</cp:lastModifiedBy>
  <cp:revision>10</cp:revision>
  <dcterms:created xsi:type="dcterms:W3CDTF">2025-05-13T14:45:41Z</dcterms:created>
  <dcterms:modified xsi:type="dcterms:W3CDTF">2025-07-01T08:57:58Z</dcterms:modified>
</cp:coreProperties>
</file>