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F2D311-21F1-E97E-A16D-D61D30649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52BF63-F5E0-146B-8374-F14C671C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D059DB-9D1C-B79C-F391-F4121588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9EBA63-8E0A-8CD3-E29B-510F2F0A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911365-AF58-0418-EC66-55905F78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5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667FF-3253-89CE-118B-D8F9E1E4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CB1C3-3A24-4F51-D7F5-44B0E452A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2CC0D8-0F93-0263-0A61-14D3D617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A83B0C-1599-E723-714D-A14A307E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D96E99-6DA4-A6D3-3F98-18CFB9D2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A3CED2-B304-1A52-798B-CDA89DED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C03742-8AF1-4A8B-D3C6-169E88F8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614E21-EE9B-79F5-4E25-D1085763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A4CFE1-8DD3-B37E-59CC-613ABF1C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FA8D7D-3D66-3DA2-1D70-56DA211D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5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7BBA7-A20B-C5A5-E471-F6569A5C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261EF1-49EC-5D4D-2184-18B53943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296A0E-B6CA-8EEC-FF2B-0E5BB953E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105FD8-2312-A0AB-58A6-4F2E0FCA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7C8740-43AF-B543-1328-30B25FB3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BF8649-3DBE-5718-280D-AFC5B779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68B06-E70B-8971-A561-22AFBE8A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E113B8-F1F1-EF45-91DC-C76698B86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049BF0-14E8-110D-3CA1-413B3A342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4E2E73C-6573-CF07-5C1C-10CDFE5DF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159BFC-47C0-EDE9-644C-AA33A1FAD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9848E9-990F-C7A5-8D1F-588EE4B2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351D8A-9F4E-9A18-56F2-7AEEA775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10E2663-0961-174D-51A9-AFE13499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E14C1-9EE9-D09D-C1F9-15D4753F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91ABEA4-865B-F917-49F2-518E626A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F79630-F55D-CA6F-FAB1-78367B68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C54D03-24AE-9E7D-3CFE-356B793B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8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B1D686-BDD7-0CA3-901E-320BEA0D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2F657C-7C0E-2217-5A75-AAA02696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88D64D-5A60-8E1D-8052-657FB736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6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E0578-8FBA-1283-6536-2B656F5B4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3355C9-965A-594E-1D52-63335BE1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8B3AC3-B055-01DB-67CB-D6AF1DFD0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DE0C86-4C63-A991-EF8D-038E2C1A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9BBFF7-57B4-84CA-CF02-7C29AA93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F79F90-2D9F-8DA8-BEBC-5773B4D3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77871B-6241-00C0-FE75-1D5A7508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BDE67D9-DF7D-527E-B099-D0C55F3DB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8624A8-03EF-7A73-DD6E-FF88B7962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9D28F8-8220-FF43-84D8-BF96C2D6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F81BB2-34F4-B991-09DE-9495F57C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F18D53-90A9-2A20-DCA2-F0546BAD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9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2701DA-0C97-FC67-1E60-68F334A6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E6A87DC-057A-132C-5D7F-18AC25D25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149FF2-41DE-5B79-07F5-92D9D22DF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F644D7-865C-ADFB-611A-62C513BE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EC3699-BF08-D4A1-AF77-125C0AAA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BB16A1-0D34-1E5A-4635-5A17206D7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6BC2837-BEAA-AEDF-1337-A4DB46C42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01768F-2059-82A0-C15A-EE9B3350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A39C92-6B98-36C2-39AF-86BE25A5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D12339-9875-D605-FF6D-D145DB58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C6481AA-0002-8DEA-BCF3-8FC137AC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6C38A0-894C-CC86-EFE5-369753837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8208BA-C1C3-70C6-0006-99B1E76C3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8B9F7-1E33-4E9E-BB96-95D420F31EF3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E1E7E8-4600-1E64-CB1E-84582086C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743F06-D12B-83D2-061E-D794DA50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A35DD-159A-457C-9C90-A79B0EE20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9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05D721D-43C5-EB8B-1B6F-2953510D6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0"/>
          <a:stretch/>
        </p:blipFill>
        <p:spPr bwMode="auto">
          <a:xfrm>
            <a:off x="2724726" y="615471"/>
            <a:ext cx="1829955" cy="5627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B29959B-3E3A-3E2F-4862-7D376F9143B1}"/>
              </a:ext>
            </a:extLst>
          </p:cNvPr>
          <p:cNvSpPr txBox="1"/>
          <p:nvPr/>
        </p:nvSpPr>
        <p:spPr>
          <a:xfrm>
            <a:off x="1030390" y="9392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外殼上蓋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99ED0FE-747E-A06B-BCCF-52B62BCD339C}"/>
              </a:ext>
            </a:extLst>
          </p:cNvPr>
          <p:cNvSpPr txBox="1"/>
          <p:nvPr/>
        </p:nvSpPr>
        <p:spPr>
          <a:xfrm>
            <a:off x="1021748" y="224606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U-Packing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438175-BE7F-1DBD-8042-6A821444A63F}"/>
              </a:ext>
            </a:extLst>
          </p:cNvPr>
          <p:cNvSpPr txBox="1"/>
          <p:nvPr/>
        </p:nvSpPr>
        <p:spPr>
          <a:xfrm>
            <a:off x="1033170" y="312829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壓縮彈簧座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D9AEA3-CA91-F48C-EF00-FBE299B489BB}"/>
              </a:ext>
            </a:extLst>
          </p:cNvPr>
          <p:cNvSpPr txBox="1"/>
          <p:nvPr/>
        </p:nvSpPr>
        <p:spPr>
          <a:xfrm>
            <a:off x="1033170" y="49002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外殼桶身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BA1451-9686-7F87-8AD2-363F8D512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" t="9264" r="72398" b="58132"/>
          <a:stretch/>
        </p:blipFill>
        <p:spPr bwMode="auto">
          <a:xfrm>
            <a:off x="5631539" y="4027189"/>
            <a:ext cx="3017117" cy="211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EBFFC2D-1C6F-89E9-4047-23AFC920539D}"/>
              </a:ext>
            </a:extLst>
          </p:cNvPr>
          <p:cNvCxnSpPr>
            <a:cxnSpLocks/>
          </p:cNvCxnSpPr>
          <p:nvPr/>
        </p:nvCxnSpPr>
        <p:spPr>
          <a:xfrm>
            <a:off x="2371998" y="1123950"/>
            <a:ext cx="456927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CB17EA9-FBBB-A2C2-BEFD-71C33EE15D4C}"/>
              </a:ext>
            </a:extLst>
          </p:cNvPr>
          <p:cNvCxnSpPr>
            <a:cxnSpLocks/>
          </p:cNvCxnSpPr>
          <p:nvPr/>
        </p:nvCxnSpPr>
        <p:spPr>
          <a:xfrm>
            <a:off x="2371998" y="2448440"/>
            <a:ext cx="666477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2CBB601-2B2E-336A-E59A-504B2BCF3858}"/>
              </a:ext>
            </a:extLst>
          </p:cNvPr>
          <p:cNvCxnSpPr>
            <a:cxnSpLocks/>
          </p:cNvCxnSpPr>
          <p:nvPr/>
        </p:nvCxnSpPr>
        <p:spPr>
          <a:xfrm>
            <a:off x="2439714" y="3320086"/>
            <a:ext cx="666477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FBE9498-DEC4-AAD6-2A54-7D3F59BE5BE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141166" y="5084960"/>
            <a:ext cx="631786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>
            <a:extLst>
              <a:ext uri="{FF2B5EF4-FFF2-40B4-BE49-F238E27FC236}">
                <a16:creationId xmlns:a16="http://schemas.microsoft.com/office/drawing/2014/main" id="{D4981D6C-B05F-EED4-B22B-992A5C55B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" t="57424" r="67636" b="1352"/>
          <a:stretch/>
        </p:blipFill>
        <p:spPr bwMode="auto">
          <a:xfrm>
            <a:off x="5631540" y="1406714"/>
            <a:ext cx="3017117" cy="226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51B8D156-3D04-C213-1E24-F0A8D19A7812}"/>
              </a:ext>
            </a:extLst>
          </p:cNvPr>
          <p:cNvSpPr/>
          <p:nvPr/>
        </p:nvSpPr>
        <p:spPr>
          <a:xfrm>
            <a:off x="3991653" y="2457676"/>
            <a:ext cx="1540929" cy="16338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79C4AF9-EA88-B569-CF71-DBF35D609287}"/>
              </a:ext>
            </a:extLst>
          </p:cNvPr>
          <p:cNvCxnSpPr>
            <a:cxnSpLocks/>
          </p:cNvCxnSpPr>
          <p:nvPr/>
        </p:nvCxnSpPr>
        <p:spPr>
          <a:xfrm flipV="1">
            <a:off x="7204363" y="4867564"/>
            <a:ext cx="0" cy="189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D2E99B7-6190-762E-8F1A-D114A9E1F809}"/>
              </a:ext>
            </a:extLst>
          </p:cNvPr>
          <p:cNvSpPr txBox="1"/>
          <p:nvPr/>
        </p:nvSpPr>
        <p:spPr>
          <a:xfrm>
            <a:off x="6605481" y="5057252"/>
            <a:ext cx="119776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油封</a:t>
            </a:r>
            <a:r>
              <a:rPr lang="en-US" altLang="zh-TW"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o-ring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1BE2C5C-938C-ABE0-ADE5-B1F6E8579912}"/>
              </a:ext>
            </a:extLst>
          </p:cNvPr>
          <p:cNvSpPr/>
          <p:nvPr/>
        </p:nvSpPr>
        <p:spPr>
          <a:xfrm>
            <a:off x="7112001" y="2050472"/>
            <a:ext cx="1422400" cy="1229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1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3</cp:revision>
  <dcterms:created xsi:type="dcterms:W3CDTF">2025-09-22T02:09:25Z</dcterms:created>
  <dcterms:modified xsi:type="dcterms:W3CDTF">2025-09-22T03:07:47Z</dcterms:modified>
</cp:coreProperties>
</file>