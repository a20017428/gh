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61" r:id="rId2"/>
    <p:sldId id="260" r:id="rId3"/>
  </p:sldIdLst>
  <p:sldSz cx="7199313" cy="107997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402" userDrawn="1">
          <p15:clr>
            <a:srgbClr val="A4A3A4"/>
          </p15:clr>
        </p15:guide>
        <p15:guide id="2" pos="226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>
        <p:scale>
          <a:sx n="66" d="100"/>
          <a:sy n="66" d="100"/>
        </p:scale>
        <p:origin x="1908" y="-1020"/>
      </p:cViewPr>
      <p:guideLst>
        <p:guide orient="horz" pos="3402"/>
        <p:guide pos="226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9949" y="1767462"/>
            <a:ext cx="6119416" cy="3759917"/>
          </a:xfrm>
        </p:spPr>
        <p:txBody>
          <a:bodyPr anchor="b"/>
          <a:lstStyle>
            <a:lvl1pPr algn="ctr">
              <a:defRPr sz="4724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99914" y="5672376"/>
            <a:ext cx="5399485" cy="2607442"/>
          </a:xfrm>
        </p:spPr>
        <p:txBody>
          <a:bodyPr/>
          <a:lstStyle>
            <a:lvl1pPr marL="0" indent="0" algn="ctr">
              <a:buNone/>
              <a:defRPr sz="1890"/>
            </a:lvl1pPr>
            <a:lvl2pPr marL="359954" indent="0" algn="ctr">
              <a:buNone/>
              <a:defRPr sz="1575"/>
            </a:lvl2pPr>
            <a:lvl3pPr marL="719907" indent="0" algn="ctr">
              <a:buNone/>
              <a:defRPr sz="1417"/>
            </a:lvl3pPr>
            <a:lvl4pPr marL="1079861" indent="0" algn="ctr">
              <a:buNone/>
              <a:defRPr sz="1260"/>
            </a:lvl4pPr>
            <a:lvl5pPr marL="1439814" indent="0" algn="ctr">
              <a:buNone/>
              <a:defRPr sz="1260"/>
            </a:lvl5pPr>
            <a:lvl6pPr marL="1799768" indent="0" algn="ctr">
              <a:buNone/>
              <a:defRPr sz="1260"/>
            </a:lvl6pPr>
            <a:lvl7pPr marL="2159721" indent="0" algn="ctr">
              <a:buNone/>
              <a:defRPr sz="1260"/>
            </a:lvl7pPr>
            <a:lvl8pPr marL="2519675" indent="0" algn="ctr">
              <a:buNone/>
              <a:defRPr sz="1260"/>
            </a:lvl8pPr>
            <a:lvl9pPr marL="2879628" indent="0" algn="ctr">
              <a:buNone/>
              <a:defRPr sz="126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652AC-BE21-43B2-8DC2-12A6951ED3A0}" type="datetimeFigureOut">
              <a:rPr lang="en-US" smtClean="0"/>
              <a:t>4/24/2025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F37C6-0229-4E57-8586-77F8BF5933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61004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652AC-BE21-43B2-8DC2-12A6951ED3A0}" type="datetimeFigureOut">
              <a:rPr lang="en-US" smtClean="0"/>
              <a:t>4/24/2025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F37C6-0229-4E57-8586-77F8BF5933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00513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1204" y="2692444"/>
            <a:ext cx="6209407" cy="4492401"/>
          </a:xfrm>
        </p:spPr>
        <p:txBody>
          <a:bodyPr anchor="b"/>
          <a:lstStyle>
            <a:lvl1pPr>
              <a:defRPr sz="4724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1204" y="7227345"/>
            <a:ext cx="6209407" cy="2362447"/>
          </a:xfrm>
        </p:spPr>
        <p:txBody>
          <a:bodyPr/>
          <a:lstStyle>
            <a:lvl1pPr marL="0" indent="0">
              <a:buNone/>
              <a:defRPr sz="1890">
                <a:solidFill>
                  <a:schemeClr val="tx1">
                    <a:tint val="82000"/>
                  </a:schemeClr>
                </a:solidFill>
              </a:defRPr>
            </a:lvl1pPr>
            <a:lvl2pPr marL="359954" indent="0">
              <a:buNone/>
              <a:defRPr sz="1575">
                <a:solidFill>
                  <a:schemeClr val="tx1">
                    <a:tint val="82000"/>
                  </a:schemeClr>
                </a:solidFill>
              </a:defRPr>
            </a:lvl2pPr>
            <a:lvl3pPr marL="719907" indent="0">
              <a:buNone/>
              <a:defRPr sz="1417">
                <a:solidFill>
                  <a:schemeClr val="tx1">
                    <a:tint val="82000"/>
                  </a:schemeClr>
                </a:solidFill>
              </a:defRPr>
            </a:lvl3pPr>
            <a:lvl4pPr marL="1079861" indent="0">
              <a:buNone/>
              <a:defRPr sz="1260">
                <a:solidFill>
                  <a:schemeClr val="tx1">
                    <a:tint val="82000"/>
                  </a:schemeClr>
                </a:solidFill>
              </a:defRPr>
            </a:lvl4pPr>
            <a:lvl5pPr marL="1439814" indent="0">
              <a:buNone/>
              <a:defRPr sz="1260">
                <a:solidFill>
                  <a:schemeClr val="tx1">
                    <a:tint val="82000"/>
                  </a:schemeClr>
                </a:solidFill>
              </a:defRPr>
            </a:lvl5pPr>
            <a:lvl6pPr marL="1799768" indent="0">
              <a:buNone/>
              <a:defRPr sz="1260">
                <a:solidFill>
                  <a:schemeClr val="tx1">
                    <a:tint val="82000"/>
                  </a:schemeClr>
                </a:solidFill>
              </a:defRPr>
            </a:lvl6pPr>
            <a:lvl7pPr marL="2159721" indent="0">
              <a:buNone/>
              <a:defRPr sz="1260">
                <a:solidFill>
                  <a:schemeClr val="tx1">
                    <a:tint val="82000"/>
                  </a:schemeClr>
                </a:solidFill>
              </a:defRPr>
            </a:lvl7pPr>
            <a:lvl8pPr marL="2519675" indent="0">
              <a:buNone/>
              <a:defRPr sz="1260">
                <a:solidFill>
                  <a:schemeClr val="tx1">
                    <a:tint val="82000"/>
                  </a:schemeClr>
                </a:solidFill>
              </a:defRPr>
            </a:lvl8pPr>
            <a:lvl9pPr marL="2879628" indent="0">
              <a:buNone/>
              <a:defRPr sz="126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652AC-BE21-43B2-8DC2-12A6951ED3A0}" type="datetimeFigureOut">
              <a:rPr lang="en-US" smtClean="0"/>
              <a:t>4/24/2025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F37C6-0229-4E57-8586-77F8BF5933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22874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4953" y="2874937"/>
            <a:ext cx="3059708" cy="685235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644652" y="2874937"/>
            <a:ext cx="3059708" cy="685235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652AC-BE21-43B2-8DC2-12A6951ED3A0}" type="datetimeFigureOut">
              <a:rPr lang="en-US" smtClean="0"/>
              <a:t>4/24/2025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F37C6-0229-4E57-8586-77F8BF5933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96868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91" y="574990"/>
            <a:ext cx="6209407" cy="208745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891" y="2647443"/>
            <a:ext cx="3045646" cy="1297471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59954" indent="0">
              <a:buNone/>
              <a:defRPr sz="1575" b="1"/>
            </a:lvl2pPr>
            <a:lvl3pPr marL="719907" indent="0">
              <a:buNone/>
              <a:defRPr sz="1417" b="1"/>
            </a:lvl3pPr>
            <a:lvl4pPr marL="1079861" indent="0">
              <a:buNone/>
              <a:defRPr sz="1260" b="1"/>
            </a:lvl4pPr>
            <a:lvl5pPr marL="1439814" indent="0">
              <a:buNone/>
              <a:defRPr sz="1260" b="1"/>
            </a:lvl5pPr>
            <a:lvl6pPr marL="1799768" indent="0">
              <a:buNone/>
              <a:defRPr sz="1260" b="1"/>
            </a:lvl6pPr>
            <a:lvl7pPr marL="2159721" indent="0">
              <a:buNone/>
              <a:defRPr sz="1260" b="1"/>
            </a:lvl7pPr>
            <a:lvl8pPr marL="2519675" indent="0">
              <a:buNone/>
              <a:defRPr sz="1260" b="1"/>
            </a:lvl8pPr>
            <a:lvl9pPr marL="2879628" indent="0">
              <a:buNone/>
              <a:defRPr sz="126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891" y="3944914"/>
            <a:ext cx="3045646" cy="5802373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644652" y="2647443"/>
            <a:ext cx="3060646" cy="1297471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59954" indent="0">
              <a:buNone/>
              <a:defRPr sz="1575" b="1"/>
            </a:lvl2pPr>
            <a:lvl3pPr marL="719907" indent="0">
              <a:buNone/>
              <a:defRPr sz="1417" b="1"/>
            </a:lvl3pPr>
            <a:lvl4pPr marL="1079861" indent="0">
              <a:buNone/>
              <a:defRPr sz="1260" b="1"/>
            </a:lvl4pPr>
            <a:lvl5pPr marL="1439814" indent="0">
              <a:buNone/>
              <a:defRPr sz="1260" b="1"/>
            </a:lvl5pPr>
            <a:lvl6pPr marL="1799768" indent="0">
              <a:buNone/>
              <a:defRPr sz="1260" b="1"/>
            </a:lvl6pPr>
            <a:lvl7pPr marL="2159721" indent="0">
              <a:buNone/>
              <a:defRPr sz="1260" b="1"/>
            </a:lvl7pPr>
            <a:lvl8pPr marL="2519675" indent="0">
              <a:buNone/>
              <a:defRPr sz="1260" b="1"/>
            </a:lvl8pPr>
            <a:lvl9pPr marL="2879628" indent="0">
              <a:buNone/>
              <a:defRPr sz="126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644652" y="3944914"/>
            <a:ext cx="3060646" cy="5802373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652AC-BE21-43B2-8DC2-12A6951ED3A0}" type="datetimeFigureOut">
              <a:rPr lang="en-US" smtClean="0"/>
              <a:t>4/24/2025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F37C6-0229-4E57-8586-77F8BF5933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04874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652AC-BE21-43B2-8DC2-12A6951ED3A0}" type="datetimeFigureOut">
              <a:rPr lang="en-US" smtClean="0"/>
              <a:t>4/24/2025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F37C6-0229-4E57-8586-77F8BF5933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75629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652AC-BE21-43B2-8DC2-12A6951ED3A0}" type="datetimeFigureOut">
              <a:rPr lang="en-US" smtClean="0"/>
              <a:t>4/24/2025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F37C6-0229-4E57-8586-77F8BF5933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91629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90" y="719984"/>
            <a:ext cx="2321966" cy="2519945"/>
          </a:xfrm>
        </p:spPr>
        <p:txBody>
          <a:bodyPr anchor="b"/>
          <a:lstStyle>
            <a:lvl1pPr>
              <a:defRPr sz="2519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60646" y="1554968"/>
            <a:ext cx="3644652" cy="7674832"/>
          </a:xfrm>
        </p:spPr>
        <p:txBody>
          <a:bodyPr/>
          <a:lstStyle>
            <a:lvl1pPr>
              <a:defRPr sz="2519"/>
            </a:lvl1pPr>
            <a:lvl2pPr>
              <a:defRPr sz="2204"/>
            </a:lvl2pPr>
            <a:lvl3pPr>
              <a:defRPr sz="1890"/>
            </a:lvl3pPr>
            <a:lvl4pPr>
              <a:defRPr sz="1575"/>
            </a:lvl4pPr>
            <a:lvl5pPr>
              <a:defRPr sz="1575"/>
            </a:lvl5pPr>
            <a:lvl6pPr>
              <a:defRPr sz="1575"/>
            </a:lvl6pPr>
            <a:lvl7pPr>
              <a:defRPr sz="1575"/>
            </a:lvl7pPr>
            <a:lvl8pPr>
              <a:defRPr sz="1575"/>
            </a:lvl8pPr>
            <a:lvl9pPr>
              <a:defRPr sz="1575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890" y="3239929"/>
            <a:ext cx="2321966" cy="6002369"/>
          </a:xfrm>
        </p:spPr>
        <p:txBody>
          <a:bodyPr/>
          <a:lstStyle>
            <a:lvl1pPr marL="0" indent="0">
              <a:buNone/>
              <a:defRPr sz="1260"/>
            </a:lvl1pPr>
            <a:lvl2pPr marL="359954" indent="0">
              <a:buNone/>
              <a:defRPr sz="1102"/>
            </a:lvl2pPr>
            <a:lvl3pPr marL="719907" indent="0">
              <a:buNone/>
              <a:defRPr sz="945"/>
            </a:lvl3pPr>
            <a:lvl4pPr marL="1079861" indent="0">
              <a:buNone/>
              <a:defRPr sz="787"/>
            </a:lvl4pPr>
            <a:lvl5pPr marL="1439814" indent="0">
              <a:buNone/>
              <a:defRPr sz="787"/>
            </a:lvl5pPr>
            <a:lvl6pPr marL="1799768" indent="0">
              <a:buNone/>
              <a:defRPr sz="787"/>
            </a:lvl6pPr>
            <a:lvl7pPr marL="2159721" indent="0">
              <a:buNone/>
              <a:defRPr sz="787"/>
            </a:lvl7pPr>
            <a:lvl8pPr marL="2519675" indent="0">
              <a:buNone/>
              <a:defRPr sz="787"/>
            </a:lvl8pPr>
            <a:lvl9pPr marL="2879628" indent="0">
              <a:buNone/>
              <a:defRPr sz="787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652AC-BE21-43B2-8DC2-12A6951ED3A0}" type="datetimeFigureOut">
              <a:rPr lang="en-US" smtClean="0"/>
              <a:t>4/24/2025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F37C6-0229-4E57-8586-77F8BF5933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84028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90" y="719984"/>
            <a:ext cx="2321966" cy="2519945"/>
          </a:xfrm>
        </p:spPr>
        <p:txBody>
          <a:bodyPr anchor="b"/>
          <a:lstStyle>
            <a:lvl1pPr>
              <a:defRPr sz="2519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060646" y="1554968"/>
            <a:ext cx="3644652" cy="7674832"/>
          </a:xfrm>
        </p:spPr>
        <p:txBody>
          <a:bodyPr anchor="t"/>
          <a:lstStyle>
            <a:lvl1pPr marL="0" indent="0">
              <a:buNone/>
              <a:defRPr sz="2519"/>
            </a:lvl1pPr>
            <a:lvl2pPr marL="359954" indent="0">
              <a:buNone/>
              <a:defRPr sz="2204"/>
            </a:lvl2pPr>
            <a:lvl3pPr marL="719907" indent="0">
              <a:buNone/>
              <a:defRPr sz="1890"/>
            </a:lvl3pPr>
            <a:lvl4pPr marL="1079861" indent="0">
              <a:buNone/>
              <a:defRPr sz="1575"/>
            </a:lvl4pPr>
            <a:lvl5pPr marL="1439814" indent="0">
              <a:buNone/>
              <a:defRPr sz="1575"/>
            </a:lvl5pPr>
            <a:lvl6pPr marL="1799768" indent="0">
              <a:buNone/>
              <a:defRPr sz="1575"/>
            </a:lvl6pPr>
            <a:lvl7pPr marL="2159721" indent="0">
              <a:buNone/>
              <a:defRPr sz="1575"/>
            </a:lvl7pPr>
            <a:lvl8pPr marL="2519675" indent="0">
              <a:buNone/>
              <a:defRPr sz="1575"/>
            </a:lvl8pPr>
            <a:lvl9pPr marL="2879628" indent="0">
              <a:buNone/>
              <a:defRPr sz="1575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890" y="3239929"/>
            <a:ext cx="2321966" cy="6002369"/>
          </a:xfrm>
        </p:spPr>
        <p:txBody>
          <a:bodyPr/>
          <a:lstStyle>
            <a:lvl1pPr marL="0" indent="0">
              <a:buNone/>
              <a:defRPr sz="1260"/>
            </a:lvl1pPr>
            <a:lvl2pPr marL="359954" indent="0">
              <a:buNone/>
              <a:defRPr sz="1102"/>
            </a:lvl2pPr>
            <a:lvl3pPr marL="719907" indent="0">
              <a:buNone/>
              <a:defRPr sz="945"/>
            </a:lvl3pPr>
            <a:lvl4pPr marL="1079861" indent="0">
              <a:buNone/>
              <a:defRPr sz="787"/>
            </a:lvl4pPr>
            <a:lvl5pPr marL="1439814" indent="0">
              <a:buNone/>
              <a:defRPr sz="787"/>
            </a:lvl5pPr>
            <a:lvl6pPr marL="1799768" indent="0">
              <a:buNone/>
              <a:defRPr sz="787"/>
            </a:lvl6pPr>
            <a:lvl7pPr marL="2159721" indent="0">
              <a:buNone/>
              <a:defRPr sz="787"/>
            </a:lvl7pPr>
            <a:lvl8pPr marL="2519675" indent="0">
              <a:buNone/>
              <a:defRPr sz="787"/>
            </a:lvl8pPr>
            <a:lvl9pPr marL="2879628" indent="0">
              <a:buNone/>
              <a:defRPr sz="787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652AC-BE21-43B2-8DC2-12A6951ED3A0}" type="datetimeFigureOut">
              <a:rPr lang="en-US" smtClean="0"/>
              <a:t>4/24/2025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F37C6-0229-4E57-8586-77F8BF5933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61081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652AC-BE21-43B2-8DC2-12A6951ED3A0}" type="datetimeFigureOut">
              <a:rPr lang="en-US" smtClean="0"/>
              <a:t>4/24/2025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F37C6-0229-4E57-8586-77F8BF5933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4102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152009" y="574987"/>
            <a:ext cx="1552352" cy="9152300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94953" y="574987"/>
            <a:ext cx="4567064" cy="9152300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652AC-BE21-43B2-8DC2-12A6951ED3A0}" type="datetimeFigureOut">
              <a:rPr lang="en-US" smtClean="0"/>
              <a:t>4/24/2025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F37C6-0229-4E57-8586-77F8BF5933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69658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94953" y="574990"/>
            <a:ext cx="6209407" cy="20874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4953" y="2874937"/>
            <a:ext cx="6209407" cy="68523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94953" y="10009783"/>
            <a:ext cx="1619845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4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7652AC-BE21-43B2-8DC2-12A6951ED3A0}" type="datetimeFigureOut">
              <a:rPr lang="en-US" smtClean="0"/>
              <a:t>4/24/2025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84773" y="10009783"/>
            <a:ext cx="2429768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4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084515" y="10009783"/>
            <a:ext cx="1619845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4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0F37C6-0229-4E57-8586-77F8BF5933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30756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719907" rtl="0" eaLnBrk="1" latinLnBrk="0" hangingPunct="1">
        <a:lnSpc>
          <a:spcPct val="90000"/>
        </a:lnSpc>
        <a:spcBef>
          <a:spcPct val="0"/>
        </a:spcBef>
        <a:buNone/>
        <a:defRPr sz="346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9977" indent="-179977" algn="l" defTabSz="71990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204" kern="1200">
          <a:solidFill>
            <a:schemeClr val="tx1"/>
          </a:solidFill>
          <a:latin typeface="+mn-lt"/>
          <a:ea typeface="+mn-ea"/>
          <a:cs typeface="+mn-cs"/>
        </a:defRPr>
      </a:lvl1pPr>
      <a:lvl2pPr marL="539930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2pPr>
      <a:lvl3pPr marL="899884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3pPr>
      <a:lvl4pPr marL="1259837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4pPr>
      <a:lvl5pPr marL="1619791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5pPr>
      <a:lvl6pPr marL="1979745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6pPr>
      <a:lvl7pPr marL="2339698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7pPr>
      <a:lvl8pPr marL="2699652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8pPr>
      <a:lvl9pPr marL="3059605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1pPr>
      <a:lvl2pPr marL="359954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2pPr>
      <a:lvl3pPr marL="719907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3pPr>
      <a:lvl4pPr marL="1079861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4pPr>
      <a:lvl5pPr marL="1439814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5pPr>
      <a:lvl6pPr marL="1799768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6pPr>
      <a:lvl7pPr marL="2159721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7pPr>
      <a:lvl8pPr marL="2519675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8pPr>
      <a:lvl9pPr marL="2879628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F1695E82-D3A1-16E6-E896-653BA6C8BEAF}"/>
              </a:ext>
            </a:extLst>
          </p:cNvPr>
          <p:cNvSpPr txBox="1"/>
          <p:nvPr/>
        </p:nvSpPr>
        <p:spPr>
          <a:xfrm>
            <a:off x="742222" y="6457361"/>
            <a:ext cx="1653713" cy="337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594" dirty="0"/>
              <a:t>日期：</a:t>
            </a:r>
            <a:r>
              <a:rPr lang="en-US" altLang="zh-TW" sz="1594" dirty="0"/>
              <a:t>04/24</a:t>
            </a:r>
            <a:endParaRPr lang="en-US" sz="1594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7F977951-9FDC-660B-87DC-2FC32D47972E}"/>
              </a:ext>
            </a:extLst>
          </p:cNvPr>
          <p:cNvSpPr txBox="1"/>
          <p:nvPr/>
        </p:nvSpPr>
        <p:spPr>
          <a:xfrm>
            <a:off x="742222" y="6829517"/>
            <a:ext cx="1653713" cy="337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594" dirty="0"/>
              <a:t>站別：</a:t>
            </a:r>
            <a:r>
              <a:rPr lang="en-US" altLang="zh-TW" sz="1594" dirty="0"/>
              <a:t>8709</a:t>
            </a:r>
            <a:endParaRPr lang="en-US" sz="1594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5808A989-4C2F-7340-434C-E7AB10F3C3D7}"/>
              </a:ext>
            </a:extLst>
          </p:cNvPr>
          <p:cNvSpPr txBox="1"/>
          <p:nvPr/>
        </p:nvSpPr>
        <p:spPr>
          <a:xfrm>
            <a:off x="2395932" y="6435776"/>
            <a:ext cx="1664581" cy="337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594" dirty="0"/>
              <a:t>機台：</a:t>
            </a:r>
            <a:r>
              <a:rPr lang="en-US" altLang="zh-TW" sz="1594" dirty="0"/>
              <a:t>F36</a:t>
            </a:r>
            <a:endParaRPr lang="en-US" sz="1594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CD3234AD-6822-E76F-EDD8-0AD188EA9C2A}"/>
              </a:ext>
            </a:extLst>
          </p:cNvPr>
          <p:cNvSpPr txBox="1"/>
          <p:nvPr/>
        </p:nvSpPr>
        <p:spPr>
          <a:xfrm>
            <a:off x="2395931" y="6818264"/>
            <a:ext cx="1664581" cy="337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594" dirty="0"/>
              <a:t>批號：</a:t>
            </a:r>
            <a:r>
              <a:rPr lang="en-US" altLang="zh-TW" sz="1594" dirty="0"/>
              <a:t>25133450</a:t>
            </a:r>
            <a:endParaRPr lang="en-US" sz="1594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1DD29983-7BAD-1195-5188-1B76CDCFE968}"/>
              </a:ext>
            </a:extLst>
          </p:cNvPr>
          <p:cNvSpPr txBox="1"/>
          <p:nvPr/>
        </p:nvSpPr>
        <p:spPr>
          <a:xfrm>
            <a:off x="4060513" y="6435776"/>
            <a:ext cx="2576576" cy="337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594" dirty="0"/>
              <a:t>處理人員：毅</a:t>
            </a:r>
            <a:endParaRPr lang="en-US" sz="1594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5258E875-C44A-2257-479B-28ABD4B4CA30}"/>
              </a:ext>
            </a:extLst>
          </p:cNvPr>
          <p:cNvSpPr txBox="1"/>
          <p:nvPr/>
        </p:nvSpPr>
        <p:spPr>
          <a:xfrm>
            <a:off x="4060513" y="6830428"/>
            <a:ext cx="2576576" cy="337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594" dirty="0"/>
              <a:t>破片刻號：</a:t>
            </a:r>
            <a:r>
              <a:rPr lang="en-US" altLang="zh-TW" sz="1594" dirty="0"/>
              <a:t>#16</a:t>
            </a:r>
            <a:endParaRPr lang="en-US" sz="1594" dirty="0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5D34C38F-7B88-C410-0D6C-6B4BD2FF3C12}"/>
              </a:ext>
            </a:extLst>
          </p:cNvPr>
          <p:cNvSpPr txBox="1"/>
          <p:nvPr/>
        </p:nvSpPr>
        <p:spPr>
          <a:xfrm>
            <a:off x="4060513" y="7203498"/>
            <a:ext cx="2576576" cy="337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594" dirty="0"/>
              <a:t>下一片刻號：</a:t>
            </a:r>
            <a:r>
              <a:rPr lang="en-US" altLang="zh-TW" sz="1594" dirty="0"/>
              <a:t>#17</a:t>
            </a:r>
            <a:endParaRPr lang="en-US" sz="1594" dirty="0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BE57A30C-16E2-DD91-93C3-42B35E425038}"/>
              </a:ext>
            </a:extLst>
          </p:cNvPr>
          <p:cNvSpPr txBox="1"/>
          <p:nvPr/>
        </p:nvSpPr>
        <p:spPr>
          <a:xfrm>
            <a:off x="742221" y="7982213"/>
            <a:ext cx="2609941" cy="337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594" dirty="0"/>
              <a:t>位置：</a:t>
            </a:r>
            <a:r>
              <a:rPr lang="en-US" altLang="zh-TW" sz="1594" dirty="0"/>
              <a:t>C2</a:t>
            </a:r>
            <a:endParaRPr lang="en-US" sz="1594" dirty="0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0C21AC6E-A456-17E8-9F12-E67AA4A65099}"/>
              </a:ext>
            </a:extLst>
          </p:cNvPr>
          <p:cNvSpPr txBox="1"/>
          <p:nvPr/>
        </p:nvSpPr>
        <p:spPr>
          <a:xfrm>
            <a:off x="742221" y="8343121"/>
            <a:ext cx="2609941" cy="337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594" dirty="0"/>
              <a:t>前站</a:t>
            </a:r>
            <a:r>
              <a:rPr lang="en-US" altLang="zh-TW" sz="1594" dirty="0"/>
              <a:t>ASM</a:t>
            </a:r>
            <a:r>
              <a:rPr lang="zh-TW" altLang="en-US" sz="1594" dirty="0"/>
              <a:t>機台：</a:t>
            </a:r>
            <a:r>
              <a:rPr lang="en-US" altLang="zh-TW" sz="1594" dirty="0"/>
              <a:t>ASM-3</a:t>
            </a:r>
            <a:endParaRPr lang="en-US" sz="1594" dirty="0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1AA3791E-737E-56EC-1AF0-74009FCB5F55}"/>
              </a:ext>
            </a:extLst>
          </p:cNvPr>
          <p:cNvSpPr txBox="1"/>
          <p:nvPr/>
        </p:nvSpPr>
        <p:spPr>
          <a:xfrm>
            <a:off x="742221" y="8715277"/>
            <a:ext cx="2609941" cy="337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594" dirty="0"/>
              <a:t>前站</a:t>
            </a:r>
            <a:r>
              <a:rPr lang="en-US" altLang="zh-TW" sz="1594" dirty="0"/>
              <a:t>IMP</a:t>
            </a:r>
            <a:r>
              <a:rPr lang="zh-TW" altLang="en-US" sz="1594" dirty="0"/>
              <a:t>機台：</a:t>
            </a:r>
            <a:r>
              <a:rPr lang="en-US" altLang="zh-TW" sz="1594" dirty="0"/>
              <a:t>GSD-5</a:t>
            </a:r>
            <a:endParaRPr lang="en-US" sz="1594" dirty="0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6EE22127-D917-C098-A447-3DC59E831044}"/>
              </a:ext>
            </a:extLst>
          </p:cNvPr>
          <p:cNvSpPr txBox="1"/>
          <p:nvPr/>
        </p:nvSpPr>
        <p:spPr>
          <a:xfrm>
            <a:off x="3352164" y="7982213"/>
            <a:ext cx="3284929" cy="337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594" dirty="0"/>
              <a:t>前站機台編號：</a:t>
            </a:r>
            <a:r>
              <a:rPr lang="en-US" altLang="zh-TW" sz="1594" dirty="0"/>
              <a:t>BPSG-5</a:t>
            </a:r>
            <a:endParaRPr lang="en-US" sz="1594" dirty="0"/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D407D025-F228-5BE6-984D-8922D9252075}"/>
              </a:ext>
            </a:extLst>
          </p:cNvPr>
          <p:cNvSpPr txBox="1"/>
          <p:nvPr/>
        </p:nvSpPr>
        <p:spPr>
          <a:xfrm>
            <a:off x="3352159" y="8343121"/>
            <a:ext cx="3284930" cy="337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594" dirty="0"/>
              <a:t>前站</a:t>
            </a:r>
            <a:r>
              <a:rPr lang="en-US" altLang="zh-TW" sz="1594" dirty="0"/>
              <a:t>ASM</a:t>
            </a:r>
            <a:r>
              <a:rPr lang="zh-TW" altLang="en-US" sz="1594" dirty="0"/>
              <a:t>機台站別：</a:t>
            </a:r>
            <a:r>
              <a:rPr lang="en-US" altLang="zh-TW" sz="1594" dirty="0"/>
              <a:t>7718</a:t>
            </a:r>
            <a:endParaRPr lang="en-US" sz="1594" dirty="0"/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49DF1CE7-4280-B89C-EC3C-2310B2DB5C1D}"/>
              </a:ext>
            </a:extLst>
          </p:cNvPr>
          <p:cNvSpPr txBox="1"/>
          <p:nvPr/>
        </p:nvSpPr>
        <p:spPr>
          <a:xfrm>
            <a:off x="3352159" y="8670278"/>
            <a:ext cx="3284930" cy="337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594" dirty="0"/>
              <a:t>前站 </a:t>
            </a:r>
            <a:r>
              <a:rPr lang="en-US" altLang="zh-TW" sz="1594" dirty="0"/>
              <a:t>IMP</a:t>
            </a:r>
            <a:r>
              <a:rPr lang="zh-TW" altLang="en-US" sz="1594" dirty="0"/>
              <a:t> 機台站別：</a:t>
            </a:r>
            <a:r>
              <a:rPr lang="en-US" altLang="zh-TW" sz="1594" dirty="0"/>
              <a:t>7742</a:t>
            </a:r>
            <a:endParaRPr lang="en-US" sz="1594" dirty="0"/>
          </a:p>
        </p:txBody>
      </p:sp>
      <p:pic>
        <p:nvPicPr>
          <p:cNvPr id="18" name="圖片 17">
            <a:extLst>
              <a:ext uri="{FF2B5EF4-FFF2-40B4-BE49-F238E27FC236}">
                <a16:creationId xmlns:a16="http://schemas.microsoft.com/office/drawing/2014/main" id="{5A35A489-AAE3-946C-BEAC-A0F5FF055F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514" y="1227464"/>
            <a:ext cx="6124575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93225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圖片 86">
            <a:extLst>
              <a:ext uri="{FF2B5EF4-FFF2-40B4-BE49-F238E27FC236}">
                <a16:creationId xmlns:a16="http://schemas.microsoft.com/office/drawing/2014/main" id="{D38B5A44-2A45-F877-7D1C-6F2ED36D0DE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</a:blip>
          <a:stretch>
            <a:fillRect/>
          </a:stretch>
        </p:blipFill>
        <p:spPr>
          <a:xfrm>
            <a:off x="546338" y="1227464"/>
            <a:ext cx="6120914" cy="5145470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F1695E82-D3A1-16E6-E896-653BA6C8BEAF}"/>
              </a:ext>
            </a:extLst>
          </p:cNvPr>
          <p:cNvSpPr txBox="1"/>
          <p:nvPr/>
        </p:nvSpPr>
        <p:spPr>
          <a:xfrm>
            <a:off x="742222" y="6457361"/>
            <a:ext cx="1653713" cy="337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594" dirty="0"/>
              <a:t>日期：</a:t>
            </a:r>
            <a:endParaRPr lang="en-US" sz="1594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7F977951-9FDC-660B-87DC-2FC32D47972E}"/>
              </a:ext>
            </a:extLst>
          </p:cNvPr>
          <p:cNvSpPr txBox="1"/>
          <p:nvPr/>
        </p:nvSpPr>
        <p:spPr>
          <a:xfrm>
            <a:off x="742222" y="6829517"/>
            <a:ext cx="1653713" cy="337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594" dirty="0"/>
              <a:t>站別：</a:t>
            </a:r>
            <a:endParaRPr lang="en-US" sz="1594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5808A989-4C2F-7340-434C-E7AB10F3C3D7}"/>
              </a:ext>
            </a:extLst>
          </p:cNvPr>
          <p:cNvSpPr txBox="1"/>
          <p:nvPr/>
        </p:nvSpPr>
        <p:spPr>
          <a:xfrm>
            <a:off x="2395932" y="6435776"/>
            <a:ext cx="1664581" cy="337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594" dirty="0"/>
              <a:t>機台：</a:t>
            </a:r>
            <a:endParaRPr lang="en-US" sz="1594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CD3234AD-6822-E76F-EDD8-0AD188EA9C2A}"/>
              </a:ext>
            </a:extLst>
          </p:cNvPr>
          <p:cNvSpPr txBox="1"/>
          <p:nvPr/>
        </p:nvSpPr>
        <p:spPr>
          <a:xfrm>
            <a:off x="2395931" y="6818264"/>
            <a:ext cx="1664581" cy="337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594" dirty="0"/>
              <a:t>批號：</a:t>
            </a:r>
            <a:r>
              <a:rPr lang="en-US" sz="1594" dirty="0">
                <a:solidFill>
                  <a:srgbClr val="000000"/>
                </a:solidFill>
                <a:latin typeface="Calibri" panose="020F0502020204030204" pitchFamily="34" charset="0"/>
              </a:rPr>
              <a:t> </a:t>
            </a:r>
            <a:endParaRPr lang="en-US" sz="1594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1DD29983-7BAD-1195-5188-1B76CDCFE968}"/>
              </a:ext>
            </a:extLst>
          </p:cNvPr>
          <p:cNvSpPr txBox="1"/>
          <p:nvPr/>
        </p:nvSpPr>
        <p:spPr>
          <a:xfrm>
            <a:off x="4060513" y="6435776"/>
            <a:ext cx="2576576" cy="337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594" dirty="0"/>
              <a:t>處理人員：</a:t>
            </a:r>
            <a:endParaRPr lang="en-US" sz="1594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5258E875-C44A-2257-479B-28ABD4B4CA30}"/>
              </a:ext>
            </a:extLst>
          </p:cNvPr>
          <p:cNvSpPr txBox="1"/>
          <p:nvPr/>
        </p:nvSpPr>
        <p:spPr>
          <a:xfrm>
            <a:off x="4060513" y="6830428"/>
            <a:ext cx="2576576" cy="337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594" dirty="0"/>
              <a:t>破片刻號：</a:t>
            </a:r>
            <a:endParaRPr lang="en-US" sz="1594" dirty="0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5D34C38F-7B88-C410-0D6C-6B4BD2FF3C12}"/>
              </a:ext>
            </a:extLst>
          </p:cNvPr>
          <p:cNvSpPr txBox="1"/>
          <p:nvPr/>
        </p:nvSpPr>
        <p:spPr>
          <a:xfrm>
            <a:off x="4060513" y="7203498"/>
            <a:ext cx="2576576" cy="337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594" dirty="0"/>
              <a:t>下一片刻號：</a:t>
            </a:r>
            <a:endParaRPr lang="en-US" sz="1594" dirty="0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BE57A30C-16E2-DD91-93C3-42B35E425038}"/>
              </a:ext>
            </a:extLst>
          </p:cNvPr>
          <p:cNvSpPr txBox="1"/>
          <p:nvPr/>
        </p:nvSpPr>
        <p:spPr>
          <a:xfrm>
            <a:off x="742221" y="7982213"/>
            <a:ext cx="2609941" cy="337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594" dirty="0"/>
              <a:t>位置：</a:t>
            </a:r>
            <a:endParaRPr lang="en-US" sz="1594" dirty="0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0C21AC6E-A456-17E8-9F12-E67AA4A65099}"/>
              </a:ext>
            </a:extLst>
          </p:cNvPr>
          <p:cNvSpPr txBox="1"/>
          <p:nvPr/>
        </p:nvSpPr>
        <p:spPr>
          <a:xfrm>
            <a:off x="742221" y="8343121"/>
            <a:ext cx="2609941" cy="337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594" dirty="0"/>
              <a:t>前站</a:t>
            </a:r>
            <a:r>
              <a:rPr lang="en-US" altLang="zh-TW" sz="1594" dirty="0"/>
              <a:t>ASM</a:t>
            </a:r>
            <a:r>
              <a:rPr lang="zh-TW" altLang="en-US" sz="1594" dirty="0"/>
              <a:t>機台：</a:t>
            </a:r>
            <a:endParaRPr lang="en-US" sz="1594" dirty="0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1AA3791E-737E-56EC-1AF0-74009FCB5F55}"/>
              </a:ext>
            </a:extLst>
          </p:cNvPr>
          <p:cNvSpPr txBox="1"/>
          <p:nvPr/>
        </p:nvSpPr>
        <p:spPr>
          <a:xfrm>
            <a:off x="742221" y="8715277"/>
            <a:ext cx="2609941" cy="337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594" dirty="0"/>
              <a:t>前站</a:t>
            </a:r>
            <a:r>
              <a:rPr lang="en-US" altLang="zh-TW" sz="1594" dirty="0"/>
              <a:t>IMP</a:t>
            </a:r>
            <a:r>
              <a:rPr lang="zh-TW" altLang="en-US" sz="1594" dirty="0"/>
              <a:t>機台：</a:t>
            </a:r>
            <a:endParaRPr lang="en-US" sz="1594" dirty="0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6EE22127-D917-C098-A447-3DC59E831044}"/>
              </a:ext>
            </a:extLst>
          </p:cNvPr>
          <p:cNvSpPr txBox="1"/>
          <p:nvPr/>
        </p:nvSpPr>
        <p:spPr>
          <a:xfrm>
            <a:off x="3352164" y="7982213"/>
            <a:ext cx="3284929" cy="337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594" dirty="0"/>
              <a:t>前站機台編號：</a:t>
            </a:r>
            <a:endParaRPr lang="en-US" sz="1594" dirty="0"/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D407D025-F228-5BE6-984D-8922D9252075}"/>
              </a:ext>
            </a:extLst>
          </p:cNvPr>
          <p:cNvSpPr txBox="1"/>
          <p:nvPr/>
        </p:nvSpPr>
        <p:spPr>
          <a:xfrm>
            <a:off x="3352159" y="8343121"/>
            <a:ext cx="3284930" cy="337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594" dirty="0"/>
              <a:t>前站</a:t>
            </a:r>
            <a:r>
              <a:rPr lang="en-US" altLang="zh-TW" sz="1594" dirty="0"/>
              <a:t>ASM</a:t>
            </a:r>
            <a:r>
              <a:rPr lang="zh-TW" altLang="en-US" sz="1594" dirty="0"/>
              <a:t>機台站別：</a:t>
            </a:r>
            <a:endParaRPr lang="en-US" sz="1594" dirty="0"/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49DF1CE7-4280-B89C-EC3C-2310B2DB5C1D}"/>
              </a:ext>
            </a:extLst>
          </p:cNvPr>
          <p:cNvSpPr txBox="1"/>
          <p:nvPr/>
        </p:nvSpPr>
        <p:spPr>
          <a:xfrm>
            <a:off x="3352159" y="8670278"/>
            <a:ext cx="3284930" cy="337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594" dirty="0"/>
              <a:t>前站 </a:t>
            </a:r>
            <a:r>
              <a:rPr lang="en-US" altLang="zh-TW" sz="1594" dirty="0"/>
              <a:t>IMP</a:t>
            </a:r>
            <a:r>
              <a:rPr lang="zh-TW" altLang="en-US" sz="1594" dirty="0"/>
              <a:t> 機台站別：</a:t>
            </a:r>
            <a:endParaRPr lang="en-US" sz="1594" dirty="0"/>
          </a:p>
        </p:txBody>
      </p:sp>
    </p:spTree>
    <p:extLst>
      <p:ext uri="{BB962C8B-B14F-4D97-AF65-F5344CB8AC3E}">
        <p14:creationId xmlns:p14="http://schemas.microsoft.com/office/powerpoint/2010/main" val="41651033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佈景主題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92</TotalTime>
  <Words>121</Words>
  <Application>Microsoft Office PowerPoint</Application>
  <PresentationFormat>自訂</PresentationFormat>
  <Paragraphs>26</Paragraphs>
  <Slides>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Calibri</vt:lpstr>
      <vt:lpstr>Office 佈景主題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S220 JYLin</dc:creator>
  <cp:lastModifiedBy>S220 JYLin</cp:lastModifiedBy>
  <cp:revision>10</cp:revision>
  <dcterms:created xsi:type="dcterms:W3CDTF">2025-04-11T07:57:29Z</dcterms:created>
  <dcterms:modified xsi:type="dcterms:W3CDTF">2025-04-24T12:46:11Z</dcterms:modified>
</cp:coreProperties>
</file>