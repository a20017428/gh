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72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F6FEFB-552B-F4FD-6457-20FF5D106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EFAB6E-9796-FCD3-0A6F-16E8804309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2F8AF7-DDD1-D0BD-B200-B0C5A1525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405BF3-ED7C-DEA6-8341-E9074D357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6CF31F-3C3E-6968-7A01-D715B82E6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137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0577F-7DF9-F23B-618C-A2A4DAADE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26DB62-B6A0-D83D-38FB-E74822A7A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4EE387-E384-8E8D-20C4-FBD886DD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9B9E00-C899-8989-9879-A06D9468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C8CBC-311B-6338-6168-A2DC7D6CE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639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98970-5AAC-5B67-B460-8CF6C97AA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F7DF1B-02F7-5009-2665-074B53133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234C61E-BFAF-70AC-6F10-AC05F2C3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28B8F25-85DB-889D-93B4-149CFB0B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3E59E58-F666-61E2-AE53-46A4A140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77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4033D4-E013-BD60-3B32-7B58D3EB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91FE4D-3DA8-5A90-6A49-F941C5C47B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59F230-7C83-8D43-D200-799B639E3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D298E79-CA49-6DE5-7E01-D8440A40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3DA0614-EEFE-3EFC-73BB-EFCE8A48C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20568C-45D5-F23D-157E-2CD14E18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472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CAB6C-52C4-6239-E226-E58D45D03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320E126-DFC1-9539-7D49-40B6604059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1D9456-8648-526C-482C-3A8332F3B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C140D66-7112-F2A3-498C-382B309F9B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EB0BD24-1E62-52C0-6044-6B3FA4E6E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10D43F3-3DD3-3863-244C-265AF4C5C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858857B-1EDC-74F5-3D73-B138DE32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162A0F2-AFA4-3B30-40E3-7DA8619D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405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F8240E-9963-58B3-87A5-653FF3685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091A6B-D755-75C1-DBB8-04A2FBAB9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C854C0B-82A1-73D0-0FB5-EBBA9C45D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AD78AC8-DC59-C05C-B272-BA643F16F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55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E1E2712-19DA-7467-502D-254E80BD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C2E71A4-4614-36BA-131D-A948AAEB6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7A459-F40A-44B0-55A2-ACD014A80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708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F1D121-3ED3-E0EE-43DF-EFC8232D0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0A23EB-EFA8-D4CA-7F50-C64E6D461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2C616DB-DB63-99FF-E225-849DA67FC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8DCCEC-CBB8-BE4F-4AFF-FCA19170B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8EEBA69-18DD-FF1A-D7CC-E55F214D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07EF535-D8B3-4500-5666-FC4DDCE0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33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2A21E8-3B50-3CCD-6602-63D60FC5F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A3A40B-6E27-E1D7-5ED2-DB58926A2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0D34B3-D8EE-15DB-2B91-FBCD06006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3F5A94-C57E-DF46-2DD7-314B5BA7C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2FAB725-AB0A-8945-9EF6-BF3E5AED4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E718E55-F209-06FE-D26D-3FF19E9C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83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B8B34D-6945-EEE3-5EEB-E902699A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CB1371A-5B5C-6C57-A9D7-6C77B2C45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6B081C-3D43-2C85-AC35-1338E433F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2F6434-895D-B618-6A19-30D308AC2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5D7DAC-1ADE-4AB6-291E-A053261B5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47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A399ABE-7AC6-0B4F-5883-139548ADD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28F1388-471A-8332-3789-F9BD7F70F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F13A4E-C56B-8475-4CDC-E70C87BCA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6D74B4-CFF4-63E4-8FC1-BE135A571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DCCE506-A1FF-3D72-D63E-A3F6789BE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7353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273A172-289A-D1FA-7075-D19D22F4C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331F07-7EB6-A5AC-BC8E-25D7B991B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895B3D-CCB9-6F7A-794F-87D646150C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CE4E3-8A4D-4C58-96A5-9787F8659AB4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A0075E-0DE7-D0AA-28F8-9D225EA365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B99105-4F36-D525-8B09-16069A6874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D6F3E3-8DDD-40CF-A709-DBC451EDA1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48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32">
            <a:extLst>
              <a:ext uri="{FF2B5EF4-FFF2-40B4-BE49-F238E27FC236}">
                <a16:creationId xmlns:a16="http://schemas.microsoft.com/office/drawing/2014/main" id="{33D5BD72-E7E0-6C71-FA74-3F5C1D5D2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18776" y="3074554"/>
            <a:ext cx="6154448" cy="708891"/>
          </a:xfr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 anchorCtr="1">
            <a:noAutofit/>
          </a:bodyPr>
          <a:lstStyle/>
          <a:p>
            <a:pPr eaLnBrk="1" hangingPunct="1"/>
            <a:r>
              <a:rPr lang="en-US" altLang="zh-TW" sz="4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TEOS</a:t>
            </a:r>
            <a:r>
              <a:rPr lang="zh-TW" altLang="en-US" sz="40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4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SB50</a:t>
            </a:r>
            <a:endParaRPr lang="en-US" altLang="zh-TW" sz="20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1335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1D12E-D23F-5D50-0640-285CDA7CF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7afcce0ddcefdaab284">
            <a:extLst>
              <a:ext uri="{FF2B5EF4-FFF2-40B4-BE49-F238E27FC236}">
                <a16:creationId xmlns:a16="http://schemas.microsoft.com/office/drawing/2014/main" id="{5DE3D8EC-78BA-2B7F-B012-E7F1DBE826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07" t="41850" b="18644"/>
          <a:stretch/>
        </p:blipFill>
        <p:spPr bwMode="auto">
          <a:xfrm>
            <a:off x="0" y="1466895"/>
            <a:ext cx="12192000" cy="3924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C8EE85B6-3F5C-EE26-242C-5B081FC1B591}"/>
              </a:ext>
            </a:extLst>
          </p:cNvPr>
          <p:cNvSpPr txBox="1"/>
          <p:nvPr/>
        </p:nvSpPr>
        <p:spPr>
          <a:xfrm>
            <a:off x="2486286" y="6116373"/>
            <a:ext cx="3775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tank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超過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3.8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公升，自動關閉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AV1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tank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低於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公升，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響起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7D4EFC7-E115-1F0D-B15B-0459363324D3}"/>
              </a:ext>
            </a:extLst>
          </p:cNvPr>
          <p:cNvSpPr txBox="1"/>
          <p:nvPr/>
        </p:nvSpPr>
        <p:spPr>
          <a:xfrm>
            <a:off x="-39351" y="5828712"/>
            <a:ext cx="18261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電流過載保護系統</a:t>
            </a:r>
            <a:endParaRPr lang="en-US" altLang="zh-TW" sz="1600" dirty="0">
              <a:solidFill>
                <a:schemeClr val="tx1">
                  <a:lumMod val="75000"/>
                  <a:lumOff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Chamber: 5A</a:t>
            </a:r>
            <a:b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Tank: 7.5A</a:t>
            </a:r>
            <a:b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controller: 3A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A71368BB-0754-430A-E029-CED91E5A47B5}"/>
              </a:ext>
            </a:extLst>
          </p:cNvPr>
          <p:cNvSpPr txBox="1"/>
          <p:nvPr/>
        </p:nvSpPr>
        <p:spPr>
          <a:xfrm>
            <a:off x="7530213" y="5422675"/>
            <a:ext cx="457875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MFC OPEN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設定值超過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200%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讓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 valve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全開，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remote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時也能做動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AV2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關閉時，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自動關閉、並無法開啟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 LOCK: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防止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valve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等 按鍵誤觸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31" name="直線單箭頭接點 30">
            <a:extLst>
              <a:ext uri="{FF2B5EF4-FFF2-40B4-BE49-F238E27FC236}">
                <a16:creationId xmlns:a16="http://schemas.microsoft.com/office/drawing/2014/main" id="{1FE92F28-0D48-1599-B657-3F13C0B1CB9C}"/>
              </a:ext>
            </a:extLst>
          </p:cNvPr>
          <p:cNvCxnSpPr>
            <a:cxnSpLocks/>
          </p:cNvCxnSpPr>
          <p:nvPr/>
        </p:nvCxnSpPr>
        <p:spPr>
          <a:xfrm flipV="1">
            <a:off x="11068363" y="4349268"/>
            <a:ext cx="0" cy="1137132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6540C28A-EBDF-354C-9B80-3E17A73E3CEF}"/>
              </a:ext>
            </a:extLst>
          </p:cNvPr>
          <p:cNvSpPr txBox="1"/>
          <p:nvPr/>
        </p:nvSpPr>
        <p:spPr>
          <a:xfrm>
            <a:off x="5096785" y="383743"/>
            <a:ext cx="5856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AZ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長按進行歸零校正，完成後鬆開按鍵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進行前須確認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之前的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valve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都關閉、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 OPEN ON</a:t>
            </a:r>
          </a:p>
        </p:txBody>
      </p:sp>
      <p:cxnSp>
        <p:nvCxnSpPr>
          <p:cNvPr id="65" name="直線單箭頭接點 64">
            <a:extLst>
              <a:ext uri="{FF2B5EF4-FFF2-40B4-BE49-F238E27FC236}">
                <a16:creationId xmlns:a16="http://schemas.microsoft.com/office/drawing/2014/main" id="{5EB60593-7AB9-64D0-785B-45B862E13810}"/>
              </a:ext>
            </a:extLst>
          </p:cNvPr>
          <p:cNvCxnSpPr>
            <a:cxnSpLocks/>
          </p:cNvCxnSpPr>
          <p:nvPr/>
        </p:nvCxnSpPr>
        <p:spPr>
          <a:xfrm>
            <a:off x="8025055" y="1206500"/>
            <a:ext cx="0" cy="1755287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38F4F62B-25FD-901D-0826-6BCDC33BC2A1}"/>
              </a:ext>
            </a:extLst>
          </p:cNvPr>
          <p:cNvSpPr txBox="1"/>
          <p:nvPr/>
        </p:nvSpPr>
        <p:spPr>
          <a:xfrm>
            <a:off x="3190668" y="1667406"/>
            <a:ext cx="2127503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液體重量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參數顯示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C10E2D24-10E2-9369-4E31-69BC85DA8223}"/>
              </a:ext>
            </a:extLst>
          </p:cNvPr>
          <p:cNvSpPr txBox="1"/>
          <p:nvPr/>
        </p:nvSpPr>
        <p:spPr>
          <a:xfrm>
            <a:off x="10644388" y="1313244"/>
            <a:ext cx="1352880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Flow panel</a:t>
            </a: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918D0732-F636-0718-3CC6-6142ACCE2514}"/>
              </a:ext>
            </a:extLst>
          </p:cNvPr>
          <p:cNvSpPr txBox="1"/>
          <p:nvPr/>
        </p:nvSpPr>
        <p:spPr>
          <a:xfrm>
            <a:off x="4798842" y="3998843"/>
            <a:ext cx="2117210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流量設定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(N2)</a:t>
            </a:r>
          </a:p>
        </p:txBody>
      </p:sp>
      <p:sp>
        <p:nvSpPr>
          <p:cNvPr id="78" name="文字方塊 77">
            <a:extLst>
              <a:ext uri="{FF2B5EF4-FFF2-40B4-BE49-F238E27FC236}">
                <a16:creationId xmlns:a16="http://schemas.microsoft.com/office/drawing/2014/main" id="{A885F6FA-5628-46EB-1F89-08D4F099C483}"/>
              </a:ext>
            </a:extLst>
          </p:cNvPr>
          <p:cNvSpPr txBox="1"/>
          <p:nvPr/>
        </p:nvSpPr>
        <p:spPr>
          <a:xfrm>
            <a:off x="37372" y="3533236"/>
            <a:ext cx="1487524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Tank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溫控器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F8E0DACD-4C16-C6B1-0A05-CC7CA9726D65}"/>
              </a:ext>
            </a:extLst>
          </p:cNvPr>
          <p:cNvSpPr txBox="1"/>
          <p:nvPr/>
        </p:nvSpPr>
        <p:spPr>
          <a:xfrm>
            <a:off x="1629485" y="3515210"/>
            <a:ext cx="1941005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Chamber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溫控器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6D8C464B-A572-D3D7-6561-66BD98E25DF8}"/>
              </a:ext>
            </a:extLst>
          </p:cNvPr>
          <p:cNvSpPr txBox="1"/>
          <p:nvPr/>
        </p:nvSpPr>
        <p:spPr>
          <a:xfrm>
            <a:off x="5318171" y="2480900"/>
            <a:ext cx="1151224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流量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6" name="直線單箭頭接點 85">
            <a:extLst>
              <a:ext uri="{FF2B5EF4-FFF2-40B4-BE49-F238E27FC236}">
                <a16:creationId xmlns:a16="http://schemas.microsoft.com/office/drawing/2014/main" id="{7C1B7D4E-A10A-670E-85DD-7DF82A9DE812}"/>
              </a:ext>
            </a:extLst>
          </p:cNvPr>
          <p:cNvCxnSpPr>
            <a:cxnSpLocks/>
          </p:cNvCxnSpPr>
          <p:nvPr/>
        </p:nvCxnSpPr>
        <p:spPr>
          <a:xfrm flipV="1">
            <a:off x="10496863" y="3585611"/>
            <a:ext cx="0" cy="180549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>
            <a:extLst>
              <a:ext uri="{FF2B5EF4-FFF2-40B4-BE49-F238E27FC236}">
                <a16:creationId xmlns:a16="http://schemas.microsoft.com/office/drawing/2014/main" id="{698F952B-2A74-3183-6379-E0A894BD02BE}"/>
              </a:ext>
            </a:extLst>
          </p:cNvPr>
          <p:cNvCxnSpPr>
            <a:cxnSpLocks/>
          </p:cNvCxnSpPr>
          <p:nvPr/>
        </p:nvCxnSpPr>
        <p:spPr>
          <a:xfrm flipH="1">
            <a:off x="4374110" y="5391104"/>
            <a:ext cx="6166890" cy="0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524F5D65-DB6E-F5C2-B243-EE4783F9921F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4374111" y="5363014"/>
            <a:ext cx="0" cy="753359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文字方塊 97">
            <a:extLst>
              <a:ext uri="{FF2B5EF4-FFF2-40B4-BE49-F238E27FC236}">
                <a16:creationId xmlns:a16="http://schemas.microsoft.com/office/drawing/2014/main" id="{ED2D4900-4DE2-1667-DAD4-5091F96EE482}"/>
              </a:ext>
            </a:extLst>
          </p:cNvPr>
          <p:cNvSpPr txBox="1"/>
          <p:nvPr/>
        </p:nvSpPr>
        <p:spPr>
          <a:xfrm>
            <a:off x="37372" y="781095"/>
            <a:ext cx="3194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Alarm set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正負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度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Tank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必須比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Chamber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低於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度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2027F81-F1D7-69C9-820C-31534EB8DAAA}"/>
              </a:ext>
            </a:extLst>
          </p:cNvPr>
          <p:cNvSpPr txBox="1"/>
          <p:nvPr/>
        </p:nvSpPr>
        <p:spPr>
          <a:xfrm>
            <a:off x="6969424" y="3631316"/>
            <a:ext cx="1374917" cy="369332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長按切手動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BFC1650D-593D-A70E-D606-16E6E3687FD0}"/>
              </a:ext>
            </a:extLst>
          </p:cNvPr>
          <p:cNvCxnSpPr>
            <a:cxnSpLocks/>
          </p:cNvCxnSpPr>
          <p:nvPr/>
        </p:nvCxnSpPr>
        <p:spPr>
          <a:xfrm>
            <a:off x="7250546" y="3428999"/>
            <a:ext cx="175490" cy="2023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A1FEBDDE-E960-B9E4-6276-6DFA4871A9E7}"/>
              </a:ext>
            </a:extLst>
          </p:cNvPr>
          <p:cNvCxnSpPr>
            <a:cxnSpLocks/>
          </p:cNvCxnSpPr>
          <p:nvPr/>
        </p:nvCxnSpPr>
        <p:spPr>
          <a:xfrm flipH="1">
            <a:off x="7530213" y="3428999"/>
            <a:ext cx="117434" cy="2023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917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0837F-20BA-AD16-632C-C35AB6A5F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7afcce0ddcefdaab284">
            <a:extLst>
              <a:ext uri="{FF2B5EF4-FFF2-40B4-BE49-F238E27FC236}">
                <a16:creationId xmlns:a16="http://schemas.microsoft.com/office/drawing/2014/main" id="{C56A6DF3-B101-F4B6-671D-3CF476B0E1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58" t="64160" r="11607" b="27592"/>
          <a:stretch/>
        </p:blipFill>
        <p:spPr bwMode="auto">
          <a:xfrm>
            <a:off x="1871416" y="642603"/>
            <a:ext cx="8449167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9C740D32-C285-7ACB-A3FA-646367C32227}"/>
              </a:ext>
            </a:extLst>
          </p:cNvPr>
          <p:cNvSpPr txBox="1"/>
          <p:nvPr/>
        </p:nvSpPr>
        <p:spPr>
          <a:xfrm>
            <a:off x="1514810" y="3076076"/>
            <a:ext cx="916238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TEMP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temp error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chamber/tank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加熱超過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度，自動關閉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，降溫後會自動開啟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若加熱超過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105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度，不會自動開啟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FLOW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flow error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流量超過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+-2%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持續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秒，送出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alarm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external operation stop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，因為外部訊號停止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，關閉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heater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、切回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manual mode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BATT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battery error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，電池老化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(used for memory of data)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當切換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remote/local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時，將不會保存原本的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key-lock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狀態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07926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D18BF-629A-35E9-1B57-2590430F1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7afcce0ddcefdaab284">
            <a:extLst>
              <a:ext uri="{FF2B5EF4-FFF2-40B4-BE49-F238E27FC236}">
                <a16:creationId xmlns:a16="http://schemas.microsoft.com/office/drawing/2014/main" id="{F7B5E4EC-A8D1-2819-1298-253F427915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58" t="70488" r="11607" b="19091"/>
          <a:stretch/>
        </p:blipFill>
        <p:spPr bwMode="auto">
          <a:xfrm>
            <a:off x="2243388" y="368300"/>
            <a:ext cx="7705224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56618A4-B2A0-AAA7-267A-FF2F5CD2AAC3}"/>
              </a:ext>
            </a:extLst>
          </p:cNvPr>
          <p:cNvSpPr txBox="1">
            <a:spLocks/>
          </p:cNvSpPr>
          <p:nvPr/>
        </p:nvSpPr>
        <p:spPr>
          <a:xfrm>
            <a:off x="2490978" y="2561590"/>
            <a:ext cx="91563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</a:p>
          <a:p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</a:t>
            </a: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SW3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CA29DFE-D436-D122-22F4-DDA55DF3CDB8}"/>
              </a:ext>
            </a:extLst>
          </p:cNvPr>
          <p:cNvSpPr txBox="1"/>
          <p:nvPr/>
        </p:nvSpPr>
        <p:spPr>
          <a:xfrm>
            <a:off x="6819900" y="5149314"/>
            <a:ext cx="362791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流量比例設定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POT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010: 1%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500: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000: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100%</a:t>
            </a: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數值設定不到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時，自動設為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5%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AD1B226-52D1-1D46-AFFE-62A3967045D0}"/>
              </a:ext>
            </a:extLst>
          </p:cNvPr>
          <p:cNvSpPr txBox="1"/>
          <p:nvPr/>
        </p:nvSpPr>
        <p:spPr>
          <a:xfrm>
            <a:off x="6819900" y="2561590"/>
            <a:ext cx="353334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POT1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調整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upper level</a:t>
            </a: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POT2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調整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lower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level</a:t>
            </a:r>
          </a:p>
          <a:p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POT3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LC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調整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Loadcell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歸零校正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POT4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調整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PRESS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歸零校正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POT5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調整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MFC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歸零校正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POT6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  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 used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A58D83B-4B6F-F4CC-078A-823DF2DA2244}"/>
              </a:ext>
            </a:extLst>
          </p:cNvPr>
          <p:cNvSpPr txBox="1"/>
          <p:nvPr/>
        </p:nvSpPr>
        <p:spPr>
          <a:xfrm>
            <a:off x="3406613" y="2561590"/>
            <a:ext cx="222528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 used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，要切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on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not used</a:t>
            </a:r>
          </a:p>
          <a:p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ACT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，顯示實際值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SET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，顯示設定值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顯示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upper level</a:t>
            </a:r>
          </a:p>
          <a:p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顯示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lower level</a:t>
            </a:r>
          </a:p>
        </p:txBody>
      </p:sp>
    </p:spTree>
    <p:extLst>
      <p:ext uri="{BB962C8B-B14F-4D97-AF65-F5344CB8AC3E}">
        <p14:creationId xmlns:p14="http://schemas.microsoft.com/office/powerpoint/2010/main" val="748927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1283</TotalTime>
  <Words>364</Words>
  <Application>Microsoft Office PowerPoint</Application>
  <PresentationFormat>寬螢幕</PresentationFormat>
  <Paragraphs>51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Aptos</vt:lpstr>
      <vt:lpstr>Aptos Display</vt:lpstr>
      <vt:lpstr>Arial</vt:lpstr>
      <vt:lpstr>Office 佈景主題</vt:lpstr>
      <vt:lpstr>TEOS SB50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S220 JYLin</dc:creator>
  <cp:lastModifiedBy>S220 JYLin</cp:lastModifiedBy>
  <cp:revision>10</cp:revision>
  <dcterms:created xsi:type="dcterms:W3CDTF">2025-07-08T07:04:49Z</dcterms:created>
  <dcterms:modified xsi:type="dcterms:W3CDTF">2025-08-05T07:46:20Z</dcterms:modified>
</cp:coreProperties>
</file>