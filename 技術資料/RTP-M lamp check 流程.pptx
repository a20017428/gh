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C3439E-7945-2758-7812-E76791EFD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0C1890-D76B-F32D-E226-1059FC13A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D21261-7149-1464-F20D-A6926F95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8D3FC0-B02C-2D6A-DCAC-7A516BCF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DB2B79-2D04-3AD4-5D65-F27BE959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7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24A49-49B1-BF14-EF94-370F907A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DF8055-525F-1B92-C733-1655B2AAF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C54D7-224B-D96A-DB68-E1717B29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39F263-7887-F591-B73C-1CCAFFA4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70E03D-2AC3-C82A-12B5-E24DEB0D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6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A9AF00-DA56-81EC-4A5D-34E5BD67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57C6E4-39D6-EAB9-910F-5B104159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78F4A5-B410-B026-D6EB-94EF75AC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F54CD8-EC99-FB83-A033-F80765EB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F3DF21-B776-AE99-D4D3-2BC4437E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8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20A1C6-A29D-0A7E-C480-96B71D9A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099DE-9790-A63A-D57B-AFBB11019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064772-B603-386B-2595-2908273B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E87C14-8C33-ED5E-0187-E0B83D94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FD3693-6237-5471-D3A4-DBC0AC03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7DCF15-1D37-AF43-1AF4-911920C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9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15F1B7-0915-9881-57D3-31E0F737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419D7F-64FD-2996-1480-7AE6D163B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F38B7F-6692-9EA4-A1B2-9ADEA6C4B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F9BDEC3-CA3D-D5CF-09BC-C6F79C06D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3281CD-60A9-DAD1-EC40-629DB0E79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FA05393-82DF-5E2D-C7F4-4D443CC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6637FD0-2E46-BBAD-DD97-F7A7EB1B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8787C4B-CB3E-A277-C16D-61659CB1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7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CA9C9D-8E5E-A790-F262-AEBB39AB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0DC3893-AE71-FDC4-484B-95189DD7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1506B42-CDFF-6D5B-FE5E-DABCFDB7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98B9CE-3C70-8504-82BB-6CC42DF9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2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BC4D7C-C7DD-500D-58FF-D9401EB6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D6415CC-91FA-6953-A47A-C2B0586A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8B4EB8-3284-8D95-660B-CBC3D7E1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68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905410-EEFF-103D-672A-B2103C17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FF5C96-E05E-71DB-8C0B-E3BEC4931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17C56F-F66C-83A5-222B-5A4ECF50C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E3CD55-3881-F560-39AE-FC873FFF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8C95B2-AD52-453C-C99F-E29A7C84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2FEEB5-4FF0-9109-245B-E54E5324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6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15B1C-9EFA-3FCF-342F-C2886219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0BFD3FC-0A51-4D4E-7AD4-0902B488E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9D023A-EF9C-A53F-53E6-61116F440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7CE5B2-A8B8-29FD-2C8B-595924A6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7F8097-07C9-CC63-FDA1-11BC5CDA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5856AB-B0F7-BFD3-78E4-DCD30E99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4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A9531-2EE2-F847-A97C-3C89E51D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7D8A9D-AF43-0029-7208-4DD17BC25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C28747-3C9C-2691-22F9-B5A0C3E4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B2129E-345D-AAA5-54F5-A6347AB9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427A58-E270-CA52-ED4C-950CBD0F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6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7283E7D-D8D8-DA57-E840-C5DCB5564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DC4BFE-EEC4-C4E8-2091-25B243F47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BE853C-B67C-D733-6FC6-865B8042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8BE352-AAAB-E61E-1A9A-2603190C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3BBAAD-EA9D-8C09-314D-6CDDEE54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0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C433CBB-E895-797D-2040-E26BEE25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B47CF4-E6C2-AABC-0F7E-E628F938B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9979C6-A890-ED24-F16A-9698E2605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DC1C9-4BB3-462C-9CB1-0D374F721FA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8EC27E-5935-EFD5-370E-EA014302D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7A2344-B781-4223-A872-131DC7917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47F47-D1DE-4586-AF99-C606CDECC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DF0A4621-8439-103C-F409-28EBF63AB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E982702-2873-41DA-C4DF-603AB49DC87A}"/>
              </a:ext>
            </a:extLst>
          </p:cNvPr>
          <p:cNvSpPr/>
          <p:nvPr/>
        </p:nvSpPr>
        <p:spPr>
          <a:xfrm>
            <a:off x="6816436" y="637309"/>
            <a:ext cx="1884219" cy="766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472110-CCEB-1C87-4359-A09D08E3F4A7}"/>
              </a:ext>
            </a:extLst>
          </p:cNvPr>
          <p:cNvSpPr txBox="1"/>
          <p:nvPr/>
        </p:nvSpPr>
        <p:spPr>
          <a:xfrm>
            <a:off x="8798104" y="880707"/>
            <a:ext cx="1983235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SCR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總監控功率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(%)</a:t>
            </a:r>
          </a:p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053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AE6D273D-EE0B-C987-313C-F0C88C7FA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8DE5FF0-1C7B-F9ED-D640-761BF924ED7F}"/>
              </a:ext>
            </a:extLst>
          </p:cNvPr>
          <p:cNvSpPr/>
          <p:nvPr/>
        </p:nvSpPr>
        <p:spPr>
          <a:xfrm>
            <a:off x="83127" y="1570181"/>
            <a:ext cx="4082473" cy="766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FD2824-BD14-9FE0-A18A-DF1EEF1C39BD}"/>
              </a:ext>
            </a:extLst>
          </p:cNvPr>
          <p:cNvSpPr txBox="1"/>
          <p:nvPr/>
        </p:nvSpPr>
        <p:spPr>
          <a:xfrm>
            <a:off x="2185571" y="2423179"/>
            <a:ext cx="198002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單獨開啟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SCR1~10</a:t>
            </a:r>
          </a:p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確認每隻燈管實際電流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080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C498B857-6711-B0DB-C2AD-C6C28FE20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39AB94B-BD29-21DD-E271-41B958AFAE27}"/>
              </a:ext>
            </a:extLst>
          </p:cNvPr>
          <p:cNvSpPr/>
          <p:nvPr/>
        </p:nvSpPr>
        <p:spPr>
          <a:xfrm>
            <a:off x="73891" y="4147126"/>
            <a:ext cx="4082473" cy="766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C24C08-DE48-49C4-A20F-491A1093060D}"/>
              </a:ext>
            </a:extLst>
          </p:cNvPr>
          <p:cNvSpPr txBox="1"/>
          <p:nvPr/>
        </p:nvSpPr>
        <p:spPr>
          <a:xfrm>
            <a:off x="4235640" y="4268825"/>
            <a:ext cx="2523447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SCR6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CT15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實際電流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-12mA</a:t>
            </a:r>
            <a:b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代表第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隻燈管斷路</a:t>
            </a:r>
            <a:endParaRPr lang="en-US" altLang="zh-TW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49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5EE87109-590D-4F96-AE26-458113DE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E741BE0-4714-5482-5B15-3D135896C818}"/>
              </a:ext>
            </a:extLst>
          </p:cNvPr>
          <p:cNvSpPr/>
          <p:nvPr/>
        </p:nvSpPr>
        <p:spPr>
          <a:xfrm>
            <a:off x="6816436" y="637309"/>
            <a:ext cx="1884219" cy="766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68923D-E772-D525-C80B-B3824F1F1277}"/>
              </a:ext>
            </a:extLst>
          </p:cNvPr>
          <p:cNvSpPr txBox="1"/>
          <p:nvPr/>
        </p:nvSpPr>
        <p:spPr>
          <a:xfrm>
            <a:off x="8805890" y="880707"/>
            <a:ext cx="252184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最後再將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SCR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總監控功率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(%)</a:t>
            </a:r>
          </a:p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改回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0%</a:t>
            </a:r>
            <a:endParaRPr 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59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 的圖片&#10;&#10;自動產生的描述">
            <a:extLst>
              <a:ext uri="{FF2B5EF4-FFF2-40B4-BE49-F238E27FC236}">
                <a16:creationId xmlns:a16="http://schemas.microsoft.com/office/drawing/2014/main" id="{370D20F2-BD48-17C6-55C7-FDB88A6D7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94" y="271928"/>
            <a:ext cx="10731212" cy="63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2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78AE0F9-4743-4C88-A651-956BB588F320}"/>
</file>

<file path=customXml/itemProps2.xml><?xml version="1.0" encoding="utf-8"?>
<ds:datastoreItem xmlns:ds="http://schemas.openxmlformats.org/officeDocument/2006/customXml" ds:itemID="{BD45C6DC-D26F-4566-974E-0CAFB3DF6365}"/>
</file>

<file path=customXml/itemProps3.xml><?xml version="1.0" encoding="utf-8"?>
<ds:datastoreItem xmlns:ds="http://schemas.openxmlformats.org/officeDocument/2006/customXml" ds:itemID="{B3BA2DC7-4A5A-4167-8D86-1DBC4CC7A3DC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</Words>
  <Application>Microsoft Office PowerPoint</Application>
  <PresentationFormat>寬螢幕</PresentationFormat>
  <Paragraphs>7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WCLin15</dc:creator>
  <cp:lastModifiedBy>S220 WCLin15</cp:lastModifiedBy>
  <cp:revision>2</cp:revision>
  <dcterms:created xsi:type="dcterms:W3CDTF">2025-04-15T05:26:16Z</dcterms:created>
  <dcterms:modified xsi:type="dcterms:W3CDTF">2025-04-16T04:41:20Z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