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2" r:id="rId3"/>
    <p:sldId id="257" r:id="rId4"/>
    <p:sldId id="258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D9FB71-2ECC-09DC-CD63-C6F4DCBA9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723985C-4373-4D98-6E27-EE4D9283A4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5B1193A-9E60-6E33-D296-BB034D9BB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032E5-DC2D-4D39-9851-C3F4299C4F36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BE53E57-88B0-F4F2-43C1-539B975B0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DB61859-1DC8-63D4-7562-1E51D0172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F3D59-6D88-47C9-8338-A08CDF5A7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51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08A30B-CE2D-9655-6F23-90BAB656F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8B8389-DC3C-B7FF-2870-354A3DD0D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431834-BBE9-7AD4-A309-5CBB828D6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032E5-DC2D-4D39-9851-C3F4299C4F36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173AE4C-6AC5-06B3-5508-D571EA05F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2FA67B4-FB5F-EAF5-1D1A-CAB78542F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F3D59-6D88-47C9-8338-A08CDF5A7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456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F5378D-FC93-11AF-FD99-AA80DF770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2BAC675-8D40-BADE-6848-8AC6246A6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B5FCD28-720F-EF1C-2DE1-267F24C0F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032E5-DC2D-4D39-9851-C3F4299C4F36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9495DD1-CB1C-7EFA-EDD6-362BCAB24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7C8B54-BAA8-9E09-BC8C-DEA0F279A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F3D59-6D88-47C9-8338-A08CDF5A7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707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D8AAF7-DE7B-90C1-4BF0-4B81921B5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DD6CED-0F13-5584-3B31-B7FCA87491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CB0C4C3-459E-550A-4E7C-B51FE1B9E4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616AEC8-6E9E-B7C0-CF4B-7D0671D3D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032E5-DC2D-4D39-9851-C3F4299C4F36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CE9CC9B-39A6-48BF-6157-9A868599F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FB7BEA5-2B4B-B7C9-6DDF-F645EE4F8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F3D59-6D88-47C9-8338-A08CDF5A7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297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9FC44A-B465-994F-DDEB-321ED24C4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2723156-F2E7-8D34-7D43-426DCB829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8EFF48C-D44E-D1D2-9CAB-AE530F7DA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EF7B9FE-5D87-4AA2-9682-29C716A96C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D7037C0-9396-5BD4-C37C-9A7C25527F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FEBC981-AAF8-B264-57B2-387685EED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032E5-DC2D-4D39-9851-C3F4299C4F36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0F6F389-5475-653E-87A7-BF59C8FCF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FB9DDC5-E482-53D2-2DDD-1AF4CC0CF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F3D59-6D88-47C9-8338-A08CDF5A7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085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AB0F44-95F6-2B47-3914-8AFE183DC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3DEF20F-8FA7-ED6A-C42B-6E5ADD2EE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032E5-DC2D-4D39-9851-C3F4299C4F36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DA33C87-2922-EB42-01F5-871CF309E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2939DC6-5D92-3D27-9500-70B7C782F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F3D59-6D88-47C9-8338-A08CDF5A7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560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E035F40-7B59-66B8-FA6F-9BF90101B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032E5-DC2D-4D39-9851-C3F4299C4F36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A73D2FA-01D3-6A8B-D1F1-69AC9F49F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23224CB-BDD7-549F-D588-2A8065E56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F3D59-6D88-47C9-8338-A08CDF5A7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385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07B7D8-336D-1494-C9A7-DEEBB0BEC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4701182-A512-EE7A-44FC-C0CD40BA1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0B62837-01CB-2588-9BAE-9B824608B4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20A918D-3AE5-924A-E2E0-59E4990EA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032E5-DC2D-4D39-9851-C3F4299C4F36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E73EF32-6635-BCDF-319D-1617A4569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2A9E25B-D959-3002-93D1-559CCB46C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F3D59-6D88-47C9-8338-A08CDF5A7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560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C1DA0E-5B90-4F0C-2B76-38C6839EF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8269650-D5F0-1E0F-FCB5-056D540E85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EF68AE2-88FB-78B1-7DD5-FAC5DDEC83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EFAB7CF-14FE-4F62-43B4-E040D799F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032E5-DC2D-4D39-9851-C3F4299C4F36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74CB5CA-5BAC-A5DF-7870-8736F93C1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01596E9-39A3-EB99-63B1-77D9BAED8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F3D59-6D88-47C9-8338-A08CDF5A7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77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74B701-77D8-0118-AD1D-1ECF2C4F0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7B09452-4E4B-9915-F69F-D860EFB47B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B2E5683-66D9-B7E0-CFB6-4993B6EE1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032E5-DC2D-4D39-9851-C3F4299C4F36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E473E3C-E811-7C14-FE7F-82F1E88FF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9366DD9-1F50-C7C1-C62C-F72DC0C4D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F3D59-6D88-47C9-8338-A08CDF5A7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054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A7E9127-4CA9-149B-6E9E-89653DDABB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B54F0B1-B651-CFD7-D310-4E7376CA12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4D7241E-8CD0-ACEF-5D0B-23EDC158E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032E5-DC2D-4D39-9851-C3F4299C4F36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C94FC12-C90D-3BD4-66ED-73E77D49B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62B6078-DED0-B529-A0C3-FC12078E5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F3D59-6D88-47C9-8338-A08CDF5A7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456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92A9CA5-1600-0FD2-DAB0-988F58158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AAC4FD7-104E-7788-9875-4599B2AAE1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80FA0A8-5EA1-C7D7-59B1-49AFB2FD8A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2032E5-DC2D-4D39-9851-C3F4299C4F36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CD415AF-F6BA-D02F-70BE-703C4F978E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A3A83BE-D57F-ADFC-1725-51C199EBEB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BF3D59-6D88-47C9-8338-A08CDF5A7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090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C58DB-4480-60B4-B5D4-A3FCB5CA1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AF2A494A-70A1-1035-B331-99606542858C}"/>
              </a:ext>
            </a:extLst>
          </p:cNvPr>
          <p:cNvSpPr txBox="1"/>
          <p:nvPr/>
        </p:nvSpPr>
        <p:spPr>
          <a:xfrm>
            <a:off x="3104956" y="3136612"/>
            <a:ext cx="59820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VL-800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Auto load/unload 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</a:t>
            </a:r>
            <a:endParaRPr 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03100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CFC39-7A38-7082-A944-56A12EF9A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069BC0DB-82F9-B197-D81F-EE9A593B332F}"/>
              </a:ext>
            </a:extLst>
          </p:cNvPr>
          <p:cNvSpPr txBox="1"/>
          <p:nvPr/>
        </p:nvSpPr>
        <p:spPr>
          <a:xfrm>
            <a:off x="4618672" y="453347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等待時間、速度參數</a:t>
            </a:r>
            <a:endParaRPr 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935EB15-E653-AD7D-4F0F-17426247DAC0}"/>
              </a:ext>
            </a:extLst>
          </p:cNvPr>
          <p:cNvSpPr txBox="1"/>
          <p:nvPr/>
        </p:nvSpPr>
        <p:spPr>
          <a:xfrm>
            <a:off x="2767110" y="1203698"/>
            <a:ext cx="3206262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Speed</a:t>
            </a:r>
          </a:p>
          <a:p>
            <a:b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S1: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manual</a:t>
            </a:r>
            <a:b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S2: low</a:t>
            </a:r>
            <a:b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S3: medium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S4: high</a:t>
            </a:r>
          </a:p>
          <a:p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S5 : motion 1 and 4 load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S6 : motion 2 and 5 load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S7 : motion 3 and 6 load</a:t>
            </a:r>
          </a:p>
          <a:p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: motion 1 and 4 unload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S9 : motion 2 and 5 unload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S10 : motion 3 and 6 unload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CFC96BF-5AFB-1AE1-E87F-62E6C5803B94}"/>
              </a:ext>
            </a:extLst>
          </p:cNvPr>
          <p:cNvSpPr txBox="1"/>
          <p:nvPr/>
        </p:nvSpPr>
        <p:spPr>
          <a:xfrm>
            <a:off x="6206836" y="1197430"/>
            <a:ext cx="5603522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Time</a:t>
            </a:r>
          </a:p>
          <a:p>
            <a:b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T1: reserved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T2: reserved</a:t>
            </a:r>
          </a:p>
          <a:p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T3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:</a:t>
            </a:r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motions 1 and 4 wait time load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T4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:</a:t>
            </a:r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motions 2 and 5 wait time load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T5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:</a:t>
            </a:r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motions 3 and 6 wait time load</a:t>
            </a:r>
          </a:p>
          <a:p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T6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:</a:t>
            </a:r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motions 1 and 4 wait time unload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T7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:</a:t>
            </a:r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motions 2 and 5 wait time unload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T8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:</a:t>
            </a:r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motions 3 and 6 wait time unload</a:t>
            </a:r>
          </a:p>
          <a:p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T9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:</a:t>
            </a:r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time between the closing of DS-SWG axis and </a:t>
            </a: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the elevating of DS-UD axis</a:t>
            </a:r>
          </a:p>
          <a:p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T10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:</a:t>
            </a:r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reserve</a:t>
            </a:r>
          </a:p>
        </p:txBody>
      </p:sp>
    </p:spTree>
    <p:extLst>
      <p:ext uri="{BB962C8B-B14F-4D97-AF65-F5344CB8AC3E}">
        <p14:creationId xmlns:p14="http://schemas.microsoft.com/office/powerpoint/2010/main" val="2771730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38740EEA-D6B1-7700-C83A-B6456FEED5C2}"/>
              </a:ext>
            </a:extLst>
          </p:cNvPr>
          <p:cNvSpPr txBox="1"/>
          <p:nvPr/>
        </p:nvSpPr>
        <p:spPr>
          <a:xfrm>
            <a:off x="2022758" y="1840827"/>
            <a:ext cx="3911584" cy="32008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</a:t>
            </a:r>
            <a:r>
              <a:rPr lang="en-US" sz="20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oad</a:t>
            </a:r>
          </a:p>
          <a:p>
            <a:endParaRPr lang="en-US" altLang="zh-TW" sz="20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Motion 1: S5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T3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Motion 2: S6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T4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Motion 3: S7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T5</a:t>
            </a:r>
          </a:p>
          <a:p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Motion 4: S5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T3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Motion 5: S6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T4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Motion 6: S7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T5</a:t>
            </a: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Motion 7: output a load end signal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29EE030-3E44-DD7E-F477-61BC2681C4E0}"/>
              </a:ext>
            </a:extLst>
          </p:cNvPr>
          <p:cNvSpPr txBox="1"/>
          <p:nvPr/>
        </p:nvSpPr>
        <p:spPr>
          <a:xfrm>
            <a:off x="6257660" y="1840827"/>
            <a:ext cx="4334776" cy="32008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U</a:t>
            </a:r>
            <a:r>
              <a:rPr lang="en-US" sz="20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nload</a:t>
            </a:r>
            <a:r>
              <a:rPr lang="zh-TW" altLang="en-US" sz="20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sz="20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0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Motion 1: S8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T6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Motion 2: S9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T7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Motion 3: S10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T8</a:t>
            </a:r>
          </a:p>
          <a:p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Motion 4: S8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T6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Motion 5: S9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T7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Motion 6: S10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T8</a:t>
            </a: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Motion 7: output an unload end signal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C53F704-46DF-B8FF-C546-50FDB729CB3F}"/>
              </a:ext>
            </a:extLst>
          </p:cNvPr>
          <p:cNvSpPr txBox="1"/>
          <p:nvPr/>
        </p:nvSpPr>
        <p:spPr>
          <a:xfrm>
            <a:off x="5388114" y="43488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參數總結</a:t>
            </a:r>
            <a:endParaRPr 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20197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820D9-675A-A203-E303-49381EE50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98DE72F8-9819-30E3-E6AE-50FBF54C62CA}"/>
              </a:ext>
            </a:extLst>
          </p:cNvPr>
          <p:cNvSpPr txBox="1"/>
          <p:nvPr/>
        </p:nvSpPr>
        <p:spPr>
          <a:xfrm>
            <a:off x="2041235" y="474345"/>
            <a:ext cx="4275466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Motion 1~3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Load (cap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保持在上方版本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初始位置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BE_UD: P4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HA_ROT: P1</a:t>
            </a:r>
            <a:b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DS_UD: P2</a:t>
            </a:r>
            <a:b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DS_SWG: P2</a:t>
            </a:r>
            <a:b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GC_LOK: P1</a:t>
            </a:r>
          </a:p>
          <a:p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BE_UD to P1 at speed 4 (high speed)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DS_SWG to P1 (closed)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Wait at T9</a:t>
            </a:r>
            <a:b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DS-UD to P1 (up)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BC_LOK to P2 (free)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BE_ROT to P1 (P2)</a:t>
            </a:r>
            <a:b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HA_ROT to P2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BE_UD to P2 at speed 2 (low speed)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HA_ROT to P3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Wait at T3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DS_UD to P2 (down)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DS_SWG to P2 (open)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BE_UD to P4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6AD4E8D-3830-BBB9-3B8F-4DB326F02D1C}"/>
              </a:ext>
            </a:extLst>
          </p:cNvPr>
          <p:cNvSpPr txBox="1"/>
          <p:nvPr/>
        </p:nvSpPr>
        <p:spPr>
          <a:xfrm>
            <a:off x="7398326" y="806855"/>
            <a:ext cx="2511906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Motion 4~6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Load</a:t>
            </a: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初始位置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BE_UD: P1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HA_ROT: P1</a:t>
            </a:r>
            <a:b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DS_UD: P1</a:t>
            </a:r>
            <a:b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DS_SWG: P1</a:t>
            </a:r>
            <a:b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GC_LOK: P1</a:t>
            </a:r>
          </a:p>
          <a:p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BC_LOK to P2 (free)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BE_ROT to P1 (P2)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HA_ROT to P2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BE_UD to P2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HA_ROT to P3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Wait at T3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DS_UD to P2 (down)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DS_SWG to P2 (open)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BE-UD to P8</a:t>
            </a:r>
          </a:p>
        </p:txBody>
      </p:sp>
    </p:spTree>
    <p:extLst>
      <p:ext uri="{BB962C8B-B14F-4D97-AF65-F5344CB8AC3E}">
        <p14:creationId xmlns:p14="http://schemas.microsoft.com/office/powerpoint/2010/main" val="3127092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D1AF9-A503-37E7-C7E5-8987F32BA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BBA2AA4-AE4A-27EF-F280-1E1536A6169C}"/>
              </a:ext>
            </a:extLst>
          </p:cNvPr>
          <p:cNvSpPr txBox="1"/>
          <p:nvPr/>
        </p:nvSpPr>
        <p:spPr>
          <a:xfrm>
            <a:off x="2041235" y="474345"/>
            <a:ext cx="4530343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Motion 1~3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Unload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(cap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保持在上方版本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初始位置 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BE_UD: P4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HA_ROT: P3</a:t>
            </a:r>
            <a:b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DS_UD: P2</a:t>
            </a:r>
            <a:b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DS_SWG: P2</a:t>
            </a:r>
            <a:b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GC_LOK: P2</a:t>
            </a:r>
          </a:p>
          <a:p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BE_UD to P2 at speed 8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DS_SWG to P1 (closed)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Wait at T9</a:t>
            </a:r>
            <a:b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DS-UD to P1 (up)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BE_ROT to P1 (P2)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Wait at T6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HA_ROT to P2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BE_UD to P1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HA_ROT to P1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DS_UD to P2 (down)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DS_SWG to P2 (open)</a:t>
            </a:r>
            <a:b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BE_UD to P4 at speed 4 (high speed)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41AA8E4-25C1-4A2F-ACD2-E331C5C4551B}"/>
              </a:ext>
            </a:extLst>
          </p:cNvPr>
          <p:cNvSpPr txBox="1"/>
          <p:nvPr/>
        </p:nvSpPr>
        <p:spPr>
          <a:xfrm>
            <a:off x="7398326" y="806855"/>
            <a:ext cx="2689839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Motion 4~6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Unload</a:t>
            </a: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初始位置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BE_UD: P4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HA_ROT: P3</a:t>
            </a:r>
            <a:b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DS_UD: P2</a:t>
            </a:r>
            <a:b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DS_SWG: P2</a:t>
            </a:r>
            <a:b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GC_LOK: P2</a:t>
            </a:r>
          </a:p>
          <a:p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BE_UD to P2 at speed 8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DS_SWG to P1 (closed)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Wait at T9</a:t>
            </a:r>
            <a:b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DS-UD to P1 (up)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BE_ROT to P1 (P2)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Wait at T6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HA_ROT to P2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BE_UD to P1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HA_ROT to P1</a:t>
            </a:r>
          </a:p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BC_LOK to P2 (locked)</a:t>
            </a:r>
          </a:p>
        </p:txBody>
      </p:sp>
    </p:spTree>
    <p:extLst>
      <p:ext uri="{BB962C8B-B14F-4D97-AF65-F5344CB8AC3E}">
        <p14:creationId xmlns:p14="http://schemas.microsoft.com/office/powerpoint/2010/main" val="3301647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Form" ma:contentTypeID="0x01010100D00E37CF3D36214C86886AA9339343DC" ma:contentTypeVersion="19" ma:contentTypeDescription="Fill out this form." ma:contentTypeScope="" ma:versionID="d154febea10c3930e3b6cfd035b4dd24">
  <xsd:schema xmlns:xsd="http://www.w3.org/2001/XMLSchema" xmlns:xs="http://www.w3.org/2001/XMLSchema" xmlns:p="http://schemas.microsoft.com/office/2006/metadata/properties" xmlns:ns1="http://schemas.microsoft.com/sharepoint/v3" xmlns:ns2="4bdc6d95-7621-47b1-8f62-a702a7a9d98f" xmlns:ns3="6ba3a8a8-b9e2-49cb-aadf-2c093bcf632e" targetNamespace="http://schemas.microsoft.com/office/2006/metadata/properties" ma:root="true" ma:fieldsID="bf1d05ee2c4926ad76d21e31f2dd363e" ns1:_="" ns2:_="" ns3:_="">
    <xsd:import namespace="http://schemas.microsoft.com/sharepoint/v3"/>
    <xsd:import namespace="4bdc6d95-7621-47b1-8f62-a702a7a9d98f"/>
    <xsd:import namespace="6ba3a8a8-b9e2-49cb-aadf-2c093bcf632e"/>
    <xsd:element name="properties">
      <xsd:complexType>
        <xsd:sequence>
          <xsd:element name="documentManagement">
            <xsd:complexType>
              <xsd:all>
                <xsd:element ref="ns1:ShowCombineView" minOccurs="0"/>
                <xsd:element ref="ns1:ShowRepairView" minOccurs="0"/>
                <xsd:element ref="ns1:TemplateUrl" minOccurs="0"/>
                <xsd:element ref="ns1:xd_Prog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howCombineView" ma:index="8" nillable="true" ma:displayName="Show Combine View" ma:hidden="true" ma:internalName="ShowCombineView">
      <xsd:simpleType>
        <xsd:restriction base="dms:Text"/>
      </xsd:simpleType>
    </xsd:element>
    <xsd:element name="ShowRepairView" ma:index="10" nillable="true" ma:displayName="Show Repair View" ma:hidden="true" ma:internalName="ShowRepairView">
      <xsd:simpleType>
        <xsd:restriction base="dms:Text"/>
      </xsd:simpleType>
    </xsd:element>
    <xsd:element name="TemplateUrl" ma:index="11" nillable="true" ma:displayName="Template Link" ma:hidden="true" ma:internalName="TemplateUrl">
      <xsd:simpleType>
        <xsd:restriction base="dms:Text"/>
      </xsd:simpleType>
    </xsd:element>
    <xsd:element name="xd_ProgID" ma:index="12" nillable="true" ma:displayName="HTML File Link" ma:hidden="true" ma:internalName="xd_ProgID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dc6d95-7621-47b1-8f62-a702a7a9d9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b5c8c406-6428-484e-a244-685067247f4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a3a8a8-b9e2-49cb-aadf-2c093bcf632e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8ff5065e-c2e5-47fd-b089-eb006bc5ae7a}" ma:internalName="TaxCatchAll" ma:showField="CatchAllData" ma:web="6ba3a8a8-b9e2-49cb-aadf-2c093bcf632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mplateUrl xmlns="http://schemas.microsoft.com/sharepoint/v3" xsi:nil="true"/>
    <TaxCatchAll xmlns="6ba3a8a8-b9e2-49cb-aadf-2c093bcf632e" xsi:nil="true"/>
    <ShowRepairView xmlns="http://schemas.microsoft.com/sharepoint/v3" xsi:nil="true"/>
    <lcf76f155ced4ddcb4097134ff3c332f xmlns="4bdc6d95-7621-47b1-8f62-a702a7a9d98f">
      <Terms xmlns="http://schemas.microsoft.com/office/infopath/2007/PartnerControls"/>
    </lcf76f155ced4ddcb4097134ff3c332f>
    <ShowCombineView xmlns="http://schemas.microsoft.com/sharepoint/v3" xsi:nil="true"/>
    <xd_ProgID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A8F19E91-683E-470C-98E8-4B158794FA7C}"/>
</file>

<file path=customXml/itemProps2.xml><?xml version="1.0" encoding="utf-8"?>
<ds:datastoreItem xmlns:ds="http://schemas.openxmlformats.org/officeDocument/2006/customXml" ds:itemID="{D009C5DB-1102-430B-84C9-D7F3A6A6C06D}"/>
</file>

<file path=customXml/itemProps3.xml><?xml version="1.0" encoding="utf-8"?>
<ds:datastoreItem xmlns:ds="http://schemas.openxmlformats.org/officeDocument/2006/customXml" ds:itemID="{0F5D18B2-8F6D-4003-B69F-67D85814FFCA}"/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679</Words>
  <Application>Microsoft Office PowerPoint</Application>
  <PresentationFormat>寬螢幕</PresentationFormat>
  <Paragraphs>115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微軟正黑體</vt:lpstr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S220 JYLin</dc:creator>
  <cp:lastModifiedBy>S220 JYLin</cp:lastModifiedBy>
  <cp:revision>3</cp:revision>
  <dcterms:created xsi:type="dcterms:W3CDTF">2025-06-25T01:27:48Z</dcterms:created>
  <dcterms:modified xsi:type="dcterms:W3CDTF">2025-06-25T05:00:55Z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0x01010100D00E37CF3D36214C86886AA9339343DC</vt:lpwstr>
  </property>
</Properties>
</file>