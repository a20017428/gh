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6" r:id="rId4"/>
    <p:sldId id="277" r:id="rId5"/>
    <p:sldId id="272" r:id="rId6"/>
    <p:sldId id="275" r:id="rId7"/>
    <p:sldId id="274" r:id="rId8"/>
    <p:sldId id="271" r:id="rId9"/>
    <p:sldId id="2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F6FEFB-552B-F4FD-6457-20FF5D106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EFAB6E-9796-FCD3-0A6F-16E880430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2F8AF7-DDD1-D0BD-B200-B0C5A152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405BF3-ED7C-DEA6-8341-E9074D35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6CF31F-3C3E-6968-7A01-D715B82E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1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0577F-7DF9-F23B-618C-A2A4DAAD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26DB62-B6A0-D83D-38FB-E74822A7A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4EE387-E384-8E8D-20C4-FBD886DD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9B9E00-C899-8989-9879-A06D9468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C8CBC-311B-6338-6168-A2DC7D6C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3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98970-5AAC-5B67-B460-8CF6C97A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F7DF1B-02F7-5009-2665-074B53133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34C61E-BFAF-70AC-6F10-AC05F2C3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8B8F25-85DB-889D-93B4-149CFB0B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E59E58-F666-61E2-AE53-46A4A140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7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033D4-E013-BD60-3B32-7B58D3EB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91FE4D-3DA8-5A90-6A49-F941C5C47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59F230-7C83-8D43-D200-799B639E3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298E79-CA49-6DE5-7E01-D8440A40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DA0614-EEFE-3EFC-73BB-EFCE8A48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20568C-45D5-F23D-157E-2CD14E18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7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CAB6C-52C4-6239-E226-E58D45D0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20E126-DFC1-9539-7D49-40B660405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1D9456-8648-526C-482C-3A8332F3B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140D66-7112-F2A3-498C-382B309F9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B0BD24-1E62-52C0-6044-6B3FA4E6E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10D43F3-3DD3-3863-244C-265AF4C5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858857B-1EDC-74F5-3D73-B138DE32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162A0F2-AFA4-3B30-40E3-7DA8619D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05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8240E-9963-58B3-87A5-653FF368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091A6B-D755-75C1-DBB8-04A2FBAB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C854C0B-82A1-73D0-0FB5-EBBA9C45D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AD78AC8-DC59-C05C-B272-BA643F16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5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1E2712-19DA-7467-502D-254E80BD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2E71A4-4614-36BA-131D-A948AAEB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7A459-F40A-44B0-55A2-ACD014A8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0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F1D121-3ED3-E0EE-43DF-EFC8232D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0A23EB-EFA8-D4CA-7F50-C64E6D461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C616DB-DB63-99FF-E225-849DA67FC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8DCCEC-CBB8-BE4F-4AFF-FCA19170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EEBA69-18DD-FF1A-D7CC-E55F214D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07EF535-D8B3-4500-5666-FC4DDCE0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3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A21E8-3B50-3CCD-6602-63D60FC5F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A3A40B-6E27-E1D7-5ED2-DB58926A2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0D34B3-D8EE-15DB-2B91-FBCD06006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3F5A94-C57E-DF46-2DD7-314B5BA7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FAB725-AB0A-8945-9EF6-BF3E5AED4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718E55-F209-06FE-D26D-3FF19E9C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8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B8B34D-6945-EEE3-5EEB-E902699A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B1371A-5B5C-6C57-A9D7-6C77B2C45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6B081C-3D43-2C85-AC35-1338E433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2F6434-895D-B618-6A19-30D308AC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5D7DAC-1ADE-4AB6-291E-A053261B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4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A399ABE-7AC6-0B4F-5883-139548ADD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28F1388-471A-8332-3789-F9BD7F70F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F13A4E-C56B-8475-4CDC-E70C87BCA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6D74B4-CFF4-63E4-8FC1-BE135A57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CCE506-A1FF-3D72-D63E-A3F6789B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35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273A172-289A-D1FA-7075-D19D22F4C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331F07-7EB6-A5AC-BC8E-25D7B991B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895B3D-CCB9-6F7A-794F-87D646150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CE4E3-8A4D-4C58-96A5-9787F8659AB4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A0075E-0DE7-D0AA-28F8-9D225EA36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B99105-4F36-D525-8B09-16069A687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4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32">
            <a:extLst>
              <a:ext uri="{FF2B5EF4-FFF2-40B4-BE49-F238E27FC236}">
                <a16:creationId xmlns:a16="http://schemas.microsoft.com/office/drawing/2014/main" id="{33D5BD72-E7E0-6C71-FA74-3F5C1D5D2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8776" y="3074554"/>
            <a:ext cx="6154448" cy="708891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 anchorCtr="1">
            <a:noAutofit/>
          </a:bodyPr>
          <a:lstStyle/>
          <a:p>
            <a:pPr eaLnBrk="1" hangingPunct="1"/>
            <a:r>
              <a:rPr lang="en-US" altLang="zh-TW" sz="4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TEOS</a:t>
            </a:r>
            <a:r>
              <a:rPr lang="zh-TW" altLang="en-US" sz="4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RS90</a:t>
            </a:r>
            <a:endParaRPr lang="en-US" altLang="zh-TW" sz="20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335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32F6E-BCA7-D794-3F43-C8092BA8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冰箱, 室內, 設備 的圖片&#10;&#10;AI 產生的內容可能不正確。">
            <a:extLst>
              <a:ext uri="{FF2B5EF4-FFF2-40B4-BE49-F238E27FC236}">
                <a16:creationId xmlns:a16="http://schemas.microsoft.com/office/drawing/2014/main" id="{314FA402-E24A-9A8B-2663-44040E30AE5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21911" y="738909"/>
            <a:ext cx="4548178" cy="538018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2142874-E069-7F8C-F3C4-13D56461685A}"/>
              </a:ext>
            </a:extLst>
          </p:cNvPr>
          <p:cNvSpPr txBox="1"/>
          <p:nvPr/>
        </p:nvSpPr>
        <p:spPr>
          <a:xfrm>
            <a:off x="5651241" y="2359686"/>
            <a:ext cx="1368397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Vent2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壓力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C698FEE-91A9-6829-488C-27D1F35871E2}"/>
              </a:ext>
            </a:extLst>
          </p:cNvPr>
          <p:cNvSpPr txBox="1"/>
          <p:nvPr/>
        </p:nvSpPr>
        <p:spPr>
          <a:xfrm>
            <a:off x="5651240" y="1800288"/>
            <a:ext cx="1368397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鋼瓶重量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3581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0C4C9-0093-8A5E-2AB2-41FB329E1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控制台, 室內 的圖片&#10;&#10;AI 產生的內容可能不正確。">
            <a:extLst>
              <a:ext uri="{FF2B5EF4-FFF2-40B4-BE49-F238E27FC236}">
                <a16:creationId xmlns:a16="http://schemas.microsoft.com/office/drawing/2014/main" id="{4203283A-C852-6EDF-FCBC-A5CDE3E938F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3018" y="990355"/>
            <a:ext cx="9845964" cy="487729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CD94125-D6BC-EEEC-8204-200768E1A386}"/>
              </a:ext>
            </a:extLst>
          </p:cNvPr>
          <p:cNvSpPr txBox="1"/>
          <p:nvPr/>
        </p:nvSpPr>
        <p:spPr>
          <a:xfrm>
            <a:off x="2169132" y="5060725"/>
            <a:ext cx="2901630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Cylinder change mode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切換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B5C3D129-44F8-8E32-913D-00CB0874F7A5}"/>
              </a:ext>
            </a:extLst>
          </p:cNvPr>
          <p:cNvCxnSpPr>
            <a:cxnSpLocks/>
          </p:cNvCxnSpPr>
          <p:nvPr/>
        </p:nvCxnSpPr>
        <p:spPr>
          <a:xfrm flipV="1">
            <a:off x="3619947" y="4701309"/>
            <a:ext cx="0" cy="35941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0D51F5-47CB-9BE1-B5A1-048F68183978}"/>
              </a:ext>
            </a:extLst>
          </p:cNvPr>
          <p:cNvSpPr txBox="1"/>
          <p:nvPr/>
        </p:nvSpPr>
        <p:spPr>
          <a:xfrm>
            <a:off x="4229902" y="3575986"/>
            <a:ext cx="1774086" cy="5847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同時案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confirm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鍵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執行不同動作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EA38B264-265C-5587-ECA9-8C81871734B8}"/>
              </a:ext>
            </a:extLst>
          </p:cNvPr>
          <p:cNvCxnSpPr>
            <a:cxnSpLocks/>
          </p:cNvCxnSpPr>
          <p:nvPr/>
        </p:nvCxnSpPr>
        <p:spPr>
          <a:xfrm flipH="1">
            <a:off x="4091709" y="3351791"/>
            <a:ext cx="701964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C46CE97D-97CC-9F44-4E33-5E7CF90EB3F7}"/>
              </a:ext>
            </a:extLst>
          </p:cNvPr>
          <p:cNvCxnSpPr>
            <a:cxnSpLocks/>
          </p:cNvCxnSpPr>
          <p:nvPr/>
        </p:nvCxnSpPr>
        <p:spPr>
          <a:xfrm>
            <a:off x="5449806" y="3341546"/>
            <a:ext cx="71084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2A85E23-E1D0-197E-B8E7-89A6B597C8CA}"/>
              </a:ext>
            </a:extLst>
          </p:cNvPr>
          <p:cNvSpPr txBox="1"/>
          <p:nvPr/>
        </p:nvSpPr>
        <p:spPr>
          <a:xfrm>
            <a:off x="1173018" y="651801"/>
            <a:ext cx="1423814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vacuum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65C3273-BD9B-FCD4-2357-CE9D5F44E006}"/>
              </a:ext>
            </a:extLst>
          </p:cNvPr>
          <p:cNvSpPr txBox="1"/>
          <p:nvPr/>
        </p:nvSpPr>
        <p:spPr>
          <a:xfrm>
            <a:off x="2898453" y="651801"/>
            <a:ext cx="1193256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purge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9A51810-D407-C7B3-B435-6075BA5F52F2}"/>
              </a:ext>
            </a:extLst>
          </p:cNvPr>
          <p:cNvSpPr txBox="1"/>
          <p:nvPr/>
        </p:nvSpPr>
        <p:spPr>
          <a:xfrm>
            <a:off x="4578484" y="651801"/>
            <a:ext cx="1076921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計算次數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071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D933-EA48-B882-40B6-5E944515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筆跡, 字型, 功能表 的圖片&#10;&#10;AI 產生的內容可能不正確。">
            <a:extLst>
              <a:ext uri="{FF2B5EF4-FFF2-40B4-BE49-F238E27FC236}">
                <a16:creationId xmlns:a16="http://schemas.microsoft.com/office/drawing/2014/main" id="{F8CE8D9B-45E7-F8FC-9601-AD94CB7243B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1675" y="506761"/>
            <a:ext cx="4728650" cy="5844478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552E81C9-2465-47B0-563D-0D7A07B85650}"/>
              </a:ext>
            </a:extLst>
          </p:cNvPr>
          <p:cNvSpPr txBox="1"/>
          <p:nvPr/>
        </p:nvSpPr>
        <p:spPr>
          <a:xfrm>
            <a:off x="664066" y="6406363"/>
            <a:ext cx="10863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關手動閥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 vacuum/purge -&gt; cylinder change mode 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換鋼瓶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-&gt; vacuum/purge -&gt;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開手動閥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18EB10-1D23-10DD-F031-FB5C44D5D283}"/>
              </a:ext>
            </a:extLst>
          </p:cNvPr>
          <p:cNvSpPr txBox="1"/>
          <p:nvPr/>
        </p:nvSpPr>
        <p:spPr>
          <a:xfrm>
            <a:off x="2242532" y="82305"/>
            <a:ext cx="770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cylinder change mode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流程圖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82E0591-5826-783E-C9D6-4F2DF0E238A8}"/>
              </a:ext>
            </a:extLst>
          </p:cNvPr>
          <p:cNvCxnSpPr/>
          <p:nvPr/>
        </p:nvCxnSpPr>
        <p:spPr>
          <a:xfrm>
            <a:off x="3731675" y="1542472"/>
            <a:ext cx="47286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635DD634-5FB1-8F06-F203-E8DDF691B28A}"/>
              </a:ext>
            </a:extLst>
          </p:cNvPr>
          <p:cNvSpPr txBox="1"/>
          <p:nvPr/>
        </p:nvSpPr>
        <p:spPr>
          <a:xfrm>
            <a:off x="1514764" y="1340059"/>
            <a:ext cx="2216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額外 手動</a:t>
            </a:r>
            <a:r>
              <a:rPr lang="en-US" altLang="zh-TW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purge</a:t>
            </a:r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步驟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D804B14-4DF4-F063-4F66-BD854826C5FA}"/>
              </a:ext>
            </a:extLst>
          </p:cNvPr>
          <p:cNvCxnSpPr/>
          <p:nvPr/>
        </p:nvCxnSpPr>
        <p:spPr>
          <a:xfrm>
            <a:off x="3417455" y="1283855"/>
            <a:ext cx="314220" cy="258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ECC27FA-A178-DCCD-60BB-CC2C4EF80BE0}"/>
              </a:ext>
            </a:extLst>
          </p:cNvPr>
          <p:cNvCxnSpPr>
            <a:cxnSpLocks/>
          </p:cNvCxnSpPr>
          <p:nvPr/>
        </p:nvCxnSpPr>
        <p:spPr>
          <a:xfrm flipV="1">
            <a:off x="3417455" y="1552313"/>
            <a:ext cx="314220" cy="258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4D8BA4DB-000A-CABF-C89F-D80F28F4F817}"/>
              </a:ext>
            </a:extLst>
          </p:cNvPr>
          <p:cNvCxnSpPr/>
          <p:nvPr/>
        </p:nvCxnSpPr>
        <p:spPr>
          <a:xfrm>
            <a:off x="3731675" y="3716454"/>
            <a:ext cx="472865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5BD9E2-2C78-77B7-3123-4E29E0ADE5DF}"/>
              </a:ext>
            </a:extLst>
          </p:cNvPr>
          <p:cNvSpPr txBox="1"/>
          <p:nvPr/>
        </p:nvSpPr>
        <p:spPr>
          <a:xfrm>
            <a:off x="2087418" y="3547177"/>
            <a:ext cx="14871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6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額外 測漏步驟</a:t>
            </a:r>
            <a:endParaRPr lang="en-US" altLang="zh-TW" sz="1600" dirty="0">
              <a:solidFill>
                <a:schemeClr val="tx2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800691C-71EF-FB83-4993-909D68066709}"/>
              </a:ext>
            </a:extLst>
          </p:cNvPr>
          <p:cNvCxnSpPr/>
          <p:nvPr/>
        </p:nvCxnSpPr>
        <p:spPr>
          <a:xfrm>
            <a:off x="3417455" y="3457837"/>
            <a:ext cx="314220" cy="258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94BD6FDE-35E5-7953-779B-180610EBAAEA}"/>
              </a:ext>
            </a:extLst>
          </p:cNvPr>
          <p:cNvCxnSpPr>
            <a:cxnSpLocks/>
          </p:cNvCxnSpPr>
          <p:nvPr/>
        </p:nvCxnSpPr>
        <p:spPr>
          <a:xfrm flipV="1">
            <a:off x="3417455" y="3726295"/>
            <a:ext cx="314220" cy="2586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09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D57F-C5B6-581A-F09F-D4D604F5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CB9CF937-81CA-1497-9C6C-5DE2F0ACA2C7}"/>
              </a:ext>
            </a:extLst>
          </p:cNvPr>
          <p:cNvSpPr txBox="1"/>
          <p:nvPr/>
        </p:nvSpPr>
        <p:spPr>
          <a:xfrm>
            <a:off x="0" y="46182"/>
            <a:ext cx="7462978" cy="6734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01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、更換 </a:t>
            </a: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BOTTLE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前，務必確認機台為 </a:t>
            </a: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IDLE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</a:p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02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LOADCELL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顯示</a:t>
            </a: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LO"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即可更換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TEOS BOTTLE</a:t>
            </a:r>
          </a:p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03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、把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BOTTLE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上之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MANUAL VALVE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關閉 </a:t>
            </a: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HV13、HV14)</a:t>
            </a:r>
          </a:p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04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、按下 </a:t>
            </a: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CHARGE"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後，</a:t>
            </a: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COMPLETE"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燈亮</a:t>
            </a:r>
          </a:p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05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、按下 </a:t>
            </a: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FREE+CONFIRM"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後，</a:t>
            </a:r>
            <a:r>
              <a:rPr lang="en-US" altLang="zh-TW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"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FREE" </a:t>
            </a:r>
            <a:r>
              <a:rPr lang="zh-TW" altLang="en-US" sz="14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燈亮</a:t>
            </a:r>
          </a:p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06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、依序開 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HV13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V19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V21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、計時 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90 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07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、依序關 </a:t>
            </a:r>
            <a:r>
              <a:rPr 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HV13、V19、V21</a:t>
            </a:r>
          </a:p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08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、依序開 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V18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V19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 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秒後再開 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HV14 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等、</a:t>
            </a: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60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  <a:p>
            <a:pPr>
              <a:lnSpc>
                <a:spcPts val="2900"/>
              </a:lnSpc>
            </a:pPr>
            <a:r>
              <a:rPr lang="en-US" altLang="zh-TW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</a:t>
            </a:r>
            <a:r>
              <a:rPr lang="zh-TW" alt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、依序關 </a:t>
            </a:r>
            <a:r>
              <a:rPr lang="en-US" sz="14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HV14、V19、V18</a:t>
            </a:r>
          </a:p>
          <a:p>
            <a:pPr>
              <a:lnSpc>
                <a:spcPts val="2900"/>
              </a:lnSpc>
            </a:pP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、重複六至九步驟一次</a:t>
            </a:r>
          </a:p>
          <a:p>
            <a:pPr>
              <a:lnSpc>
                <a:spcPts val="29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、按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“CYCLINDER CHANGE”+“CONFIRM”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後燈亮起，確認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HV13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HV14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關著</a:t>
            </a:r>
          </a:p>
          <a:p>
            <a:pPr>
              <a:lnSpc>
                <a:spcPts val="29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、按下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"CONFIRM"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後，開始自動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VACUUM/PURGE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9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、當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VACUUM/PURGE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完成後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響起，按下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"RESET"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進行更換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BOTTLE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動作</a:t>
            </a:r>
          </a:p>
          <a:p>
            <a:pPr>
              <a:lnSpc>
                <a:spcPts val="29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、換好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BOTTLE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，確定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HV13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HV14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關著，按下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"CONFIRM"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VACUUM/PURGE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9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、當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VACUUM/PURGE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完成後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響起按下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"RESET"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"COMPLETE"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燈亮起</a:t>
            </a:r>
          </a:p>
          <a:p>
            <a:pPr>
              <a:lnSpc>
                <a:spcPts val="2900"/>
              </a:lnSpc>
            </a:pP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lang="zh-TW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、按下 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"FREE"+"CONFIRM" </a:t>
            </a:r>
            <a:r>
              <a:rPr lang="zh-TW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後，開 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V18</a:t>
            </a:r>
            <a:r>
              <a:rPr lang="zh-TW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V19 </a:t>
            </a:r>
            <a:r>
              <a:rPr lang="zh-TW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作 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SNOOP </a:t>
            </a:r>
            <a:r>
              <a:rPr lang="zh-TW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測漏，關 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V18</a:t>
            </a:r>
            <a:r>
              <a:rPr lang="zh-TW" altLang="en-US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solidFill>
                  <a:schemeClr val="tx2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V19</a:t>
            </a:r>
            <a:endParaRPr lang="zh-TW" altLang="en-US" sz="1400" dirty="0">
              <a:solidFill>
                <a:schemeClr val="tx2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9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、按下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"COMPLETE"+"CONFIRM"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HV13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HV14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ts val="29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18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、按下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"CHARGE"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，完成更換步驟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一張含有 文字, 筆跡, 功能表, 字型 的圖片&#10;&#10;AI 產生的內容可能不正確。">
            <a:extLst>
              <a:ext uri="{FF2B5EF4-FFF2-40B4-BE49-F238E27FC236}">
                <a16:creationId xmlns:a16="http://schemas.microsoft.com/office/drawing/2014/main" id="{A2C63F50-4A6D-A3CB-4DE1-FDFD2A25721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8225" y="110834"/>
            <a:ext cx="5203775" cy="657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6685F-0367-7A98-8E18-18289C1A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圖表, 方案, 圖解 的圖片&#10;&#10;AI 產生的內容可能不正確。">
            <a:extLst>
              <a:ext uri="{FF2B5EF4-FFF2-40B4-BE49-F238E27FC236}">
                <a16:creationId xmlns:a16="http://schemas.microsoft.com/office/drawing/2014/main" id="{5F804C51-0AB6-F3DD-B8B7-BC4A29BE18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4701" y="1483760"/>
            <a:ext cx="7482597" cy="389048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8C43237-A595-26CE-D6F2-C4C2DB3B765F}"/>
              </a:ext>
            </a:extLst>
          </p:cNvPr>
          <p:cNvSpPr txBox="1"/>
          <p:nvPr/>
        </p:nvSpPr>
        <p:spPr>
          <a:xfrm>
            <a:off x="5346146" y="415948"/>
            <a:ext cx="14997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charge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621E475-B9BC-FF4C-A9EE-62947A9A3400}"/>
              </a:ext>
            </a:extLst>
          </p:cNvPr>
          <p:cNvSpPr txBox="1"/>
          <p:nvPr/>
        </p:nvSpPr>
        <p:spPr>
          <a:xfrm>
            <a:off x="5123232" y="5857277"/>
            <a:ext cx="1945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AV7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C46D7CF-C807-D27B-B773-9F01622BD37A}"/>
              </a:ext>
            </a:extLst>
          </p:cNvPr>
          <p:cNvCxnSpPr/>
          <p:nvPr/>
        </p:nvCxnSpPr>
        <p:spPr>
          <a:xfrm>
            <a:off x="7068765" y="3905026"/>
            <a:ext cx="160288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5DE51E7-966E-D132-2C17-3A53C8CBFACB}"/>
              </a:ext>
            </a:extLst>
          </p:cNvPr>
          <p:cNvCxnSpPr>
            <a:cxnSpLocks/>
          </p:cNvCxnSpPr>
          <p:nvPr/>
        </p:nvCxnSpPr>
        <p:spPr>
          <a:xfrm>
            <a:off x="5723069" y="2506532"/>
            <a:ext cx="1247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F343F283-C326-9B2E-9B4C-24B31AF7040B}"/>
              </a:ext>
            </a:extLst>
          </p:cNvPr>
          <p:cNvCxnSpPr>
            <a:cxnSpLocks/>
          </p:cNvCxnSpPr>
          <p:nvPr/>
        </p:nvCxnSpPr>
        <p:spPr>
          <a:xfrm>
            <a:off x="3098203" y="2173045"/>
            <a:ext cx="20784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9CC1E36-F0BE-F043-49F3-3BAEC697F123}"/>
              </a:ext>
            </a:extLst>
          </p:cNvPr>
          <p:cNvCxnSpPr>
            <a:cxnSpLocks/>
          </p:cNvCxnSpPr>
          <p:nvPr/>
        </p:nvCxnSpPr>
        <p:spPr>
          <a:xfrm>
            <a:off x="5176618" y="2173045"/>
            <a:ext cx="0" cy="125595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1607423C-B95D-24A5-DE44-A0A94DF1D602}"/>
              </a:ext>
            </a:extLst>
          </p:cNvPr>
          <p:cNvCxnSpPr>
            <a:cxnSpLocks/>
          </p:cNvCxnSpPr>
          <p:nvPr/>
        </p:nvCxnSpPr>
        <p:spPr>
          <a:xfrm>
            <a:off x="5723069" y="2506532"/>
            <a:ext cx="0" cy="92246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E42591EB-9D27-F898-0258-FA451E35B318}"/>
              </a:ext>
            </a:extLst>
          </p:cNvPr>
          <p:cNvCxnSpPr>
            <a:cxnSpLocks/>
          </p:cNvCxnSpPr>
          <p:nvPr/>
        </p:nvCxnSpPr>
        <p:spPr>
          <a:xfrm>
            <a:off x="6981309" y="2506532"/>
            <a:ext cx="0" cy="294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橢圓 30">
            <a:extLst>
              <a:ext uri="{FF2B5EF4-FFF2-40B4-BE49-F238E27FC236}">
                <a16:creationId xmlns:a16="http://schemas.microsoft.com/office/drawing/2014/main" id="{E040E9B6-BAB0-FC76-5194-12C4FCAB21A9}"/>
              </a:ext>
            </a:extLst>
          </p:cNvPr>
          <p:cNvSpPr/>
          <p:nvPr/>
        </p:nvSpPr>
        <p:spPr>
          <a:xfrm>
            <a:off x="4587936" y="1818041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FA49FBA5-8620-FC56-6550-E3F896D2B0A0}"/>
              </a:ext>
            </a:extLst>
          </p:cNvPr>
          <p:cNvSpPr/>
          <p:nvPr/>
        </p:nvSpPr>
        <p:spPr>
          <a:xfrm>
            <a:off x="6474911" y="2162286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D877A7BC-158B-5597-B178-23C52A99F168}"/>
              </a:ext>
            </a:extLst>
          </p:cNvPr>
          <p:cNvSpPr/>
          <p:nvPr/>
        </p:nvSpPr>
        <p:spPr>
          <a:xfrm>
            <a:off x="7206431" y="3550023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787C2CEB-13F5-72C0-7903-C1CD73DABE26}"/>
              </a:ext>
            </a:extLst>
          </p:cNvPr>
          <p:cNvCxnSpPr>
            <a:cxnSpLocks/>
          </p:cNvCxnSpPr>
          <p:nvPr/>
        </p:nvCxnSpPr>
        <p:spPr>
          <a:xfrm>
            <a:off x="7079523" y="3576917"/>
            <a:ext cx="0" cy="32810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839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8EC20-92E5-C266-AEAE-B7469FE64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圖表, 方案, 圖解 的圖片&#10;&#10;AI 產生的內容可能不正確。">
            <a:extLst>
              <a:ext uri="{FF2B5EF4-FFF2-40B4-BE49-F238E27FC236}">
                <a16:creationId xmlns:a16="http://schemas.microsoft.com/office/drawing/2014/main" id="{2B7E6120-D9CE-C134-6675-2F89330FE42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4701" y="1483760"/>
            <a:ext cx="7482597" cy="389048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9FC9B01-529A-7778-0C53-279635AD4CB3}"/>
              </a:ext>
            </a:extLst>
          </p:cNvPr>
          <p:cNvSpPr txBox="1"/>
          <p:nvPr/>
        </p:nvSpPr>
        <p:spPr>
          <a:xfrm>
            <a:off x="5346146" y="415948"/>
            <a:ext cx="1694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vacuum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DE7AF57-75FC-D518-0C60-2BC45D038C65}"/>
              </a:ext>
            </a:extLst>
          </p:cNvPr>
          <p:cNvSpPr txBox="1"/>
          <p:nvPr/>
        </p:nvSpPr>
        <p:spPr>
          <a:xfrm>
            <a:off x="5455183" y="5857277"/>
            <a:ext cx="12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AV4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FE551AE-6430-42CA-1CCF-7FC724F69697}"/>
              </a:ext>
            </a:extLst>
          </p:cNvPr>
          <p:cNvCxnSpPr>
            <a:cxnSpLocks/>
          </p:cNvCxnSpPr>
          <p:nvPr/>
        </p:nvCxnSpPr>
        <p:spPr>
          <a:xfrm>
            <a:off x="6366236" y="4615031"/>
            <a:ext cx="228250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BA18545F-8910-D35A-B599-1A0B07253CD8}"/>
              </a:ext>
            </a:extLst>
          </p:cNvPr>
          <p:cNvCxnSpPr>
            <a:cxnSpLocks/>
          </p:cNvCxnSpPr>
          <p:nvPr/>
        </p:nvCxnSpPr>
        <p:spPr>
          <a:xfrm flipV="1">
            <a:off x="4883972" y="2173045"/>
            <a:ext cx="1067201" cy="1022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96E2B565-A8F9-5A64-E5C7-94FA37E50B4F}"/>
              </a:ext>
            </a:extLst>
          </p:cNvPr>
          <p:cNvCxnSpPr>
            <a:cxnSpLocks/>
          </p:cNvCxnSpPr>
          <p:nvPr/>
        </p:nvCxnSpPr>
        <p:spPr>
          <a:xfrm>
            <a:off x="5176618" y="2173045"/>
            <a:ext cx="0" cy="688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12D97AD-B86C-B2E2-73DA-099E02D63A90}"/>
              </a:ext>
            </a:extLst>
          </p:cNvPr>
          <p:cNvCxnSpPr>
            <a:cxnSpLocks/>
          </p:cNvCxnSpPr>
          <p:nvPr/>
        </p:nvCxnSpPr>
        <p:spPr>
          <a:xfrm>
            <a:off x="5717090" y="2173045"/>
            <a:ext cx="0" cy="688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DEF6591B-3B38-B2B6-7F17-32D438ED1D6F}"/>
              </a:ext>
            </a:extLst>
          </p:cNvPr>
          <p:cNvCxnSpPr>
            <a:cxnSpLocks/>
          </p:cNvCxnSpPr>
          <p:nvPr/>
        </p:nvCxnSpPr>
        <p:spPr>
          <a:xfrm>
            <a:off x="6365832" y="2506532"/>
            <a:ext cx="404" cy="21084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橢圓 30">
            <a:extLst>
              <a:ext uri="{FF2B5EF4-FFF2-40B4-BE49-F238E27FC236}">
                <a16:creationId xmlns:a16="http://schemas.microsoft.com/office/drawing/2014/main" id="{3B76EFE0-92E0-DE68-37E5-3420354A16AC}"/>
              </a:ext>
            </a:extLst>
          </p:cNvPr>
          <p:cNvSpPr/>
          <p:nvPr/>
        </p:nvSpPr>
        <p:spPr>
          <a:xfrm>
            <a:off x="5176618" y="1828270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44CC7F6E-000E-6F38-EAAE-ED42C01FCBEF}"/>
              </a:ext>
            </a:extLst>
          </p:cNvPr>
          <p:cNvSpPr/>
          <p:nvPr/>
        </p:nvSpPr>
        <p:spPr>
          <a:xfrm>
            <a:off x="5825764" y="2506532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36ED6DC-4A0F-7A13-B04B-70047822359C}"/>
              </a:ext>
            </a:extLst>
          </p:cNvPr>
          <p:cNvCxnSpPr>
            <a:cxnSpLocks/>
          </p:cNvCxnSpPr>
          <p:nvPr/>
        </p:nvCxnSpPr>
        <p:spPr>
          <a:xfrm>
            <a:off x="5717090" y="2506532"/>
            <a:ext cx="9413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66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圖表, 方案, 圖解 的圖片&#10;&#10;AI 產生的內容可能不正確。">
            <a:extLst>
              <a:ext uri="{FF2B5EF4-FFF2-40B4-BE49-F238E27FC236}">
                <a16:creationId xmlns:a16="http://schemas.microsoft.com/office/drawing/2014/main" id="{96513192-280F-526B-2B62-8C3C36D827F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4701" y="1483760"/>
            <a:ext cx="7482597" cy="389048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86178DC-9B66-7968-1BD4-52C8652B5D57}"/>
              </a:ext>
            </a:extLst>
          </p:cNvPr>
          <p:cNvSpPr txBox="1"/>
          <p:nvPr/>
        </p:nvSpPr>
        <p:spPr>
          <a:xfrm>
            <a:off x="5346146" y="415948"/>
            <a:ext cx="13313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purge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606C694-77D7-E3B5-F014-700F23F6A573}"/>
              </a:ext>
            </a:extLst>
          </p:cNvPr>
          <p:cNvSpPr txBox="1"/>
          <p:nvPr/>
        </p:nvSpPr>
        <p:spPr>
          <a:xfrm>
            <a:off x="5472160" y="5857277"/>
            <a:ext cx="12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AV2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10297EC-0051-1291-D747-93D4FA40C0F8}"/>
              </a:ext>
            </a:extLst>
          </p:cNvPr>
          <p:cNvCxnSpPr>
            <a:cxnSpLocks/>
          </p:cNvCxnSpPr>
          <p:nvPr/>
        </p:nvCxnSpPr>
        <p:spPr>
          <a:xfrm>
            <a:off x="5723069" y="2506532"/>
            <a:ext cx="9544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A1FAF0B-0941-7FA8-6DB8-BC97ECF1E652}"/>
              </a:ext>
            </a:extLst>
          </p:cNvPr>
          <p:cNvCxnSpPr>
            <a:cxnSpLocks/>
          </p:cNvCxnSpPr>
          <p:nvPr/>
        </p:nvCxnSpPr>
        <p:spPr>
          <a:xfrm>
            <a:off x="3140364" y="2162285"/>
            <a:ext cx="2808615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618D137-50D2-E390-A454-2F6CFFC25001}"/>
              </a:ext>
            </a:extLst>
          </p:cNvPr>
          <p:cNvCxnSpPr>
            <a:cxnSpLocks/>
          </p:cNvCxnSpPr>
          <p:nvPr/>
        </p:nvCxnSpPr>
        <p:spPr>
          <a:xfrm>
            <a:off x="5176618" y="2173045"/>
            <a:ext cx="0" cy="62797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ACDE0A7C-665C-A421-6168-25358FA5D82F}"/>
              </a:ext>
            </a:extLst>
          </p:cNvPr>
          <p:cNvCxnSpPr>
            <a:cxnSpLocks/>
          </p:cNvCxnSpPr>
          <p:nvPr/>
        </p:nvCxnSpPr>
        <p:spPr>
          <a:xfrm>
            <a:off x="5723069" y="2162285"/>
            <a:ext cx="0" cy="6387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4BDD8631-DA4F-8E7E-2326-4333FEC09A0C}"/>
              </a:ext>
            </a:extLst>
          </p:cNvPr>
          <p:cNvCxnSpPr>
            <a:cxnSpLocks/>
          </p:cNvCxnSpPr>
          <p:nvPr/>
        </p:nvCxnSpPr>
        <p:spPr>
          <a:xfrm>
            <a:off x="6346810" y="2506532"/>
            <a:ext cx="0" cy="294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橢圓 30">
            <a:extLst>
              <a:ext uri="{FF2B5EF4-FFF2-40B4-BE49-F238E27FC236}">
                <a16:creationId xmlns:a16="http://schemas.microsoft.com/office/drawing/2014/main" id="{18107E1C-86A9-2105-5FAD-7266F1E520C7}"/>
              </a:ext>
            </a:extLst>
          </p:cNvPr>
          <p:cNvSpPr/>
          <p:nvPr/>
        </p:nvSpPr>
        <p:spPr>
          <a:xfrm>
            <a:off x="4558857" y="1817645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C1E6793A-C480-CBE5-A1AA-E409ECE22412}"/>
              </a:ext>
            </a:extLst>
          </p:cNvPr>
          <p:cNvSpPr/>
          <p:nvPr/>
        </p:nvSpPr>
        <p:spPr>
          <a:xfrm>
            <a:off x="5201924" y="1827875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3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E5891-A9D9-6FC2-8C08-C07CF184C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圖表, 方案, 圖解 的圖片&#10;&#10;AI 產生的內容可能不正確。">
            <a:extLst>
              <a:ext uri="{FF2B5EF4-FFF2-40B4-BE49-F238E27FC236}">
                <a16:creationId xmlns:a16="http://schemas.microsoft.com/office/drawing/2014/main" id="{1D3202C7-EF22-A837-D02C-FBACFCC909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4701" y="1483760"/>
            <a:ext cx="7482597" cy="389048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4EB480C-E9D5-BCDB-7716-FFDDD19B0C30}"/>
              </a:ext>
            </a:extLst>
          </p:cNvPr>
          <p:cNvSpPr txBox="1"/>
          <p:nvPr/>
        </p:nvSpPr>
        <p:spPr>
          <a:xfrm>
            <a:off x="2708696" y="415948"/>
            <a:ext cx="67746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cylinder change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</a:t>
            </a:r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MV open)</a:t>
            </a:r>
            <a:br>
              <a:rPr lang="en-US" altLang="zh-TW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換完鋼瓶後，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charge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tank2)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C6A7438-7880-8459-25B3-C2E9BF424BFC}"/>
              </a:ext>
            </a:extLst>
          </p:cNvPr>
          <p:cNvSpPr txBox="1"/>
          <p:nvPr/>
        </p:nvSpPr>
        <p:spPr>
          <a:xfrm>
            <a:off x="5123232" y="5857277"/>
            <a:ext cx="1945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AV1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AV6</a:t>
            </a: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15C7383-4C0D-1241-57AB-B5CB24679C73}"/>
              </a:ext>
            </a:extLst>
          </p:cNvPr>
          <p:cNvCxnSpPr>
            <a:cxnSpLocks/>
          </p:cNvCxnSpPr>
          <p:nvPr/>
        </p:nvCxnSpPr>
        <p:spPr>
          <a:xfrm flipV="1">
            <a:off x="7509948" y="2092361"/>
            <a:ext cx="1108324" cy="699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633E809-9C6B-CAF4-6621-7240E4C0921C}"/>
              </a:ext>
            </a:extLst>
          </p:cNvPr>
          <p:cNvCxnSpPr>
            <a:cxnSpLocks/>
          </p:cNvCxnSpPr>
          <p:nvPr/>
        </p:nvCxnSpPr>
        <p:spPr>
          <a:xfrm>
            <a:off x="5723069" y="2506532"/>
            <a:ext cx="1247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F9F09A5-574D-0E3C-1859-672A6A66B4DC}"/>
              </a:ext>
            </a:extLst>
          </p:cNvPr>
          <p:cNvCxnSpPr>
            <a:cxnSpLocks/>
          </p:cNvCxnSpPr>
          <p:nvPr/>
        </p:nvCxnSpPr>
        <p:spPr>
          <a:xfrm>
            <a:off x="3098203" y="2173045"/>
            <a:ext cx="207841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05ADC611-5EA9-E3B7-32C0-943AD74827DE}"/>
              </a:ext>
            </a:extLst>
          </p:cNvPr>
          <p:cNvCxnSpPr>
            <a:cxnSpLocks/>
          </p:cNvCxnSpPr>
          <p:nvPr/>
        </p:nvCxnSpPr>
        <p:spPr>
          <a:xfrm>
            <a:off x="5176618" y="2173045"/>
            <a:ext cx="0" cy="125595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60941163-985A-F664-0E7D-2D889926FA02}"/>
              </a:ext>
            </a:extLst>
          </p:cNvPr>
          <p:cNvCxnSpPr>
            <a:cxnSpLocks/>
          </p:cNvCxnSpPr>
          <p:nvPr/>
        </p:nvCxnSpPr>
        <p:spPr>
          <a:xfrm>
            <a:off x="5723069" y="2506532"/>
            <a:ext cx="0" cy="92246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D7402819-E0EE-ED0E-B13D-8181C50BB077}"/>
              </a:ext>
            </a:extLst>
          </p:cNvPr>
          <p:cNvCxnSpPr>
            <a:cxnSpLocks/>
          </p:cNvCxnSpPr>
          <p:nvPr/>
        </p:nvCxnSpPr>
        <p:spPr>
          <a:xfrm>
            <a:off x="6981309" y="2506532"/>
            <a:ext cx="0" cy="29449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橢圓 30">
            <a:extLst>
              <a:ext uri="{FF2B5EF4-FFF2-40B4-BE49-F238E27FC236}">
                <a16:creationId xmlns:a16="http://schemas.microsoft.com/office/drawing/2014/main" id="{4123DCE3-9A60-5D60-E379-4B39B10D3075}"/>
              </a:ext>
            </a:extLst>
          </p:cNvPr>
          <p:cNvSpPr/>
          <p:nvPr/>
        </p:nvSpPr>
        <p:spPr>
          <a:xfrm>
            <a:off x="4587936" y="1818041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8264E839-1A7D-637E-E401-F71D7A29BB4D}"/>
              </a:ext>
            </a:extLst>
          </p:cNvPr>
          <p:cNvSpPr/>
          <p:nvPr/>
        </p:nvSpPr>
        <p:spPr>
          <a:xfrm>
            <a:off x="6474911" y="2162286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2371275-BC91-1942-DB64-F0ACAFBDDF25}"/>
              </a:ext>
            </a:extLst>
          </p:cNvPr>
          <p:cNvSpPr/>
          <p:nvPr/>
        </p:nvSpPr>
        <p:spPr>
          <a:xfrm>
            <a:off x="7509948" y="2323253"/>
            <a:ext cx="540472" cy="3550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2100F55-81F7-2096-1D73-7B2FA00B0479}"/>
              </a:ext>
            </a:extLst>
          </p:cNvPr>
          <p:cNvCxnSpPr>
            <a:cxnSpLocks/>
          </p:cNvCxnSpPr>
          <p:nvPr/>
        </p:nvCxnSpPr>
        <p:spPr>
          <a:xfrm>
            <a:off x="7541817" y="2127323"/>
            <a:ext cx="0" cy="6736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278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</TotalTime>
  <Words>358</Words>
  <Application>Microsoft Office PowerPoint</Application>
  <PresentationFormat>寬螢幕</PresentationFormat>
  <Paragraphs>39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微軟正黑體</vt:lpstr>
      <vt:lpstr>Aptos</vt:lpstr>
      <vt:lpstr>Aptos Display</vt:lpstr>
      <vt:lpstr>Arial</vt:lpstr>
      <vt:lpstr>Office 佈景主題</vt:lpstr>
      <vt:lpstr>TEOS RS90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S220 JYLin</dc:creator>
  <cp:lastModifiedBy>S220 JYLin</cp:lastModifiedBy>
  <cp:revision>17</cp:revision>
  <dcterms:created xsi:type="dcterms:W3CDTF">2025-07-08T07:04:49Z</dcterms:created>
  <dcterms:modified xsi:type="dcterms:W3CDTF">2025-08-06T07:36:07Z</dcterms:modified>
</cp:coreProperties>
</file>