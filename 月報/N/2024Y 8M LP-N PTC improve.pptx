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1" r:id="rId5"/>
    <p:sldId id="278" r:id="rId6"/>
    <p:sldId id="293" r:id="rId7"/>
    <p:sldId id="289" r:id="rId8"/>
    <p:sldId id="292" r:id="rId9"/>
    <p:sldId id="285" r:id="rId10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3FD"/>
    <a:srgbClr val="E61C0E"/>
    <a:srgbClr val="FFFFFF"/>
    <a:srgbClr val="D00600"/>
    <a:srgbClr val="FC2110"/>
    <a:srgbClr val="FE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8" autoAdjust="0"/>
    <p:restoredTop sz="93082" autoAdjust="0"/>
  </p:normalViewPr>
  <p:slideViewPr>
    <p:cSldViewPr>
      <p:cViewPr varScale="1">
        <p:scale>
          <a:sx n="140" d="100"/>
          <a:sy n="140" d="100"/>
        </p:scale>
        <p:origin x="68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47A89145-DD1C-410E-B4D8-8E86C723317F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017D77-740A-4F12-B318-C72042897F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C67B3A3F-8AE0-47DE-A185-E9AD45ADD439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8F8039-F7FD-4B08-9868-C7F9473631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9220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D7A055C-8035-4FA6-853F-B71580D0541D}" type="datetime1">
              <a:rPr lang="zh-TW" altLang="en-US" smtClean="0"/>
              <a:pPr>
                <a:spcBef>
                  <a:spcPct val="0"/>
                </a:spcBef>
              </a:pPr>
              <a:t>2024/9/6</a:t>
            </a:fld>
            <a:endParaRPr lang="zh-TW" altLang="en-US"/>
          </a:p>
        </p:txBody>
      </p:sp>
      <p:sp>
        <p:nvSpPr>
          <p:cNvPr id="9221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9222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2FD2A96-ABDC-4EE3-B4E5-51C25F98CD96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172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F15FCF-ECA3-402A-8002-6F7354752FA6}" type="datetime1">
              <a:rPr lang="zh-TW" altLang="en-US" smtClean="0"/>
              <a:pPr>
                <a:spcBef>
                  <a:spcPct val="0"/>
                </a:spcBef>
              </a:pPr>
              <a:t>2024/9/6</a:t>
            </a:fld>
            <a:endParaRPr lang="zh-TW" altLang="en-US"/>
          </a:p>
        </p:txBody>
      </p:sp>
      <p:sp>
        <p:nvSpPr>
          <p:cNvPr id="7173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174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76619A-C3C7-4F0A-B5DA-0BF429CA244E}" type="slidenum">
              <a:rPr lang="zh-TW" altLang="en-US" smtClean="0"/>
              <a:pPr>
                <a:spcBef>
                  <a:spcPct val="0"/>
                </a:spcBef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558"/>
            <a:ext cx="7772400" cy="972108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09732"/>
            <a:ext cx="6400800" cy="432048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4767263"/>
            <a:ext cx="1916112" cy="274637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8DEF7AA9-D147-4E2E-A7C7-C6EABCADBFA2}" type="datetime1">
              <a:rPr lang="zh-TW" altLang="en-US"/>
              <a:pPr>
                <a:defRPr/>
              </a:pPr>
              <a:t>2024/9/6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4462463"/>
            <a:ext cx="1887537" cy="274637"/>
          </a:xfrm>
          <a:prstGeom prst="rect">
            <a:avLst/>
          </a:prstGeom>
        </p:spPr>
        <p:txBody>
          <a:bodyPr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1DF38873-D797-4D06-ACEE-35F16CC32B1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58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2862B-7A59-417C-A2C7-2DF54C71AC0D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8CEB7-A7EA-4F51-A623-09E17A8E52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9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F5877-03FB-4D87-833C-FD2140FA6834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35ACE-6666-4350-8311-BF1805BD8E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60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50ABE-E289-466F-B582-1C27F694D2BD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5636B-D40F-482F-A302-3C9A9BC2F7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15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FD4B6-05A2-4A30-BA5B-36E99AF157C9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0C6B4-379E-4C80-9BE2-F513B72C2F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25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A4DAC-88FF-4209-A6DB-BC5C0E7C5863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4983C-2EC8-487D-97FD-B32A88E21B9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54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D51EA-47EB-4E4F-851B-B2FEC295B2A4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1D928-9AEF-49F2-8AC9-F28EFA3437F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7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AF0FF-481A-4B2C-AA6F-B40E4B0A3F8C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C0331-55C9-4E35-AE63-E694832CAA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26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5931-F179-4B66-9D40-E2C8C67574CA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053CF-E329-40DA-A72C-500FAD92FCA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0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5B0CD-80D4-4DCB-B0CE-567134A5FB09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E5B55-E6B7-47F8-8286-5457D3809D3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59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3CEA-F8BE-4E06-9D81-C904C676534B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6376-A9D7-4DD3-956E-4BF6F02760C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2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6EFEF3-9013-4392-93B5-4010AD8E10F7}" type="datetime1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2363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fld id="{A9402868-4A47-41EB-A7FE-14E328FD93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73" r:id="rId1"/>
    <p:sldLayoutId id="2147487563" r:id="rId2"/>
    <p:sldLayoutId id="2147487564" r:id="rId3"/>
    <p:sldLayoutId id="2147487565" r:id="rId4"/>
    <p:sldLayoutId id="2147487566" r:id="rId5"/>
    <p:sldLayoutId id="2147487567" r:id="rId6"/>
    <p:sldLayoutId id="2147487568" r:id="rId7"/>
    <p:sldLayoutId id="2147487569" r:id="rId8"/>
    <p:sldLayoutId id="2147487570" r:id="rId9"/>
    <p:sldLayoutId id="2147487571" r:id="rId10"/>
    <p:sldLayoutId id="214748757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41189" y="840383"/>
            <a:ext cx="8710736" cy="9715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 8M LP-N PTC Improve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(&lt;0.4%)</a:t>
            </a:r>
            <a:endParaRPr lang="zh-TW" altLang="en-US" sz="3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550" y="2355850"/>
            <a:ext cx="7777163" cy="1836738"/>
          </a:xfrm>
        </p:spPr>
        <p:txBody>
          <a:bodyPr/>
          <a:lstStyle/>
          <a:p>
            <a:pPr algn="l">
              <a:buFont typeface="Arial" charset="0"/>
              <a:buNone/>
              <a:defRPr/>
            </a:pPr>
            <a:endParaRPr lang="zh-TW" altLang="en-US" dirty="0"/>
          </a:p>
          <a:p>
            <a:pPr marL="457200" indent="-457200" algn="l">
              <a:buFont typeface="Wingdings" panose="05000000000000000000" pitchFamily="2" charset="2"/>
              <a:buChar char="Ø"/>
              <a:defRPr/>
            </a:pPr>
            <a:endParaRPr lang="en-US" altLang="zh-TW" dirty="0">
              <a:latin typeface="新細明體"/>
            </a:endParaRPr>
          </a:p>
        </p:txBody>
      </p:sp>
      <p:sp>
        <p:nvSpPr>
          <p:cNvPr id="5125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790340-9C5D-41D9-8B45-F2853DC672D8}" type="slidenum">
              <a:rPr lang="zh-TW" altLang="en-US" sz="1200" b="0" smtClean="0">
                <a:solidFill>
                  <a:srgbClr val="0D0D0D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0</a:t>
            </a:fld>
            <a:endParaRPr lang="zh-TW" altLang="en-US" sz="1200" b="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72761A3-9A50-C94D-2B90-26507FC7B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958" y="608535"/>
            <a:ext cx="5585546" cy="274761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9A0A4AC-886B-55E2-A076-9424AB491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78" y="3543814"/>
            <a:ext cx="8894122" cy="828136"/>
          </a:xfrm>
          <a:prstGeom prst="rect">
            <a:avLst/>
          </a:prstGeom>
        </p:spPr>
      </p:pic>
      <p:sp>
        <p:nvSpPr>
          <p:cNvPr id="8194" name="標題 1"/>
          <p:cNvSpPr>
            <a:spLocks noGrp="1"/>
          </p:cNvSpPr>
          <p:nvPr>
            <p:ph type="title"/>
          </p:nvPr>
        </p:nvSpPr>
        <p:spPr>
          <a:xfrm>
            <a:off x="461067" y="29686"/>
            <a:ext cx="7056437" cy="5842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</p:txBody>
      </p:sp>
      <p:sp>
        <p:nvSpPr>
          <p:cNvPr id="8195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82396F-8060-4EDD-BB8A-469E869CF8A1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2747AF8E-9A7E-616D-1920-8C714E7DE3F6}"/>
              </a:ext>
            </a:extLst>
          </p:cNvPr>
          <p:cNvSpPr txBox="1">
            <a:spLocks/>
          </p:cNvSpPr>
          <p:nvPr/>
        </p:nvSpPr>
        <p:spPr bwMode="auto">
          <a:xfrm>
            <a:off x="323528" y="4465745"/>
            <a:ext cx="8712968" cy="38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8M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522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EE2A028-C33F-7057-6759-06BE7172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56" y="876765"/>
            <a:ext cx="8784976" cy="19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9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3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CA60799-D376-0C65-6F02-BC0113845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4" y="732910"/>
            <a:ext cx="7963396" cy="3278999"/>
          </a:xfrm>
          <a:prstGeom prst="rect">
            <a:avLst/>
          </a:prstGeom>
        </p:spPr>
      </p:pic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540321" y="111412"/>
            <a:ext cx="6407943" cy="47891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kumimoji="1"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PM Fail Rate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91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733C1A-366C-46A9-ACFE-98A948EB83ED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12292" name="內容版面配置區 2"/>
          <p:cNvSpPr txBox="1">
            <a:spLocks/>
          </p:cNvSpPr>
          <p:nvPr/>
        </p:nvSpPr>
        <p:spPr bwMode="auto">
          <a:xfrm>
            <a:off x="586479" y="4227934"/>
            <a:ext cx="8301588" cy="61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84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8M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8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</p:txBody>
      </p:sp>
    </p:spTree>
    <p:extLst>
      <p:ext uri="{BB962C8B-B14F-4D97-AF65-F5344CB8AC3E}">
        <p14:creationId xmlns:p14="http://schemas.microsoft.com/office/powerpoint/2010/main" val="211285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0B657D-B6F2-40F2-ADE5-4F6F3B163ACE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 bwMode="auto">
          <a:xfrm>
            <a:off x="395536" y="699542"/>
            <a:ext cx="864096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000" indent="-34200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8M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522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 marL="0" indent="0">
              <a:buNone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Fail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84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8M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8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1D6115-42C4-9773-7644-48FF3404DDCB}"/>
              </a:ext>
            </a:extLst>
          </p:cNvPr>
          <p:cNvSpPr txBox="1"/>
          <p:nvPr/>
        </p:nvSpPr>
        <p:spPr>
          <a:xfrm>
            <a:off x="489817" y="195486"/>
            <a:ext cx="148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Summary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表單" ma:contentTypeID="0x01010100D78A8C50EF1FB546AAF10AA08C1608BD" ma:contentTypeVersion="2" ma:contentTypeDescription="填寫此表單。" ma:contentTypeScope="" ma:versionID="e3d6cb213e3ec50ffa519a25aed417b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9033d170d380089453e8ce40f92eacf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顯示合併檢視" ma:hidden="true" ma:internalName="ShowCombineView">
      <xsd:simpleType>
        <xsd:restriction base="dms:Text"/>
      </xsd:simpleType>
    </xsd:element>
    <xsd:element name="ShowRepairView" ma:index="10" nillable="true" ma:displayName="顯示修復檢視" ma:hidden="true" ma:internalName="ShowRepairView">
      <xsd:simpleType>
        <xsd:restriction base="dms:Text"/>
      </xsd:simpleType>
    </xsd:element>
    <xsd:element name="TemplateUrl" ma:index="11" nillable="true" ma:displayName="範本連結" ma:hidden="true" ma:internalName="TemplateUrl">
      <xsd:simpleType>
        <xsd:restriction base="dms:Text"/>
      </xsd:simpleType>
    </xsd:element>
    <xsd:element name="xd_ProgID" ma:index="12" nillable="true" ma:displayName="HTML 檔案連結" ma:hidden="true" ma:internalName="xd_Prog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ShowRepairView xmlns="http://schemas.microsoft.com/sharepoint/v3" xsi:nil="true"/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92B0F15-A9AA-43EF-9F6C-261957330B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D02AF-B846-4A84-9FB8-723F507B3F73}">
  <ds:schemaRefs>
    <ds:schemaRef ds:uri="http://schemas.openxmlformats.org/package/2006/metadata/core-properties"/>
    <ds:schemaRef ds:uri="http://schemas.microsoft.com/sharepoint/v3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61757</TotalTime>
  <Words>179</Words>
  <Application>Microsoft Office PowerPoint</Application>
  <PresentationFormat>如螢幕大小 (16:9)</PresentationFormat>
  <Paragraphs>27</Paragraphs>
  <Slides>6</Slides>
  <Notes>2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新細明體</vt:lpstr>
      <vt:lpstr>Arial</vt:lpstr>
      <vt:lpstr>Calibri</vt:lpstr>
      <vt:lpstr>Wingdings</vt:lpstr>
      <vt:lpstr>Office Theme</vt:lpstr>
      <vt:lpstr>2024 8M LP-N PTC Improve (&lt;0.4%)</vt:lpstr>
      <vt:lpstr>LP-N PTC Improve： Target &lt; 0.4%</vt:lpstr>
      <vt:lpstr>LP-N PTC OOC 說明</vt:lpstr>
      <vt:lpstr>LP-N PTC OOS 說明</vt:lpstr>
      <vt:lpstr>2024Y LP-Nitride PM Fail Rate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WCLin15</cp:lastModifiedBy>
  <cp:revision>699</cp:revision>
  <dcterms:created xsi:type="dcterms:W3CDTF">2012-03-21T02:57:47Z</dcterms:created>
  <dcterms:modified xsi:type="dcterms:W3CDTF">2024-09-06T01:16:59Z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0x01010100D78A8C50EF1FB546AAF10AA08C1608BD</vt:lpwstr>
  </property>
</Properties>
</file>