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61" r:id="rId5"/>
    <p:sldId id="278" r:id="rId6"/>
    <p:sldId id="293" r:id="rId7"/>
    <p:sldId id="289" r:id="rId8"/>
    <p:sldId id="292" r:id="rId9"/>
    <p:sldId id="294" r:id="rId10"/>
    <p:sldId id="285" r:id="rId11"/>
  </p:sldIdLst>
  <p:sldSz cx="9144000" cy="5143500" type="screen16x9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63FD"/>
    <a:srgbClr val="E61C0E"/>
    <a:srgbClr val="FFFFFF"/>
    <a:srgbClr val="D00600"/>
    <a:srgbClr val="FC2110"/>
    <a:srgbClr val="FE0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25E5076-3810-47DD-B79F-674D7AD40C01}" styleName="深色樣式 1 - 輔色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深色樣式 1 - 輔色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深色樣式 1 - 輔色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深色樣式 1 - 輔色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淺色樣式 2 - 輔色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58" autoAdjust="0"/>
    <p:restoredTop sz="93082" autoAdjust="0"/>
  </p:normalViewPr>
  <p:slideViewPr>
    <p:cSldViewPr>
      <p:cViewPr varScale="1">
        <p:scale>
          <a:sx n="140" d="100"/>
          <a:sy n="140" d="100"/>
        </p:scale>
        <p:origin x="684" y="11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47A89145-DD1C-410E-B4D8-8E86C723317F}" type="datetimeFigureOut">
              <a:rPr lang="zh-TW" altLang="en-US"/>
              <a:pPr>
                <a:defRPr/>
              </a:pPr>
              <a:t>2024/11/13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r>
              <a:rPr lang="en-US" altLang="zh-TW"/>
              <a:t>Confidential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2017D77-740A-4F12-B318-C72042897F6A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C67B3A3F-8AE0-47DE-A185-E9AD45ADD439}" type="datetimeFigureOut">
              <a:rPr lang="zh-TW" altLang="en-US"/>
              <a:pPr>
                <a:defRPr/>
              </a:pPr>
              <a:t>2024/11/13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  <a:endParaRPr lang="zh-TW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r>
              <a:rPr lang="en-US" altLang="zh-TW"/>
              <a:t>Confidential</a:t>
            </a: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58F8039-F7FD-4B08-9868-C7F94736314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dirty="0"/>
          </a:p>
        </p:txBody>
      </p:sp>
      <p:sp>
        <p:nvSpPr>
          <p:cNvPr id="9220" name="日期版面配置區 3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D7A055C-8035-4FA6-853F-B71580D0541D}" type="datetime1">
              <a:rPr lang="zh-TW" altLang="en-US" smtClean="0"/>
              <a:pPr>
                <a:spcBef>
                  <a:spcPct val="0"/>
                </a:spcBef>
              </a:pPr>
              <a:t>2024/11/13</a:t>
            </a:fld>
            <a:endParaRPr lang="zh-TW" altLang="en-US"/>
          </a:p>
        </p:txBody>
      </p:sp>
      <p:sp>
        <p:nvSpPr>
          <p:cNvPr id="9221" name="頁尾版面配置區 4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TW"/>
              <a:t>Confidential</a:t>
            </a:r>
            <a:endParaRPr lang="zh-TW" altLang="en-US"/>
          </a:p>
        </p:txBody>
      </p:sp>
      <p:sp>
        <p:nvSpPr>
          <p:cNvPr id="9222" name="投影片編號版面配置區 5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2FD2A96-ABDC-4EE3-B4E5-51C25F98CD96}" type="slidenum">
              <a:rPr lang="zh-TW" altLang="en-US" smtClean="0"/>
              <a:pPr>
                <a:spcBef>
                  <a:spcPct val="0"/>
                </a:spcBef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7172" name="日期版面配置區 3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8F15FCF-ECA3-402A-8002-6F7354752FA6}" type="datetime1">
              <a:rPr lang="zh-TW" altLang="en-US" smtClean="0"/>
              <a:pPr>
                <a:spcBef>
                  <a:spcPct val="0"/>
                </a:spcBef>
              </a:pPr>
              <a:t>2024/11/13</a:t>
            </a:fld>
            <a:endParaRPr lang="zh-TW" altLang="en-US"/>
          </a:p>
        </p:txBody>
      </p:sp>
      <p:sp>
        <p:nvSpPr>
          <p:cNvPr id="7173" name="頁尾版面配置區 4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TW"/>
              <a:t>Confidential</a:t>
            </a:r>
            <a:endParaRPr lang="zh-TW" altLang="en-US"/>
          </a:p>
        </p:txBody>
      </p:sp>
      <p:sp>
        <p:nvSpPr>
          <p:cNvPr id="7174" name="投影片編號版面配置區 5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D76619A-C3C7-4F0A-B5DA-0BF429CA244E}" type="slidenum">
              <a:rPr lang="zh-TW" altLang="en-US" smtClean="0"/>
              <a:pPr>
                <a:spcBef>
                  <a:spcPct val="0"/>
                </a:spcBef>
              </a:pPr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3558"/>
            <a:ext cx="7772400" cy="972108"/>
          </a:xfrm>
        </p:spPr>
        <p:txBody>
          <a:bodyPr>
            <a:normAutofit/>
          </a:bodyPr>
          <a:lstStyle>
            <a:lvl1pPr algn="ctr">
              <a:defRPr sz="4000">
                <a:solidFill>
                  <a:srgbClr val="E61C0E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409732"/>
            <a:ext cx="6400800" cy="432048"/>
          </a:xfrm>
        </p:spPr>
        <p:txBody>
          <a:bodyPr>
            <a:normAutofit/>
          </a:bodyPr>
          <a:lstStyle>
            <a:lvl1pPr marL="0" indent="0" algn="ctr">
              <a:buNone/>
              <a:defRPr sz="3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dirty="0"/>
              <a:t>Click to edit Master subtitle style</a:t>
            </a:r>
            <a:endParaRPr lang="zh-TW" alt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7164388" y="4767263"/>
            <a:ext cx="1916112" cy="274637"/>
          </a:xfrm>
        </p:spPr>
        <p:txBody>
          <a:bodyPr/>
          <a:lstStyle>
            <a:lvl1pPr algn="ctr">
              <a:defRPr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>
              <a:defRPr/>
            </a:pPr>
            <a:fld id="{8DEF7AA9-D147-4E2E-A7C7-C6EABCADBFA2}" type="datetime1">
              <a:rPr lang="zh-TW" altLang="en-US"/>
              <a:pPr>
                <a:defRPr/>
              </a:pPr>
              <a:t>2024/11/13</a:t>
            </a:fld>
            <a:endParaRPr lang="zh-TW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164388" y="4462463"/>
            <a:ext cx="1887537" cy="274637"/>
          </a:xfrm>
          <a:prstGeom prst="rect">
            <a:avLst/>
          </a:prstGeom>
        </p:spPr>
        <p:txBody>
          <a:bodyPr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0" sz="1800" b="1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TW" altLang="en-US"/>
              <a:t>報告人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D0D0D"/>
                </a:solidFill>
              </a:defRPr>
            </a:lvl1pPr>
          </a:lstStyle>
          <a:p>
            <a:pPr>
              <a:defRPr/>
            </a:pPr>
            <a:fld id="{1DF38873-D797-4D06-ACEE-35F16CC32B1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4587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742950" indent="-285750">
              <a:spcBef>
                <a:spcPts val="1000"/>
              </a:spcBef>
              <a:buFont typeface="Arial" pitchFamily="34" charset="0"/>
              <a:buChar char="•"/>
              <a:defRPr/>
            </a:lvl2pPr>
            <a:lvl3pPr>
              <a:spcBef>
                <a:spcPts val="1000"/>
              </a:spcBef>
              <a:defRPr/>
            </a:lvl3pPr>
            <a:lvl4pPr marL="1714500" indent="-342900">
              <a:spcBef>
                <a:spcPts val="1000"/>
              </a:spcBef>
              <a:buFont typeface="Calibri" pitchFamily="34" charset="0"/>
              <a:buChar char="»"/>
              <a:defRPr/>
            </a:lvl4pPr>
            <a:lvl5pPr marL="2057400" indent="-228600">
              <a:spcBef>
                <a:spcPts val="1000"/>
              </a:spcBef>
              <a:buFont typeface="Arial" pitchFamily="34" charset="0"/>
              <a:buChar char="»"/>
              <a:defRPr/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02862B-7A59-417C-A2C7-2DF54C71AC0D}" type="datetime1">
              <a:rPr lang="zh-TW" altLang="en-US"/>
              <a:pPr>
                <a:defRPr/>
              </a:pPr>
              <a:t>2024/11/13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F8CEB7-A7EA-4F51-A623-09E17A8E52D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592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FF5877-03FB-4D87-833C-FD2140FA6834}" type="datetime1">
              <a:rPr lang="zh-TW" altLang="en-US"/>
              <a:pPr>
                <a:defRPr/>
              </a:pPr>
              <a:t>2024/11/13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235ACE-6666-4350-8311-BF1805BD8E3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9607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250ABE-E289-466F-B582-1C27F694D2BD}" type="datetime1">
              <a:rPr lang="zh-TW" altLang="en-US"/>
              <a:pPr>
                <a:defRPr/>
              </a:pPr>
              <a:t>2024/11/13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45636B-D40F-482F-A302-3C9A9BC2F74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4154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DFD4B6-05A2-4A30-BA5B-36E99AF157C9}" type="datetime1">
              <a:rPr lang="zh-TW" altLang="en-US"/>
              <a:pPr>
                <a:defRPr/>
              </a:pPr>
              <a:t>2024/11/13</a:t>
            </a:fld>
            <a:endParaRPr lang="zh-TW" alt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B0C6B4-379E-4C80-9BE2-F513B72C2FE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9251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4A4DAC-88FF-4209-A6DB-BC5C0E7C5863}" type="datetime1">
              <a:rPr lang="zh-TW" altLang="en-US"/>
              <a:pPr>
                <a:defRPr/>
              </a:pPr>
              <a:t>2024/11/13</a:t>
            </a:fld>
            <a:endParaRPr lang="zh-TW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C4983C-2EC8-487D-97FD-B32A88E21B9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5544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5D51EA-47EB-4E4F-851B-B2FEC295B2A4}" type="datetime1">
              <a:rPr lang="zh-TW" altLang="en-US"/>
              <a:pPr>
                <a:defRPr/>
              </a:pPr>
              <a:t>2024/11/13</a:t>
            </a:fld>
            <a:endParaRPr lang="zh-TW" altLang="en-US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21D928-9AEF-49F2-8AC9-F28EFA3437F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9774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2AF0FF-481A-4B2C-AA6F-B40E4B0A3F8C}" type="datetime1">
              <a:rPr lang="zh-TW" altLang="en-US"/>
              <a:pPr>
                <a:defRPr/>
              </a:pPr>
              <a:t>2024/11/13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EC0331-55C9-4E35-AE63-E694832CAA4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4262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795931-F179-4B66-9D40-E2C8C67574CA}" type="datetime1">
              <a:rPr lang="zh-TW" altLang="en-US"/>
              <a:pPr>
                <a:defRPr/>
              </a:pPr>
              <a:t>2024/11/13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3053CF-E329-40DA-A72C-500FAD92FCA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2048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65B0CD-80D4-4DCB-B0CE-567134A5FB09}" type="datetime1">
              <a:rPr lang="zh-TW" altLang="en-US"/>
              <a:pPr>
                <a:defRPr/>
              </a:pPr>
              <a:t>2024/11/13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8E5B55-E6B7-47F8-8286-5457D3809D3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5598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1C3CEA-F8BE-4E06-9D81-C904C676534B}" type="datetime1">
              <a:rPr lang="zh-TW" altLang="en-US"/>
              <a:pPr>
                <a:defRPr/>
              </a:pPr>
              <a:t>2024/11/13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6F6376-A9D7-4DD3-956E-4BF6F02760C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025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26EFEF3-9013-4392-93B5-4010AD8E10F7}" type="datetime1">
              <a:rPr lang="zh-TW" altLang="en-US"/>
              <a:pPr>
                <a:defRPr/>
              </a:pPr>
              <a:t>2024/11/13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62363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200">
                <a:solidFill>
                  <a:srgbClr val="7F7F7F"/>
                </a:solidFill>
              </a:defRPr>
            </a:lvl1pPr>
          </a:lstStyle>
          <a:p>
            <a:pPr>
              <a:defRPr/>
            </a:pPr>
            <a:fld id="{A9402868-4A47-41EB-A7FE-14E328FD930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573" r:id="rId1"/>
    <p:sldLayoutId id="2147487563" r:id="rId2"/>
    <p:sldLayoutId id="2147487564" r:id="rId3"/>
    <p:sldLayoutId id="2147487565" r:id="rId4"/>
    <p:sldLayoutId id="2147487566" r:id="rId5"/>
    <p:sldLayoutId id="2147487567" r:id="rId6"/>
    <p:sldLayoutId id="2147487568" r:id="rId7"/>
    <p:sldLayoutId id="2147487569" r:id="rId8"/>
    <p:sldLayoutId id="2147487570" r:id="rId9"/>
    <p:sldLayoutId id="2147487571" r:id="rId10"/>
    <p:sldLayoutId id="2147487572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D006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341189" y="840383"/>
            <a:ext cx="8710736" cy="97155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sz="3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 10M LP-N PTC Improve</a:t>
            </a:r>
            <a:r>
              <a:rPr lang="zh-TW" altLang="en-US" sz="3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(&lt;0.4%)</a:t>
            </a:r>
            <a:endParaRPr lang="zh-TW" altLang="en-US" sz="3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971550" y="2355850"/>
            <a:ext cx="7777163" cy="1836738"/>
          </a:xfrm>
        </p:spPr>
        <p:txBody>
          <a:bodyPr/>
          <a:lstStyle/>
          <a:p>
            <a:pPr algn="l">
              <a:buFont typeface="Arial" charset="0"/>
              <a:buNone/>
              <a:defRPr/>
            </a:pPr>
            <a:endParaRPr lang="zh-TW" altLang="en-US" dirty="0"/>
          </a:p>
          <a:p>
            <a:pPr marL="457200" indent="-457200" algn="l">
              <a:buFont typeface="Wingdings" panose="05000000000000000000" pitchFamily="2" charset="2"/>
              <a:buChar char="Ø"/>
              <a:defRPr/>
            </a:pPr>
            <a:endParaRPr lang="en-US" altLang="zh-TW" dirty="0">
              <a:latin typeface="新細明體"/>
            </a:endParaRPr>
          </a:p>
        </p:txBody>
      </p:sp>
      <p:sp>
        <p:nvSpPr>
          <p:cNvPr id="5125" name="投影片編號版面配置區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6790340-9C5D-41D9-8B45-F2853DC672D8}" type="slidenum">
              <a:rPr lang="zh-TW" altLang="en-US" sz="1200" b="0" smtClean="0">
                <a:solidFill>
                  <a:srgbClr val="0D0D0D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0</a:t>
            </a:fld>
            <a:endParaRPr lang="zh-TW" altLang="en-US" sz="1200" b="0">
              <a:solidFill>
                <a:srgbClr val="0D0D0D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EC557AC-4A09-09DE-A745-D76350650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78" y="3551118"/>
            <a:ext cx="8894122" cy="828136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5698651A-747B-8462-E4B0-DF86D7AF6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1958" y="608535"/>
            <a:ext cx="5585546" cy="2777802"/>
          </a:xfrm>
          <a:prstGeom prst="rect">
            <a:avLst/>
          </a:prstGeom>
        </p:spPr>
      </p:pic>
      <p:sp>
        <p:nvSpPr>
          <p:cNvPr id="8194" name="標題 1"/>
          <p:cNvSpPr>
            <a:spLocks noGrp="1"/>
          </p:cNvSpPr>
          <p:nvPr>
            <p:ph type="title"/>
          </p:nvPr>
        </p:nvSpPr>
        <p:spPr>
          <a:xfrm>
            <a:off x="461067" y="29686"/>
            <a:ext cx="7056437" cy="584200"/>
          </a:xfrm>
        </p:spPr>
        <p:txBody>
          <a:bodyPr/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 PTC Improve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Target &lt; 0.4%</a:t>
            </a:r>
          </a:p>
        </p:txBody>
      </p:sp>
      <p:sp>
        <p:nvSpPr>
          <p:cNvPr id="8195" name="投影片編號版面配置區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582396F-8060-4EDD-BB8A-469E869CF8A1}" type="slidenum">
              <a:rPr lang="zh-TW" altLang="en-US" sz="1200" b="0" smtClean="0">
                <a:solidFill>
                  <a:srgbClr val="7F7F7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zh-TW" altLang="en-US" sz="1200" b="0">
              <a:solidFill>
                <a:srgbClr val="7F7F7F"/>
              </a:solidFill>
            </a:endParaRPr>
          </a:p>
        </p:txBody>
      </p:sp>
      <p:sp>
        <p:nvSpPr>
          <p:cNvPr id="8" name="副標題 2">
            <a:extLst>
              <a:ext uri="{FF2B5EF4-FFF2-40B4-BE49-F238E27FC236}">
                <a16:creationId xmlns:a16="http://schemas.microsoft.com/office/drawing/2014/main" id="{2747AF8E-9A7E-616D-1920-8C714E7DE3F6}"/>
              </a:ext>
            </a:extLst>
          </p:cNvPr>
          <p:cNvSpPr txBox="1">
            <a:spLocks/>
          </p:cNvSpPr>
          <p:nvPr/>
        </p:nvSpPr>
        <p:spPr bwMode="auto">
          <a:xfrm>
            <a:off x="323528" y="4465745"/>
            <a:ext cx="8712968" cy="388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charset="0"/>
              <a:buChar char="•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714500" indent="-34290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Calibri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2024Y 10M LP-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Nitride Run Count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479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PTC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OOS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次數：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0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次 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PTC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OOS Rate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0.00%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195486"/>
            <a:ext cx="3106688" cy="493167"/>
          </a:xfrm>
        </p:spPr>
        <p:txBody>
          <a:bodyPr/>
          <a:lstStyle/>
          <a:p>
            <a:pPr algn="l"/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 PTC OOC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說明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5F8CEB7-A7EA-4F51-A623-09E17A8E52D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EE2A028-C33F-7057-6759-06BE71722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056" y="876765"/>
            <a:ext cx="8784976" cy="190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698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195486"/>
            <a:ext cx="3106688" cy="493167"/>
          </a:xfrm>
        </p:spPr>
        <p:txBody>
          <a:bodyPr/>
          <a:lstStyle/>
          <a:p>
            <a:pPr algn="l"/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 PTC OOS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說明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5F8CEB7-A7EA-4F51-A623-09E17A8E52D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0932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608D083-DE1F-99A0-BF7F-D2BC74449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08" y="732910"/>
            <a:ext cx="7993561" cy="3278999"/>
          </a:xfrm>
          <a:prstGeom prst="rect">
            <a:avLst/>
          </a:prstGeom>
        </p:spPr>
      </p:pic>
      <p:sp>
        <p:nvSpPr>
          <p:cNvPr id="12290" name="標題 1"/>
          <p:cNvSpPr>
            <a:spLocks noGrp="1"/>
          </p:cNvSpPr>
          <p:nvPr>
            <p:ph type="title"/>
          </p:nvPr>
        </p:nvSpPr>
        <p:spPr>
          <a:xfrm>
            <a:off x="540321" y="111412"/>
            <a:ext cx="6407943" cy="478910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kumimoji="1"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2024Y</a:t>
            </a:r>
            <a:r>
              <a:rPr kumimoji="1"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LP-Nitride PM Fail Rate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291" name="投影片編號版面配置區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9733C1A-366C-46A9-ACFE-98A948EB83ED}" type="slidenum">
              <a:rPr lang="zh-TW" altLang="en-US" sz="1200" b="0" smtClean="0">
                <a:solidFill>
                  <a:srgbClr val="7F7F7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zh-TW" altLang="en-US" sz="1200" b="0">
              <a:solidFill>
                <a:srgbClr val="7F7F7F"/>
              </a:solidFill>
            </a:endParaRPr>
          </a:p>
        </p:txBody>
      </p:sp>
      <p:sp>
        <p:nvSpPr>
          <p:cNvPr id="12292" name="內容版面配置區 2"/>
          <p:cNvSpPr txBox="1">
            <a:spLocks/>
          </p:cNvSpPr>
          <p:nvPr/>
        </p:nvSpPr>
        <p:spPr bwMode="auto">
          <a:xfrm>
            <a:off x="586479" y="4227934"/>
            <a:ext cx="8301588" cy="61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3pPr>
            <a:lvl4pPr marL="1714500" indent="-3429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9pPr>
          </a:lstStyle>
          <a:p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2024Y LP-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Nitride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PM Count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：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103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，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PM Fail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次數：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1 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次，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PM Fail Rate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：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0.97%</a:t>
            </a:r>
          </a:p>
          <a:p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2024Y 10M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LP-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Nitride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PM Count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：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1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，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PM Fail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次數：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1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次，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PM Fail Rate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：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11.11%</a:t>
            </a:r>
          </a:p>
        </p:txBody>
      </p:sp>
    </p:spTree>
    <p:extLst>
      <p:ext uri="{BB962C8B-B14F-4D97-AF65-F5344CB8AC3E}">
        <p14:creationId xmlns:p14="http://schemas.microsoft.com/office/powerpoint/2010/main" val="2112858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195486"/>
            <a:ext cx="3106688" cy="493167"/>
          </a:xfrm>
        </p:spPr>
        <p:txBody>
          <a:bodyPr/>
          <a:lstStyle/>
          <a:p>
            <a:pPr algn="l"/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 PM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Fail 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說明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5F8CEB7-A7EA-4F51-A623-09E17A8E52D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1BB0739C-741C-BF28-ECF3-31D8117D4398}"/>
              </a:ext>
            </a:extLst>
          </p:cNvPr>
          <p:cNvSpPr txBox="1">
            <a:spLocks/>
          </p:cNvSpPr>
          <p:nvPr/>
        </p:nvSpPr>
        <p:spPr bwMode="auto">
          <a:xfrm>
            <a:off x="323528" y="843558"/>
            <a:ext cx="8620220" cy="61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3pPr>
            <a:lvl4pPr marL="1714500" indent="-3429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9pPr>
          </a:lstStyle>
          <a:p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10/30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LP-N5 BPM SV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 無法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pump down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，強制開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MV 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可以抽到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0.00 Torr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，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270 screw 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沒鎖緊</a:t>
            </a:r>
            <a:endParaRPr kumimoji="0" lang="en-US" altLang="zh-TW" sz="1500" dirty="0">
              <a:latin typeface="微軟正黑體" panose="020B0604030504040204" pitchFamily="34" charset="-120"/>
              <a:ea typeface="微軟正黑體" panose="020B0604030504040204" pitchFamily="34" charset="-120"/>
              <a:cs typeface="Arial Unicode MS" panose="020B0604020202020204" pitchFamily="34" charset="-120"/>
            </a:endParaRPr>
          </a:p>
          <a:p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10/31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LP-N5 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重作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BPM</a:t>
            </a:r>
          </a:p>
        </p:txBody>
      </p:sp>
    </p:spTree>
    <p:extLst>
      <p:ext uri="{BB962C8B-B14F-4D97-AF65-F5344CB8AC3E}">
        <p14:creationId xmlns:p14="http://schemas.microsoft.com/office/powerpoint/2010/main" val="576718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投影片編號版面配置區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60B657D-B6F2-40F2-ADE5-4F6F3B163ACE}" type="slidenum">
              <a:rPr lang="zh-TW" altLang="en-US" sz="1200" b="0" smtClean="0">
                <a:solidFill>
                  <a:srgbClr val="7F7F7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zh-TW" altLang="en-US" sz="1200" b="0">
              <a:solidFill>
                <a:srgbClr val="7F7F7F"/>
              </a:solidFill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 bwMode="auto">
          <a:xfrm>
            <a:off x="395536" y="699542"/>
            <a:ext cx="8640960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charset="0"/>
              <a:buChar char="•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714500" indent="-34290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Calibri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000" indent="-342000"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 PTC Improve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Target &lt; 0.4%</a:t>
            </a:r>
          </a:p>
          <a:p>
            <a:pPr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2024Y 10M LP-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Nitride Run Count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479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PTC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UP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次數：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0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次 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PTC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OOS Rate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0.00%</a:t>
            </a:r>
          </a:p>
          <a:p>
            <a:pPr marL="0" indent="0">
              <a:buNone/>
              <a:defRPr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 PM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Fail Rate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2024Y LP-Nitride PM Count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：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103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，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PM Fail 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次數：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1 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次，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PM Fail Rate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：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0.97%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2024Y 10M LP-Nitride PM Count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：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1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，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PM Fail 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次數：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1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次，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PM Fail Rate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：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11.11%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1D6115-42C4-9773-7644-48FF3404DDCB}"/>
              </a:ext>
            </a:extLst>
          </p:cNvPr>
          <p:cNvSpPr txBox="1"/>
          <p:nvPr/>
        </p:nvSpPr>
        <p:spPr>
          <a:xfrm>
            <a:off x="489817" y="195486"/>
            <a:ext cx="1489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Summary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表單" ma:contentTypeID="0x01010100D78A8C50EF1FB546AAF10AA08C1608BD" ma:contentTypeVersion="2" ma:contentTypeDescription="填寫此表單。" ma:contentTypeScope="" ma:versionID="e3d6cb213e3ec50ffa519a25aed417bc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a9033d170d380089453e8ce40f92eacf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ShowCombineView" minOccurs="0"/>
                <xsd:element ref="ns1:ShowRepairView" minOccurs="0"/>
                <xsd:element ref="ns1:TemplateUrl" minOccurs="0"/>
                <xsd:element ref="ns1:xd_Prog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howCombineView" ma:index="8" nillable="true" ma:displayName="顯示合併檢視" ma:hidden="true" ma:internalName="ShowCombineView">
      <xsd:simpleType>
        <xsd:restriction base="dms:Text"/>
      </xsd:simpleType>
    </xsd:element>
    <xsd:element name="ShowRepairView" ma:index="10" nillable="true" ma:displayName="顯示修復檢視" ma:hidden="true" ma:internalName="ShowRepairView">
      <xsd:simpleType>
        <xsd:restriction base="dms:Text"/>
      </xsd:simpleType>
    </xsd:element>
    <xsd:element name="TemplateUrl" ma:index="11" nillable="true" ma:displayName="範本連結" ma:hidden="true" ma:internalName="TemplateUrl">
      <xsd:simpleType>
        <xsd:restriction base="dms:Text"/>
      </xsd:simpleType>
    </xsd:element>
    <xsd:element name="xd_ProgID" ma:index="12" nillable="true" ma:displayName="HTML 檔案連結" ma:hidden="true" ma:internalName="xd_ProgID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mplateUrl xmlns="http://schemas.microsoft.com/sharepoint/v3" xsi:nil="true"/>
    <ShowRepairView xmlns="http://schemas.microsoft.com/sharepoint/v3" xsi:nil="true"/>
    <ShowCombineView xmlns="http://schemas.microsoft.com/sharepoint/v3" xsi:nil="true"/>
    <xd_ProgID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92B0F15-A9AA-43EF-9F6C-261957330B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37D02AF-B846-4A84-9FB8-723F507B3F73}">
  <ds:schemaRefs>
    <ds:schemaRef ds:uri="http://schemas.openxmlformats.org/package/2006/metadata/core-properties"/>
    <ds:schemaRef ds:uri="http://schemas.microsoft.com/sharepoint/v3"/>
    <ds:schemaRef ds:uri="http://purl.org/dc/dcmitype/"/>
    <ds:schemaRef ds:uri="http://purl.org/dc/elements/1.1/"/>
    <ds:schemaRef ds:uri="http://schemas.microsoft.com/office/infopath/2007/PartnerControls"/>
    <ds:schemaRef ds:uri="http://purl.org/dc/terms/"/>
    <ds:schemaRef ds:uri="http://www.w3.org/XML/1998/namespace"/>
    <ds:schemaRef ds:uri="http://schemas.microsoft.com/office/2006/documentManagement/typ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A6E2AC4C-FE06-4EB5-A213-DB7E597777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NTC_A</Template>
  <TotalTime>61766</TotalTime>
  <Words>211</Words>
  <Application>Microsoft Office PowerPoint</Application>
  <PresentationFormat>如螢幕大小 (16:9)</PresentationFormat>
  <Paragraphs>31</Paragraphs>
  <Slides>7</Slides>
  <Notes>2</Notes>
  <HiddenSlides>1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新細明體</vt:lpstr>
      <vt:lpstr>Arial</vt:lpstr>
      <vt:lpstr>Calibri</vt:lpstr>
      <vt:lpstr>Wingdings</vt:lpstr>
      <vt:lpstr>Office Theme</vt:lpstr>
      <vt:lpstr>2024 10M LP-N PTC Improve (&lt;0.4%)</vt:lpstr>
      <vt:lpstr>LP-N PTC Improve： Target &lt; 0.4%</vt:lpstr>
      <vt:lpstr>LP-N PTC OOC 說明</vt:lpstr>
      <vt:lpstr>LP-N PTC OOS 說明</vt:lpstr>
      <vt:lpstr>2024Y LP-Nitride PM Fail Rate</vt:lpstr>
      <vt:lpstr>LP-N PM Fail 說明</vt:lpstr>
      <vt:lpstr>PowerPoint 簡報</vt:lpstr>
    </vt:vector>
  </TitlesOfParts>
  <Company>nuvoton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AD10 YHChang8</dc:creator>
  <cp:lastModifiedBy>S220 WCLin15</cp:lastModifiedBy>
  <cp:revision>702</cp:revision>
  <dcterms:created xsi:type="dcterms:W3CDTF">2012-03-21T02:57:47Z</dcterms:created>
  <dcterms:modified xsi:type="dcterms:W3CDTF">2024-11-13T02:12:22Z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0x01010100D78A8C50EF1FB546AAF10AA08C1608BD</vt:lpwstr>
  </property>
</Properties>
</file>