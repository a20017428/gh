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126" r:id="rId1"/>
    <p:sldMasterId id="2147486561" r:id="rId2"/>
    <p:sldMasterId id="2147486562" r:id="rId3"/>
  </p:sldMasterIdLst>
  <p:notesMasterIdLst>
    <p:notesMasterId r:id="rId30"/>
  </p:notesMasterIdLst>
  <p:sldIdLst>
    <p:sldId id="257" r:id="rId4"/>
    <p:sldId id="262" r:id="rId5"/>
    <p:sldId id="403" r:id="rId6"/>
    <p:sldId id="415" r:id="rId7"/>
    <p:sldId id="416" r:id="rId8"/>
    <p:sldId id="422" r:id="rId9"/>
    <p:sldId id="435" r:id="rId10"/>
    <p:sldId id="418" r:id="rId11"/>
    <p:sldId id="419" r:id="rId12"/>
    <p:sldId id="420" r:id="rId13"/>
    <p:sldId id="421" r:id="rId14"/>
    <p:sldId id="423" r:id="rId15"/>
    <p:sldId id="424" r:id="rId16"/>
    <p:sldId id="425" r:id="rId17"/>
    <p:sldId id="426" r:id="rId18"/>
    <p:sldId id="427" r:id="rId19"/>
    <p:sldId id="428" r:id="rId20"/>
    <p:sldId id="429" r:id="rId21"/>
    <p:sldId id="430" r:id="rId22"/>
    <p:sldId id="431" r:id="rId23"/>
    <p:sldId id="432" r:id="rId24"/>
    <p:sldId id="433" r:id="rId25"/>
    <p:sldId id="434" r:id="rId26"/>
    <p:sldId id="436" r:id="rId27"/>
    <p:sldId id="414" r:id="rId28"/>
    <p:sldId id="395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15A48709-1322-4E05-97E7-9A291CDB9E39}">
          <p14:sldIdLst>
            <p14:sldId id="257"/>
            <p14:sldId id="262"/>
            <p14:sldId id="403"/>
            <p14:sldId id="415"/>
            <p14:sldId id="416"/>
            <p14:sldId id="422"/>
            <p14:sldId id="435"/>
            <p14:sldId id="418"/>
            <p14:sldId id="419"/>
            <p14:sldId id="420"/>
            <p14:sldId id="421"/>
            <p14:sldId id="423"/>
            <p14:sldId id="424"/>
            <p14:sldId id="425"/>
            <p14:sldId id="426"/>
            <p14:sldId id="427"/>
            <p14:sldId id="428"/>
            <p14:sldId id="429"/>
            <p14:sldId id="430"/>
            <p14:sldId id="431"/>
            <p14:sldId id="432"/>
            <p14:sldId id="433"/>
            <p14:sldId id="434"/>
            <p14:sldId id="436"/>
            <p14:sldId id="414"/>
            <p14:sldId id="3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CC66"/>
    <a:srgbClr val="3399FF"/>
    <a:srgbClr val="0033CC"/>
    <a:srgbClr val="FFCC00"/>
    <a:srgbClr val="FFFFFF"/>
    <a:srgbClr val="FFFF99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E171933-4619-4E11-9A3F-F7608DF75F80}" styleName="中等深淺樣式 1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A111915-BE36-4E01-A7E5-04B1672EAD32}" styleName="淺色樣式 2 - 輔色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69333" autoAdjust="0"/>
  </p:normalViewPr>
  <p:slideViewPr>
    <p:cSldViewPr snapToGrid="0">
      <p:cViewPr varScale="1">
        <p:scale>
          <a:sx n="76" d="100"/>
          <a:sy n="76" d="100"/>
        </p:scale>
        <p:origin x="1866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viewProps" Target="viewProps.xml"/><Relationship Id="rId37" Type="http://schemas.openxmlformats.org/officeDocument/2006/relationships/customXml" Target="../customXml/item3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customXml" Target="../customXml/item2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35" Type="http://schemas.openxmlformats.org/officeDocument/2006/relationships/customXml" Target="../customXml/item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03CBA-556B-494F-B75C-E8C7055D8952}" type="datetimeFigureOut">
              <a:rPr lang="en-US" smtClean="0"/>
              <a:t>5/27/2025</a:t>
            </a:fld>
            <a:endParaRPr 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E8AE13-1A93-4F37-9380-BD77ABBAA9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379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1383A579-E5BC-4769-0BD8-5479F1E6576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C024931E-E5D8-1D57-013A-32417A92BA2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9220" name="Date Placeholder 3">
            <a:extLst>
              <a:ext uri="{FF2B5EF4-FFF2-40B4-BE49-F238E27FC236}">
                <a16:creationId xmlns:a16="http://schemas.microsoft.com/office/drawing/2014/main" id="{5A24A3B2-D382-15B5-CF08-F504697ADB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A73B7C94-5FE6-4279-BE34-E7BBA22CE8B4}" type="datetime1">
              <a:rPr lang="zh-TW" altLang="en-US" smtClean="0"/>
              <a:pPr>
                <a:spcBef>
                  <a:spcPct val="0"/>
                </a:spcBef>
              </a:pPr>
              <a:t>2025/5/27</a:t>
            </a:fld>
            <a:endParaRPr lang="zh-TW" altLang="en-US"/>
          </a:p>
        </p:txBody>
      </p:sp>
      <p:sp>
        <p:nvSpPr>
          <p:cNvPr id="9221" name="Slide Number Placeholder 4">
            <a:extLst>
              <a:ext uri="{FF2B5EF4-FFF2-40B4-BE49-F238E27FC236}">
                <a16:creationId xmlns:a16="http://schemas.microsoft.com/office/drawing/2014/main" id="{030C96D0-3EE2-BD9A-62F0-3F9CCD2884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fld id="{851D3B89-92F8-4AE4-BBFB-64AB9BF8DFC7}" type="slidenum">
              <a:rPr lang="zh-TW" altLang="en-US" smtClean="0"/>
              <a:pPr>
                <a:spcBef>
                  <a:spcPct val="0"/>
                </a:spcBef>
              </a:pPr>
              <a:t>1</a:t>
            </a:fld>
            <a:endParaRPr lang="zh-TW" altLang="en-US"/>
          </a:p>
        </p:txBody>
      </p:sp>
      <p:sp>
        <p:nvSpPr>
          <p:cNvPr id="9222" name="Footer Placeholder 1">
            <a:extLst>
              <a:ext uri="{FF2B5EF4-FFF2-40B4-BE49-F238E27FC236}">
                <a16:creationId xmlns:a16="http://schemas.microsoft.com/office/drawing/2014/main" id="{0D5776AA-C13E-9951-8404-0D9616AFBBF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zh-TW"/>
              <a:t>Confidential</a:t>
            </a:r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1.</a:t>
            </a:r>
            <a:r>
              <a:rPr lang="en-US" dirty="0"/>
              <a:t>NAME: </a:t>
            </a:r>
            <a:r>
              <a:rPr lang="zh-TW" altLang="en-US" dirty="0"/>
              <a:t>更改程式名稱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2.TEMP:</a:t>
            </a:r>
            <a:r>
              <a:rPr lang="zh-TW" altLang="en-US" dirty="0"/>
              <a:t>溫度控制設定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3.GAS:</a:t>
            </a:r>
            <a:r>
              <a:rPr lang="zh-TW" altLang="en-US" dirty="0"/>
              <a:t>氣體控制設定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4.COM:</a:t>
            </a:r>
            <a:r>
              <a:rPr lang="zh-TW" altLang="en-US" dirty="0"/>
              <a:t> 供電持續過程設定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5.POSN:</a:t>
            </a:r>
          </a:p>
          <a:p>
            <a:endParaRPr lang="en-US" dirty="0"/>
          </a:p>
          <a:p>
            <a:r>
              <a:rPr lang="en-US" altLang="zh-TW" dirty="0"/>
              <a:t>6.ALAM: </a:t>
            </a:r>
            <a:r>
              <a:rPr lang="zh-TW" altLang="en-US" dirty="0"/>
              <a:t>警告設定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7.PASS:</a:t>
            </a:r>
            <a:r>
              <a:rPr lang="zh-TW" altLang="en-US" dirty="0"/>
              <a:t>密碼設定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8.EMG:</a:t>
            </a:r>
            <a:r>
              <a:rPr lang="zh-TW" altLang="en-US" dirty="0"/>
              <a:t> 選擇緊急中止切換</a:t>
            </a:r>
            <a:r>
              <a:rPr lang="en-US" altLang="zh-TW" dirty="0"/>
              <a:t>(</a:t>
            </a:r>
            <a:r>
              <a:rPr lang="zh-TW" altLang="en-US" dirty="0"/>
              <a:t>有效</a:t>
            </a:r>
            <a:r>
              <a:rPr lang="en-US" altLang="zh-TW" dirty="0"/>
              <a:t>/</a:t>
            </a:r>
            <a:r>
              <a:rPr lang="zh-TW" altLang="en-US" dirty="0"/>
              <a:t>無效</a:t>
            </a:r>
            <a:r>
              <a:rPr lang="en-US" altLang="zh-TW" dirty="0"/>
              <a:t>)</a:t>
            </a:r>
          </a:p>
          <a:p>
            <a:endParaRPr lang="en-US" dirty="0"/>
          </a:p>
          <a:p>
            <a:r>
              <a:rPr lang="en-US" altLang="zh-TW" dirty="0"/>
              <a:t>9.TIME:</a:t>
            </a:r>
            <a:r>
              <a:rPr lang="zh-TW" altLang="en-US" dirty="0"/>
              <a:t>日期</a:t>
            </a:r>
            <a:r>
              <a:rPr lang="en-US" altLang="zh-TW" dirty="0"/>
              <a:t>/</a:t>
            </a:r>
            <a:r>
              <a:rPr lang="zh-TW" altLang="en-US" dirty="0"/>
              <a:t>時間 設定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10.I/O:</a:t>
            </a:r>
            <a:r>
              <a:rPr lang="zh-TW" altLang="en-US" dirty="0"/>
              <a:t>開關相關功能變更</a:t>
            </a:r>
            <a:endParaRPr lang="en-US" altLang="zh-TW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11.SWITCH:</a:t>
            </a:r>
            <a:r>
              <a:rPr lang="zh-TW" altLang="en-US" dirty="0"/>
              <a:t>爐管控制溫度位置設定</a:t>
            </a:r>
            <a:endParaRPr lang="en-US" altLang="zh-TW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12.Zone :</a:t>
            </a:r>
            <a:r>
              <a:rPr lang="zh-TW" altLang="en-US" dirty="0"/>
              <a:t>自動機制初始設定</a:t>
            </a:r>
            <a:endParaRPr lang="en-US" altLang="zh-TW" dirty="0"/>
          </a:p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9213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45895-FBE5-6204-AA23-557DE29B5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930692E-7554-98B4-288D-B43AF04DC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EC104DD-2AB2-FA48-6B37-127D034E71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TEMP:</a:t>
            </a:r>
            <a:r>
              <a:rPr lang="zh-TW" altLang="en-US" dirty="0"/>
              <a:t>溫度區間名稱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MFC:</a:t>
            </a:r>
            <a:r>
              <a:rPr lang="zh-TW" altLang="en-US" dirty="0"/>
              <a:t> 流量名稱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RECIPE:</a:t>
            </a:r>
            <a:r>
              <a:rPr lang="zh-TW" altLang="en-US" dirty="0"/>
              <a:t> 程式名稱</a:t>
            </a:r>
            <a:endParaRPr lang="en-US" altLang="zh-TW" dirty="0"/>
          </a:p>
          <a:p>
            <a:endParaRPr lang="en-US" dirty="0"/>
          </a:p>
          <a:p>
            <a:r>
              <a:rPr lang="en-US" dirty="0" err="1"/>
              <a:t>Al</a:t>
            </a:r>
            <a:r>
              <a:rPr lang="en-US" altLang="zh-TW" dirty="0" err="1"/>
              <a:t>ARM</a:t>
            </a:r>
            <a:r>
              <a:rPr lang="en-US" dirty="0"/>
              <a:t> : </a:t>
            </a:r>
            <a:r>
              <a:rPr lang="zh-TW" altLang="en-US" dirty="0"/>
              <a:t>警告名稱</a:t>
            </a:r>
            <a:endParaRPr lang="en-US" altLang="zh-TW" dirty="0"/>
          </a:p>
          <a:p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628D290-89CA-C721-E201-676373EB74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04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2BAD4-302E-DCDF-AD46-C3346AD6B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DAE2C80D-BB5F-BE5D-B4C9-FA5F413CC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03B93D4-102E-4A66-580B-009FC22AC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1.</a:t>
            </a:r>
            <a:r>
              <a:rPr lang="zh-TW" altLang="en-US" dirty="0"/>
              <a:t>設定</a:t>
            </a:r>
            <a:r>
              <a:rPr lang="en-US" altLang="zh-TW" dirty="0"/>
              <a:t>PADDLE</a:t>
            </a:r>
            <a:r>
              <a:rPr lang="zh-TW" altLang="en-US" dirty="0"/>
              <a:t> </a:t>
            </a:r>
            <a:r>
              <a:rPr lang="en-US" altLang="zh-TW" dirty="0"/>
              <a:t>TC</a:t>
            </a:r>
            <a:r>
              <a:rPr lang="zh-TW" altLang="en-US" dirty="0"/>
              <a:t> 的溫度係數</a:t>
            </a:r>
            <a:r>
              <a:rPr lang="en-US" altLang="zh-TW" dirty="0"/>
              <a:t>(</a:t>
            </a:r>
            <a:r>
              <a:rPr lang="zh-TW" altLang="en-US" dirty="0"/>
              <a:t>內部溫度</a:t>
            </a:r>
            <a:r>
              <a:rPr lang="en-US" altLang="zh-TW" dirty="0"/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altLang="zh-TW" dirty="0"/>
              <a:t>2.</a:t>
            </a:r>
            <a:r>
              <a:rPr lang="zh-TW" altLang="en-US" dirty="0"/>
              <a:t>設定</a:t>
            </a:r>
            <a:r>
              <a:rPr lang="en-US" altLang="zh-TW" dirty="0"/>
              <a:t>SPIKE</a:t>
            </a:r>
            <a:r>
              <a:rPr lang="zh-TW" altLang="en-US" dirty="0"/>
              <a:t> </a:t>
            </a:r>
            <a:r>
              <a:rPr lang="en-US" altLang="zh-TW" dirty="0"/>
              <a:t>TC</a:t>
            </a:r>
            <a:r>
              <a:rPr lang="zh-TW" altLang="en-US" dirty="0"/>
              <a:t> 溫度係數</a:t>
            </a:r>
            <a:r>
              <a:rPr lang="en-US" altLang="zh-TW" dirty="0"/>
              <a:t>(</a:t>
            </a:r>
            <a:r>
              <a:rPr lang="zh-TW" altLang="en-US" dirty="0"/>
              <a:t>外部溫度</a:t>
            </a:r>
            <a:r>
              <a:rPr lang="en-US" altLang="zh-TW" dirty="0"/>
              <a:t>)</a:t>
            </a:r>
          </a:p>
          <a:p>
            <a:endParaRPr lang="en-US" altLang="zh-TW" dirty="0"/>
          </a:p>
          <a:p>
            <a:r>
              <a:rPr lang="en-US" altLang="zh-TW" dirty="0"/>
              <a:t>3.</a:t>
            </a:r>
            <a:r>
              <a:rPr lang="zh-TW" altLang="en-US" dirty="0"/>
              <a:t>在控制過程中限制收斂值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4.</a:t>
            </a:r>
            <a:r>
              <a:rPr lang="zh-TW" altLang="en-US" dirty="0"/>
              <a:t>限制</a:t>
            </a:r>
            <a:r>
              <a:rPr lang="en-US" altLang="zh-TW" dirty="0"/>
              <a:t>Profile </a:t>
            </a:r>
            <a:r>
              <a:rPr lang="zh-TW" altLang="en-US" dirty="0"/>
              <a:t>收斂值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5.PAD</a:t>
            </a:r>
            <a:r>
              <a:rPr lang="zh-TW" altLang="en-US" dirty="0"/>
              <a:t> 校準值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6.</a:t>
            </a:r>
            <a:r>
              <a:rPr lang="zh-TW" altLang="en-US" dirty="0"/>
              <a:t>混合比例參數控制</a:t>
            </a:r>
            <a:endParaRPr lang="en-US" altLang="zh-TW" dirty="0"/>
          </a:p>
          <a:p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E65983A-BE1E-446C-FD03-841C21FF7C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5431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2B590-BA13-8D3B-BB67-9DE5BC526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97BE8B9-A309-71F2-E9CB-0D5FC1EEE0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42EA0AC-F05B-E9BF-F18D-1D1B6B4A5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1.</a:t>
            </a:r>
            <a:r>
              <a:rPr lang="zh-TW" altLang="en-US" dirty="0"/>
              <a:t>最大流量比的設定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2.</a:t>
            </a:r>
            <a:r>
              <a:rPr lang="zh-TW" altLang="en-US" dirty="0"/>
              <a:t>收斂流量限制系數設定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3.</a:t>
            </a:r>
            <a:r>
              <a:rPr lang="zh-TW" altLang="en-US" dirty="0"/>
              <a:t>校正流量值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4.INTERLOCK</a:t>
            </a:r>
            <a:r>
              <a:rPr lang="zh-TW" altLang="en-US" dirty="0"/>
              <a:t> 設定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5.</a:t>
            </a:r>
            <a:r>
              <a:rPr lang="zh-TW" altLang="en-US" dirty="0"/>
              <a:t>強制關閉時間設定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6.</a:t>
            </a:r>
            <a:r>
              <a:rPr lang="zh-TW" altLang="en-US" dirty="0"/>
              <a:t>設定正常開關的值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7.APC</a:t>
            </a:r>
            <a:r>
              <a:rPr lang="zh-TW" altLang="en-US" dirty="0"/>
              <a:t> 水平壓力設定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8.APC</a:t>
            </a:r>
            <a:r>
              <a:rPr lang="zh-TW" altLang="en-US" dirty="0"/>
              <a:t> 控制參數設定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9.APC</a:t>
            </a:r>
            <a:r>
              <a:rPr lang="zh-TW" altLang="en-US" dirty="0"/>
              <a:t> 監控壓力設定值</a:t>
            </a:r>
            <a:endParaRPr lang="en-US" altLang="zh-TW" dirty="0"/>
          </a:p>
          <a:p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88ABE16-F221-17EA-342B-970CC74CDF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3953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DCFEC-E545-EC23-4455-C569CAE94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A4EB8F4-E43E-E657-6DF8-98890A2905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0D39FB5-EC57-218C-32E2-DB44EE15E6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溫度名稱</a:t>
            </a:r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B50DE52-2712-CF6C-B99E-CE2F437E20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1916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4E5C6-3C41-30A0-60C8-7ADF9C609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99ED652-3115-03E0-BAD3-F3B014E82F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1B15039-9711-0722-66C4-FA61BA4E17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MFC</a:t>
            </a:r>
            <a:r>
              <a:rPr lang="zh-TW" altLang="en-US" dirty="0"/>
              <a:t>名稱</a:t>
            </a:r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C50AFA-51B7-1A1C-B93A-22EC5EC2A8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665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55136-C403-0F98-5B41-D5575DDDC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1BE766D-1639-A493-6DBD-34AD6C3073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73B30B6-8EFE-008B-0A56-DC0D781C8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更改程式名稱</a:t>
            </a:r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4890392-F4D0-9060-DB13-F15076B7B5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801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3813A-7C26-7279-76F5-9D7733412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9092A0F-C277-2922-3A8B-96A737536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DF84606-796C-A4CE-A4A7-5EA221BA6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34451DB-8795-3DA7-5BE1-F747CA4194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7257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6CFCC-C373-8B9D-C2A6-73545C2D0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AD240F9-8C32-4D9D-6486-FB4C1A561D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851A047-5D1B-EE78-D32D-C79B17F7F5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PG:</a:t>
            </a:r>
            <a:r>
              <a:rPr lang="zh-TW" altLang="en-US" dirty="0"/>
              <a:t>可輸入五個數字，其中一個在小數點後方</a:t>
            </a:r>
            <a:endParaRPr lang="en-US" dirty="0"/>
          </a:p>
          <a:p>
            <a:r>
              <a:rPr lang="en-US" altLang="zh-TW" dirty="0"/>
              <a:t>IG,DG </a:t>
            </a:r>
            <a:r>
              <a:rPr lang="zh-TW" altLang="en-US" dirty="0"/>
              <a:t>可輸入</a:t>
            </a:r>
            <a:r>
              <a:rPr lang="en-US" altLang="zh-TW" dirty="0"/>
              <a:t>4</a:t>
            </a:r>
            <a:r>
              <a:rPr lang="zh-TW" altLang="en-US" dirty="0"/>
              <a:t>個整數數字單位為秒</a:t>
            </a:r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8E6C90-1010-9821-AA94-E5C5C90CEA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1639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6A799-9E7F-9E6E-9135-D646F0F94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58AF13C-22A4-A5F2-890F-DC6F4FDCC3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C0A148A-D91F-DEE5-F0C5-586641D70F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FF03AB7-08F1-3DA4-31FB-B33235EFB8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3980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FF5A1-741F-A8C0-F634-828C7AB75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BAE11F3-948E-1A02-06C6-847D2E5D67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6C81489-E9B8-3EBD-4123-627921D3F0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638DD2-7CE7-0FB5-5BFB-8CAF6F5672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5574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E6DC5-64E5-6012-4119-1C5E05B07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133651F-A417-9AA2-B5B8-F8049B49AD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BB7CA7E-EA99-1E4A-400E-757FAB250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D208422-308D-B51E-3C7F-39218FAF57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0000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FEC89-A6AC-0BBD-290F-8C358CE39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20C5990-FD8C-380D-66AA-3C36B35594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E9D8600-BA5E-7D33-C770-D9453D2081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1.SPAN : DELEY</a:t>
            </a:r>
            <a:r>
              <a:rPr lang="en-US" altLang="zh-TW" dirty="0">
                <a:sym typeface="Wingdings" panose="05000000000000000000" pitchFamily="2" charset="2"/>
              </a:rPr>
              <a:t></a:t>
            </a:r>
            <a:r>
              <a:rPr lang="zh-TW" altLang="en-US" dirty="0">
                <a:sym typeface="Wingdings" panose="05000000000000000000" pitchFamily="2" charset="2"/>
              </a:rPr>
              <a:t>升溫時的穩定狀態</a:t>
            </a:r>
            <a:endParaRPr lang="en-US" altLang="zh-TW" dirty="0"/>
          </a:p>
          <a:p>
            <a:endParaRPr lang="en-US" dirty="0"/>
          </a:p>
          <a:p>
            <a:r>
              <a:rPr lang="zh-TW" altLang="en-US" dirty="0"/>
              <a:t>升溫後爐溫是否穩定在目標溫度，當溫度穩定後，</a:t>
            </a:r>
            <a:r>
              <a:rPr lang="en-US" altLang="zh-TW" dirty="0"/>
              <a:t>TEMP-NULL</a:t>
            </a:r>
            <a:r>
              <a:rPr lang="zh-TW" altLang="en-US" dirty="0"/>
              <a:t>出現的話，並可利用此訊號去找正在執行的</a:t>
            </a:r>
            <a:r>
              <a:rPr lang="en-US" altLang="zh-TW" dirty="0"/>
              <a:t>recipe</a:t>
            </a:r>
            <a:r>
              <a:rPr lang="zh-TW" altLang="en-US" dirty="0"/>
              <a:t>中的步驟</a:t>
            </a:r>
            <a:endParaRPr lang="en-US" altLang="zh-TW" dirty="0"/>
          </a:p>
          <a:p>
            <a:endParaRPr lang="en-US" dirty="0"/>
          </a:p>
          <a:p>
            <a:r>
              <a:rPr lang="en-US" dirty="0"/>
              <a:t>2.</a:t>
            </a:r>
            <a:r>
              <a:rPr lang="en-US" altLang="zh-TW" dirty="0"/>
              <a:t>ALARM:TIME</a:t>
            </a:r>
            <a:r>
              <a:rPr lang="en-US" altLang="zh-TW" dirty="0">
                <a:sym typeface="Wingdings" panose="05000000000000000000" pitchFamily="2" charset="2"/>
              </a:rPr>
              <a:t></a:t>
            </a:r>
            <a:r>
              <a:rPr lang="zh-TW" altLang="en-US" dirty="0">
                <a:sym typeface="Wingdings" panose="05000000000000000000" pitchFamily="2" charset="2"/>
              </a:rPr>
              <a:t>持溫時的穩定狀態</a:t>
            </a:r>
            <a:endParaRPr lang="en-US" altLang="zh-TW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zh-TW" altLang="en-US" dirty="0"/>
              <a:t>放寬持溫溫度，</a:t>
            </a:r>
            <a:r>
              <a:rPr lang="en-US" altLang="zh-TW" dirty="0"/>
              <a:t>ALARM</a:t>
            </a:r>
            <a:r>
              <a:rPr lang="zh-TW" altLang="en-US" dirty="0"/>
              <a:t>設定為</a:t>
            </a:r>
            <a:r>
              <a:rPr lang="en-US" altLang="zh-TW" dirty="0"/>
              <a:t>0</a:t>
            </a:r>
            <a:r>
              <a:rPr lang="zh-TW" altLang="en-US" dirty="0"/>
              <a:t>時，</a:t>
            </a:r>
            <a:r>
              <a:rPr lang="en-US" altLang="zh-TW" dirty="0"/>
              <a:t>TIME</a:t>
            </a:r>
            <a:r>
              <a:rPr lang="zh-TW" altLang="en-US" dirty="0"/>
              <a:t> 設多少都無效。</a:t>
            </a:r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AD8AF23-5A7E-9CEE-3B5B-7ECF734AD4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70903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48373-2B8C-7469-E3B5-EE8724EF1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64F2A5C-88C1-50A5-5991-3AC2ACC5D3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A9F5501-853D-613A-ED06-9C02FB0DC5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BCA8A10-7BED-86D4-CF13-693BABB3E4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8387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49691-55E3-E484-0845-B6713498C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1E36B2C-F333-0AF1-9E7A-55877A04A3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4A519CB-2C30-FC75-7C55-5B12606E2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9EABDC8-7F53-61C9-CC7F-3A89694F48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5257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AF696-8248-0738-7E97-ED99AE5BC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7F6DA6F-26DC-F9EC-5F23-0C192E6AC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5CA1DC5-B410-6798-12C2-480B27CAF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6208B02-2E33-1A5A-9E51-2190CB5000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4547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C6801-A870-CF23-29CB-41868AE29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D218153-ED59-A2DC-E7CF-F7300B58E6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915A2FE-BC39-DD3E-CFB9-A62497AD62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D32040-A344-8CC3-E03F-7725B3D474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5718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8CF9D-00E4-1698-97DD-D652614C8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64DEDCC-3EA2-6A12-B6AB-2741E1155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0A94868-053B-6D32-DA26-99C8C7AA6F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03AB286-CD2F-C710-6F2C-92E316E584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7816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97EE9-5B24-AD8C-E367-452028A4B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294D003-FF30-C17F-06CC-8FCCE6FAB0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C712F4F-E8CB-BB4D-E7D8-CED27A408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校正</a:t>
            </a:r>
            <a:r>
              <a:rPr lang="en-US" altLang="zh-TW" dirty="0"/>
              <a:t>PADDLE</a:t>
            </a:r>
            <a:r>
              <a:rPr lang="zh-TW" altLang="en-US" dirty="0"/>
              <a:t> 熱電偶</a:t>
            </a:r>
            <a:endParaRPr lang="en-US" altLang="zh-TW" dirty="0"/>
          </a:p>
          <a:p>
            <a:r>
              <a:rPr lang="en-US" altLang="zh-TW" dirty="0" err="1"/>
              <a:t>uv</a:t>
            </a:r>
            <a:r>
              <a:rPr lang="zh-TW" altLang="en-US" dirty="0"/>
              <a:t>為他的單位</a:t>
            </a:r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8B9A9E6-CBF8-783E-5402-41CFF2D04F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7039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5CFF07-28F8-9340-69FE-049ABF32C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31B8586-29BD-AAEA-802F-7F6E4A722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E90C699-5B3A-1212-235E-87174401C8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PADDLE</a:t>
            </a:r>
            <a:r>
              <a:rPr lang="zh-TW" altLang="en-US" dirty="0"/>
              <a:t>與</a:t>
            </a:r>
            <a:r>
              <a:rPr lang="en-US" altLang="zh-TW" dirty="0"/>
              <a:t>SPIKE</a:t>
            </a:r>
            <a:r>
              <a:rPr lang="zh-TW" altLang="en-US" dirty="0"/>
              <a:t>的混合溫度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0%</a:t>
            </a:r>
            <a:r>
              <a:rPr lang="zh-TW" altLang="en-US" dirty="0"/>
              <a:t> 為外部溫度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50%</a:t>
            </a:r>
            <a:r>
              <a:rPr lang="zh-TW" altLang="en-US" dirty="0"/>
              <a:t>為混合溫度</a:t>
            </a:r>
            <a:endParaRPr lang="en-US" altLang="zh-TW" dirty="0"/>
          </a:p>
          <a:p>
            <a:endParaRPr lang="en-US" dirty="0"/>
          </a:p>
          <a:p>
            <a:r>
              <a:rPr lang="en-US" altLang="zh-TW" dirty="0"/>
              <a:t>100%</a:t>
            </a:r>
            <a:r>
              <a:rPr lang="zh-TW" altLang="en-US" dirty="0"/>
              <a:t>為內部溫度</a:t>
            </a:r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97B2373-6B2A-690D-7D1C-B7FED1BAF1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7037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4A670-B693-38F8-D6D6-362F79B29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28C39237-C555-4B1C-42C0-EC0D95F1C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2D70D83-05BD-1B6F-AD2C-100F0F749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F3DE72C-93A7-E18E-AF1E-648D8F9863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8AE13-1A93-4F37-9380-BD77ABBAA9F8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1331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1">
            <a:extLst>
              <a:ext uri="{FF2B5EF4-FFF2-40B4-BE49-F238E27FC236}">
                <a16:creationId xmlns:a16="http://schemas.microsoft.com/office/drawing/2014/main" id="{93948964-B601-5F74-9FEF-0E14E8779D1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3" name="圓角矩形 14">
            <a:extLst>
              <a:ext uri="{FF2B5EF4-FFF2-40B4-BE49-F238E27FC236}">
                <a16:creationId xmlns:a16="http://schemas.microsoft.com/office/drawing/2014/main" id="{071881FD-7BCE-F5E6-9E91-AEAF6541FEDE}"/>
              </a:ext>
            </a:extLst>
          </p:cNvPr>
          <p:cNvSpPr/>
          <p:nvPr/>
        </p:nvSpPr>
        <p:spPr>
          <a:xfrm>
            <a:off x="86785" y="69851"/>
            <a:ext cx="12018433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4" name="矩形 15">
            <a:extLst>
              <a:ext uri="{FF2B5EF4-FFF2-40B4-BE49-F238E27FC236}">
                <a16:creationId xmlns:a16="http://schemas.microsoft.com/office/drawing/2014/main" id="{C6B33A2E-5248-9D08-3064-022F4E755D5C}"/>
              </a:ext>
            </a:extLst>
          </p:cNvPr>
          <p:cNvSpPr/>
          <p:nvPr/>
        </p:nvSpPr>
        <p:spPr>
          <a:xfrm>
            <a:off x="84667" y="1449389"/>
            <a:ext cx="12026900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5" name="矩形 16">
            <a:extLst>
              <a:ext uri="{FF2B5EF4-FFF2-40B4-BE49-F238E27FC236}">
                <a16:creationId xmlns:a16="http://schemas.microsoft.com/office/drawing/2014/main" id="{4EA2F337-C835-EC00-838D-BDC1B13434DA}"/>
              </a:ext>
            </a:extLst>
          </p:cNvPr>
          <p:cNvSpPr/>
          <p:nvPr/>
        </p:nvSpPr>
        <p:spPr>
          <a:xfrm>
            <a:off x="84667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6" name="矩形 17">
            <a:extLst>
              <a:ext uri="{FF2B5EF4-FFF2-40B4-BE49-F238E27FC236}">
                <a16:creationId xmlns:a16="http://schemas.microsoft.com/office/drawing/2014/main" id="{210A62F9-4E5B-4E49-5C0B-3AF46F5E690A}"/>
              </a:ext>
            </a:extLst>
          </p:cNvPr>
          <p:cNvSpPr/>
          <p:nvPr/>
        </p:nvSpPr>
        <p:spPr>
          <a:xfrm>
            <a:off x="84667" y="2976564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pic>
        <p:nvPicPr>
          <p:cNvPr id="7" name="Picture 16" descr="PPT-1">
            <a:extLst>
              <a:ext uri="{FF2B5EF4-FFF2-40B4-BE49-F238E27FC236}">
                <a16:creationId xmlns:a16="http://schemas.microsoft.com/office/drawing/2014/main" id="{8E17E82D-72D5-5FC1-2991-754BE273E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TW" altLang="en-US"/>
              <a:t>按一下以編輯母片副標題樣式</a:t>
            </a:r>
            <a:endParaRPr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日期版面配置區 27">
            <a:extLst>
              <a:ext uri="{FF2B5EF4-FFF2-40B4-BE49-F238E27FC236}">
                <a16:creationId xmlns:a16="http://schemas.microsoft.com/office/drawing/2014/main" id="{BD2FD556-1E8D-978D-8031-64CEA7920D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9656" y="6191250"/>
            <a:ext cx="33020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32815B-3B18-418D-B516-12C628E57022}" type="datetime1">
              <a:rPr lang="zh-TW" altLang="en-US" smtClean="0"/>
              <a:t>2025/5/27</a:t>
            </a:fld>
            <a:endParaRPr lang="zh-TW" altLang="en-US"/>
          </a:p>
        </p:txBody>
      </p:sp>
      <p:sp>
        <p:nvSpPr>
          <p:cNvPr id="11" name="頁尾版面配置區 16">
            <a:extLst>
              <a:ext uri="{FF2B5EF4-FFF2-40B4-BE49-F238E27FC236}">
                <a16:creationId xmlns:a16="http://schemas.microsoft.com/office/drawing/2014/main" id="{C5F589C9-7FD9-AA97-C2F2-D7CBDCB37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" name="投影片編號版面配置區 28">
            <a:extLst>
              <a:ext uri="{FF2B5EF4-FFF2-40B4-BE49-F238E27FC236}">
                <a16:creationId xmlns:a16="http://schemas.microsoft.com/office/drawing/2014/main" id="{915A38FB-B35C-36A1-E93D-FFE8CC5B3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83472" y="6227763"/>
            <a:ext cx="609600" cy="4572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EF607EA6-6A5D-42EE-A684-5E2C35294015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33402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3">
            <a:extLst>
              <a:ext uri="{FF2B5EF4-FFF2-40B4-BE49-F238E27FC236}">
                <a16:creationId xmlns:a16="http://schemas.microsoft.com/office/drawing/2014/main" id="{B60C7712-2490-64CE-C962-04CB51C66F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1026" y="6172200"/>
            <a:ext cx="33020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BED719-340B-40E2-8739-FC0A8544B441}" type="datetime1">
              <a:rPr lang="zh-TW" altLang="en-US" smtClean="0"/>
              <a:t>2025/5/27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79A2AF1-0C91-E757-702C-CB434F965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22">
            <a:extLst>
              <a:ext uri="{FF2B5EF4-FFF2-40B4-BE49-F238E27FC236}">
                <a16:creationId xmlns:a16="http://schemas.microsoft.com/office/drawing/2014/main" id="{BF39A63A-9021-EF74-F7F5-EB1BB0E4F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0061" y="6178310"/>
            <a:ext cx="609600" cy="4572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991F85D-47E0-47FB-8D3F-5A0955AC54FB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17539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日期版面配置區 13">
            <a:extLst>
              <a:ext uri="{FF2B5EF4-FFF2-40B4-BE49-F238E27FC236}">
                <a16:creationId xmlns:a16="http://schemas.microsoft.com/office/drawing/2014/main" id="{F82F6023-397D-654B-AB6C-9555436C98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24158" y="6199158"/>
            <a:ext cx="33020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6C3346-27D3-481A-8C7A-6A0EB667F506}" type="datetime1">
              <a:rPr lang="zh-TW" altLang="en-US" smtClean="0"/>
              <a:t>2025/5/27</a:t>
            </a:fld>
            <a:endParaRPr lang="zh-TW" altLang="en-US"/>
          </a:p>
        </p:txBody>
      </p:sp>
      <p:sp>
        <p:nvSpPr>
          <p:cNvPr id="4" name="頁尾版面配置區 2">
            <a:extLst>
              <a:ext uri="{FF2B5EF4-FFF2-40B4-BE49-F238E27FC236}">
                <a16:creationId xmlns:a16="http://schemas.microsoft.com/office/drawing/2014/main" id="{A8E9F694-C3E7-AF0A-9ECA-7FFC4D481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2">
            <a:extLst>
              <a:ext uri="{FF2B5EF4-FFF2-40B4-BE49-F238E27FC236}">
                <a16:creationId xmlns:a16="http://schemas.microsoft.com/office/drawing/2014/main" id="{AE2A6D49-CC69-5D57-9870-3871589DB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210300"/>
            <a:ext cx="609600" cy="4572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EA89686-D657-4D1C-8F00-13410ADAFB5B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44859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3" name="日期版面配置區 13">
            <a:extLst>
              <a:ext uri="{FF2B5EF4-FFF2-40B4-BE49-F238E27FC236}">
                <a16:creationId xmlns:a16="http://schemas.microsoft.com/office/drawing/2014/main" id="{7564BF86-3697-513D-39F9-7C704EDB5B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46521" y="6172200"/>
            <a:ext cx="33020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B70550-E663-40FF-856A-B38F1C92B34B}" type="datetime1">
              <a:rPr lang="zh-TW" altLang="en-US" smtClean="0"/>
              <a:t>2025/5/27</a:t>
            </a:fld>
            <a:endParaRPr lang="zh-TW" altLang="en-US"/>
          </a:p>
        </p:txBody>
      </p:sp>
      <p:sp>
        <p:nvSpPr>
          <p:cNvPr id="4" name="頁尾版面配置區 2">
            <a:extLst>
              <a:ext uri="{FF2B5EF4-FFF2-40B4-BE49-F238E27FC236}">
                <a16:creationId xmlns:a16="http://schemas.microsoft.com/office/drawing/2014/main" id="{76723FDB-FBC5-5A03-2D5C-4483C7883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2">
            <a:extLst>
              <a:ext uri="{FF2B5EF4-FFF2-40B4-BE49-F238E27FC236}">
                <a16:creationId xmlns:a16="http://schemas.microsoft.com/office/drawing/2014/main" id="{032736D5-1B51-8418-6BF1-5592C9C5B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7600" y="6200775"/>
            <a:ext cx="609600" cy="457200"/>
          </a:xfrm>
          <a:solidFill>
            <a:schemeClr val="bg1"/>
          </a:solid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57100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84337C9-2388-5B28-8909-95D171FE6E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8" name="圓角矩形 7">
            <a:extLst>
              <a:ext uri="{FF2B5EF4-FFF2-40B4-BE49-F238E27FC236}">
                <a16:creationId xmlns:a16="http://schemas.microsoft.com/office/drawing/2014/main" id="{E17E8D88-9880-F96A-CD67-62736BD5CF7F}"/>
              </a:ext>
            </a:extLst>
          </p:cNvPr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28" name="標題版面配置區 21">
            <a:extLst>
              <a:ext uri="{FF2B5EF4-FFF2-40B4-BE49-F238E27FC236}">
                <a16:creationId xmlns:a16="http://schemas.microsoft.com/office/drawing/2014/main" id="{36A36B28-B404-E590-EFA8-2D4B450D459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9" name="文字版面配置區 12">
            <a:extLst>
              <a:ext uri="{FF2B5EF4-FFF2-40B4-BE49-F238E27FC236}">
                <a16:creationId xmlns:a16="http://schemas.microsoft.com/office/drawing/2014/main" id="{2E57F6BA-72D7-9D4C-46D3-362B2D29BF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4" name="日期版面配置區 13">
            <a:extLst>
              <a:ext uri="{FF2B5EF4-FFF2-40B4-BE49-F238E27FC236}">
                <a16:creationId xmlns:a16="http://schemas.microsoft.com/office/drawing/2014/main" id="{FA88CDDF-ECBA-E57B-B025-ADB3AA3EAB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3B0C9C2-50F9-40FC-BB85-2B1795C26F4A}" type="datetime1">
              <a:rPr lang="zh-TW" altLang="en-US" smtClean="0"/>
              <a:t>2025/5/27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CE5C686-2E65-18C9-5570-74F302188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2B3E8A65-EFC1-37C3-95FC-8EE7152B9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0F5D8898-DB19-44FA-BEDD-D7F23B2A9E7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pic>
        <p:nvPicPr>
          <p:cNvPr id="1033" name="Picture 13" descr="PPT-2">
            <a:extLst>
              <a:ext uri="{FF2B5EF4-FFF2-40B4-BE49-F238E27FC236}">
                <a16:creationId xmlns:a16="http://schemas.microsoft.com/office/drawing/2014/main" id="{FD57725F-858F-F77B-6A82-9B3552126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4">
            <a:extLst>
              <a:ext uri="{FF2B5EF4-FFF2-40B4-BE49-F238E27FC236}">
                <a16:creationId xmlns:a16="http://schemas.microsoft.com/office/drawing/2014/main" id="{268BFE68-CF8B-4DF8-64A7-989D3D7147F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6560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384337C9-2388-5B28-8909-95D171FE6E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8" name="圓角矩形 7">
            <a:extLst>
              <a:ext uri="{FF2B5EF4-FFF2-40B4-BE49-F238E27FC236}">
                <a16:creationId xmlns:a16="http://schemas.microsoft.com/office/drawing/2014/main" id="{E17E8D88-9880-F96A-CD67-62736BD5CF7F}"/>
              </a:ext>
            </a:extLst>
          </p:cNvPr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28" name="標題版面配置區 21">
            <a:extLst>
              <a:ext uri="{FF2B5EF4-FFF2-40B4-BE49-F238E27FC236}">
                <a16:creationId xmlns:a16="http://schemas.microsoft.com/office/drawing/2014/main" id="{36A36B28-B404-E590-EFA8-2D4B450D459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9" name="文字版面配置區 12">
            <a:extLst>
              <a:ext uri="{FF2B5EF4-FFF2-40B4-BE49-F238E27FC236}">
                <a16:creationId xmlns:a16="http://schemas.microsoft.com/office/drawing/2014/main" id="{2E57F6BA-72D7-9D4C-46D3-362B2D29BF3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4" name="日期版面配置區 13">
            <a:extLst>
              <a:ext uri="{FF2B5EF4-FFF2-40B4-BE49-F238E27FC236}">
                <a16:creationId xmlns:a16="http://schemas.microsoft.com/office/drawing/2014/main" id="{FA88CDDF-ECBA-E57B-B025-ADB3AA3EAB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A3E2DD6-0BDF-4503-BC14-47C51D598132}" type="datetime1">
              <a:rPr lang="zh-TW" altLang="en-US" smtClean="0"/>
              <a:t>2025/5/27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CE5C686-2E65-18C9-5570-74F302188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2B3E8A65-EFC1-37C3-95FC-8EE7152B9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0F5D8898-DB19-44FA-BEDD-D7F23B2A9E7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pic>
        <p:nvPicPr>
          <p:cNvPr id="1033" name="Picture 13" descr="PPT-2">
            <a:extLst>
              <a:ext uri="{FF2B5EF4-FFF2-40B4-BE49-F238E27FC236}">
                <a16:creationId xmlns:a16="http://schemas.microsoft.com/office/drawing/2014/main" id="{FD57725F-858F-F77B-6A82-9B3552126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4">
            <a:extLst>
              <a:ext uri="{FF2B5EF4-FFF2-40B4-BE49-F238E27FC236}">
                <a16:creationId xmlns:a16="http://schemas.microsoft.com/office/drawing/2014/main" id="{268BFE68-CF8B-4DF8-64A7-989D3D7147F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6556" r:id="rId1"/>
    <p:sldLayoutId id="2147486563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ACA367A-882D-7192-B17B-44C2A3D2CE2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 useBgFill="1">
        <p:nvSpPr>
          <p:cNvPr id="8" name="圓角矩形 7">
            <a:extLst>
              <a:ext uri="{FF2B5EF4-FFF2-40B4-BE49-F238E27FC236}">
                <a16:creationId xmlns:a16="http://schemas.microsoft.com/office/drawing/2014/main" id="{A38EBA1D-A29F-EDA1-7BB2-9C61F6B0300E}"/>
              </a:ext>
            </a:extLst>
          </p:cNvPr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/>
          </a:p>
        </p:txBody>
      </p:sp>
      <p:sp>
        <p:nvSpPr>
          <p:cNvPr id="1028" name="標題版面配置區 21">
            <a:extLst>
              <a:ext uri="{FF2B5EF4-FFF2-40B4-BE49-F238E27FC236}">
                <a16:creationId xmlns:a16="http://schemas.microsoft.com/office/drawing/2014/main" id="{7A5413F6-6096-01DE-B28D-A1F8553331A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  <a:endParaRPr lang="en-US" altLang="zh-TW"/>
          </a:p>
        </p:txBody>
      </p:sp>
      <p:sp>
        <p:nvSpPr>
          <p:cNvPr id="1029" name="文字版面配置區 12">
            <a:extLst>
              <a:ext uri="{FF2B5EF4-FFF2-40B4-BE49-F238E27FC236}">
                <a16:creationId xmlns:a16="http://schemas.microsoft.com/office/drawing/2014/main" id="{42ADAA46-1516-E7C5-92A1-B9503EA074B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4" name="日期版面配置區 13">
            <a:extLst>
              <a:ext uri="{FF2B5EF4-FFF2-40B4-BE49-F238E27FC236}">
                <a16:creationId xmlns:a16="http://schemas.microsoft.com/office/drawing/2014/main" id="{3BABAF81-C92D-D039-F2FD-9F301A2F58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CE574ECF-1BBC-425F-8F77-CCEDC8767859}" type="datetime1">
              <a:rPr lang="zh-TW" altLang="en-US" smtClean="0"/>
              <a:t>2025/5/27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263C295-83C0-24B3-8214-0782E42423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>
            <a:extLst>
              <a:ext uri="{FF2B5EF4-FFF2-40B4-BE49-F238E27FC236}">
                <a16:creationId xmlns:a16="http://schemas.microsoft.com/office/drawing/2014/main" id="{E6CE4E58-7DDF-F2CF-81B2-432A9B4196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477A85AA-6901-49A4-8B15-B60C7FA1975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  <p:pic>
        <p:nvPicPr>
          <p:cNvPr id="1033" name="Picture 13" descr="PPT-2">
            <a:extLst>
              <a:ext uri="{FF2B5EF4-FFF2-40B4-BE49-F238E27FC236}">
                <a16:creationId xmlns:a16="http://schemas.microsoft.com/office/drawing/2014/main" id="{37EDA9CC-080B-1272-0277-96202D80AF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4" name="Picture 4">
            <a:extLst>
              <a:ext uri="{FF2B5EF4-FFF2-40B4-BE49-F238E27FC236}">
                <a16:creationId xmlns:a16="http://schemas.microsoft.com/office/drawing/2014/main" id="{EC591AF3-19AB-CD23-F56F-F2E37EC8638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40" r:id="rId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alibri" panose="020F0502020204030204" pitchFamily="34" charset="0"/>
          <a:ea typeface="標楷體" panose="03000509000000000000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  <a:ea typeface="微軟正黑體" pitchFamily="34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slide" Target="slide7.xml"/><Relationship Id="rId4" Type="http://schemas.openxmlformats.org/officeDocument/2006/relationships/slide" Target="slide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7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1.xml"/><Relationship Id="rId5" Type="http://schemas.openxmlformats.org/officeDocument/2006/relationships/slide" Target="slide10.xml"/><Relationship Id="rId4" Type="http://schemas.openxmlformats.org/officeDocument/2006/relationships/slide" Target="slide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slide" Target="slide12.xml"/><Relationship Id="rId7" Type="http://schemas.openxmlformats.org/officeDocument/2006/relationships/slide" Target="slide2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9.xml"/><Relationship Id="rId5" Type="http://schemas.openxmlformats.org/officeDocument/2006/relationships/slide" Target="slide16.xml"/><Relationship Id="rId4" Type="http://schemas.openxmlformats.org/officeDocument/2006/relationships/slide" Target="slide1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slide" Target="slide24.xml"/><Relationship Id="rId7" Type="http://schemas.openxmlformats.org/officeDocument/2006/relationships/slide" Target="slide2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9.xml"/><Relationship Id="rId5" Type="http://schemas.openxmlformats.org/officeDocument/2006/relationships/slide" Target="slide16.xml"/><Relationship Id="rId4" Type="http://schemas.openxmlformats.org/officeDocument/2006/relationships/slide" Target="slide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slide" Target="slide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slide" Target="slide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slide" Target="slide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slide" Target="slide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5" Type="http://schemas.openxmlformats.org/officeDocument/2006/relationships/slide" Target="slide6.xml"/><Relationship Id="rId4" Type="http://schemas.openxmlformats.org/officeDocument/2006/relationships/slide" Target="slide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slide" Target="slide6.xml"/><Relationship Id="rId4" Type="http://schemas.openxmlformats.org/officeDocument/2006/relationships/slide" Target="slid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slide" Target="slide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slide" Target="slide6.xml"/><Relationship Id="rId4" Type="http://schemas.openxmlformats.org/officeDocument/2006/relationships/slide" Target="slide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5" Type="http://schemas.openxmlformats.org/officeDocument/2006/relationships/slide" Target="slide6.xml"/><Relationship Id="rId4" Type="http://schemas.openxmlformats.org/officeDocument/2006/relationships/slide" Target="slide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slide" Target="slide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973BE4E2-D419-379C-FF06-550F961007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38501" y="1785938"/>
            <a:ext cx="5707063" cy="1808162"/>
          </a:xfrm>
        </p:spPr>
        <p:txBody>
          <a:bodyPr/>
          <a:lstStyle/>
          <a:p>
            <a:pPr eaLnBrk="1" hangingPunct="1"/>
            <a:r>
              <a:rPr lang="zh-TW" altLang="en-US" b="1" dirty="0">
                <a:solidFill>
                  <a:srgbClr val="FF0000"/>
                </a:solidFill>
                <a:latin typeface="+mj-ea"/>
              </a:rPr>
              <a:t>爐管新人學習進度報告</a:t>
            </a:r>
          </a:p>
        </p:txBody>
      </p:sp>
      <p:sp>
        <p:nvSpPr>
          <p:cNvPr id="8195" name="TextBox 2">
            <a:extLst>
              <a:ext uri="{FF2B5EF4-FFF2-40B4-BE49-F238E27FC236}">
                <a16:creationId xmlns:a16="http://schemas.microsoft.com/office/drawing/2014/main" id="{0AA403FC-31D4-B034-8843-465897B928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4313" y="3929064"/>
            <a:ext cx="43227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2025.4.14</a:t>
            </a:r>
            <a:r>
              <a:rPr lang="zh-TW" altLang="en-US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~</a:t>
            </a:r>
            <a:r>
              <a:rPr lang="zh-TW" altLang="en-US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solidFill>
                  <a:schemeClr val="bg2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2025.04.25</a:t>
            </a:r>
            <a:endParaRPr lang="zh-TW" altLang="en-US" sz="3200" dirty="0">
              <a:solidFill>
                <a:schemeClr val="bg2"/>
              </a:solidFill>
              <a:latin typeface="Times New Roman" panose="02020603050405020304" pitchFamily="18" charset="0"/>
              <a:ea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B2B95EB6-525A-1DAA-77C4-908C6CD23B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77703" y="5483543"/>
            <a:ext cx="432276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TW" sz="2400" dirty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JXOu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TW" altLang="en-US" sz="2400" dirty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歐佳鑫</a:t>
            </a:r>
          </a:p>
        </p:txBody>
      </p:sp>
    </p:spTree>
    <p:extLst>
      <p:ext uri="{BB962C8B-B14F-4D97-AF65-F5344CB8AC3E}">
        <p14:creationId xmlns:p14="http://schemas.microsoft.com/office/powerpoint/2010/main" val="2433933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>
            <a:extLst>
              <a:ext uri="{FF2B5EF4-FFF2-40B4-BE49-F238E27FC236}">
                <a16:creationId xmlns:a16="http://schemas.microsoft.com/office/drawing/2014/main" id="{2FEE92D0-4D5D-5396-1EE0-2AED1E8D2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</a:rPr>
              <a:t>報告內容</a:t>
            </a:r>
          </a:p>
        </p:txBody>
      </p:sp>
      <p:sp>
        <p:nvSpPr>
          <p:cNvPr id="10243" name="內容版面配置區 2">
            <a:extLst>
              <a:ext uri="{FF2B5EF4-FFF2-40B4-BE49-F238E27FC236}">
                <a16:creationId xmlns:a16="http://schemas.microsoft.com/office/drawing/2014/main" id="{4813D479-8C75-6C8A-D2D6-76560027E02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19200" y="1630680"/>
            <a:ext cx="10363200" cy="4572000"/>
          </a:xfrm>
        </p:spPr>
        <p:txBody>
          <a:bodyPr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兩週學習內容</a:t>
            </a:r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INITIAL</a:t>
            </a: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SETTING</a:t>
            </a:r>
            <a:r>
              <a:rPr lang="zh-TW" altLang="en-US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INDRODUCTION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  <a:defRPr/>
            </a:pPr>
            <a:endParaRPr lang="en-US" altLang="zh-TW" sz="280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3DC1F90-C392-CE1E-EF5C-ED5B80188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88466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3DC1F90-C392-CE1E-EF5C-ED5B80188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3</a:t>
            </a:fld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0794E7C-4C19-67EB-C198-C9B7DB9AA7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55438"/>
              </p:ext>
            </p:extLst>
          </p:nvPr>
        </p:nvGraphicFramePr>
        <p:xfrm>
          <a:off x="828134" y="1283015"/>
          <a:ext cx="10535732" cy="47264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3082">
                  <a:extLst>
                    <a:ext uri="{9D8B030D-6E8A-4147-A177-3AD203B41FA5}">
                      <a16:colId xmlns:a16="http://schemas.microsoft.com/office/drawing/2014/main" val="499691193"/>
                    </a:ext>
                  </a:extLst>
                </a:gridCol>
                <a:gridCol w="3224784">
                  <a:extLst>
                    <a:ext uri="{9D8B030D-6E8A-4147-A177-3AD203B41FA5}">
                      <a16:colId xmlns:a16="http://schemas.microsoft.com/office/drawing/2014/main" val="2763126434"/>
                    </a:ext>
                  </a:extLst>
                </a:gridCol>
                <a:gridCol w="2633933">
                  <a:extLst>
                    <a:ext uri="{9D8B030D-6E8A-4147-A177-3AD203B41FA5}">
                      <a16:colId xmlns:a16="http://schemas.microsoft.com/office/drawing/2014/main" val="1514208284"/>
                    </a:ext>
                  </a:extLst>
                </a:gridCol>
                <a:gridCol w="2633933">
                  <a:extLst>
                    <a:ext uri="{9D8B030D-6E8A-4147-A177-3AD203B41FA5}">
                      <a16:colId xmlns:a16="http://schemas.microsoft.com/office/drawing/2014/main" val="3810114816"/>
                    </a:ext>
                  </a:extLst>
                </a:gridCol>
              </a:tblGrid>
              <a:tr h="429675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日期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課程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機台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內容</a:t>
                      </a:r>
                      <a:endParaRPr lang="en-US" sz="20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5326607"/>
                  </a:ext>
                </a:extLst>
              </a:tr>
              <a:tr h="429675"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2025/5/12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一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RTP-3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7426244"/>
                  </a:ext>
                </a:extLst>
              </a:tr>
              <a:tr h="4296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2025/5/13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二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WSIX-1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damping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3149379"/>
                  </a:ext>
                </a:extLst>
              </a:tr>
              <a:tr h="4296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2025/5/14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三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LP-T3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APC-abort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3853667"/>
                  </a:ext>
                </a:extLst>
              </a:tr>
              <a:tr h="4296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2025/5/15</a:t>
                      </a:r>
                      <a:r>
                        <a:rPr lang="zh-TW" alt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四</a:t>
                      </a:r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WSIX-1B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BPM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1733930"/>
                  </a:ext>
                </a:extLst>
              </a:tr>
              <a:tr h="4296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2025/5/16</a:t>
                      </a:r>
                      <a:r>
                        <a:rPr lang="zh-TW" alt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en-US" altLang="zh-TW" sz="18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TW" altLang="en-US" sz="18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處理機況</a:t>
                      </a:r>
                      <a:endParaRPr kumimoji="0" lang="en-US" altLang="zh-TW" sz="1800" b="0" i="0" u="none" strike="noStrik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91825"/>
                  </a:ext>
                </a:extLst>
              </a:tr>
              <a:tr h="4296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2025/5/19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一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8D report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LP-N4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Replace cooler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9974424"/>
                  </a:ext>
                </a:extLst>
              </a:tr>
              <a:tr h="4296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2025/5/20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二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WSIX-1B PTC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6029885"/>
                  </a:ext>
                </a:extLst>
              </a:tr>
              <a:tr h="4296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2025/5/21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三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8531898"/>
                  </a:ext>
                </a:extLst>
              </a:tr>
              <a:tr h="4296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2025/5/22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四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WSIX-2D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BPM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6916339"/>
                  </a:ext>
                </a:extLst>
              </a:tr>
              <a:tr h="42967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2025/5/23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zh-TW" altLang="en-US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五</a:t>
                      </a:r>
                      <a:r>
                        <a:rPr lang="en-US" altLang="zh-TW" sz="180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)</a:t>
                      </a:r>
                      <a:endParaRPr lang="en-US" sz="180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None</a:t>
                      </a:r>
                      <a:endParaRPr kumimoji="0" 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LP-P6</a:t>
                      </a:r>
                      <a:endParaRPr lang="en-US" sz="1800" b="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b="0" dirty="0">
                          <a:latin typeface="Times New Roman" panose="02020603050405020304" pitchFamily="18" charset="0"/>
                          <a:ea typeface="+mj-ea"/>
                          <a:cs typeface="Times New Roman" panose="02020603050405020304" pitchFamily="18" charset="0"/>
                        </a:rPr>
                        <a:t>5PM</a:t>
                      </a:r>
                      <a:endParaRPr lang="en-US" sz="1800" b="0" dirty="0">
                        <a:latin typeface="Times New Roman" panose="02020603050405020304" pitchFamily="18" charset="0"/>
                        <a:ea typeface="+mj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352506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2AC4840B-C244-D3B5-A99D-692D4843859C}"/>
              </a:ext>
            </a:extLst>
          </p:cNvPr>
          <p:cNvSpPr txBox="1"/>
          <p:nvPr/>
        </p:nvSpPr>
        <p:spPr bwMode="auto">
          <a:xfrm>
            <a:off x="598650" y="494622"/>
            <a:ext cx="2903676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ctr">
              <a:buFont typeface="Wingdings 2" panose="05020102010507070707" pitchFamily="18" charset="2"/>
              <a:buNone/>
            </a:pPr>
            <a:r>
              <a:rPr lang="zh-TW" altLang="en-US" sz="4000" dirty="0">
                <a:latin typeface="+mj-ea"/>
                <a:ea typeface="+mj-ea"/>
              </a:rPr>
              <a:t>學習</a:t>
            </a:r>
            <a:r>
              <a:rPr kumimoji="0" lang="zh-TW" altLang="en-US" sz="4000" dirty="0">
                <a:latin typeface="+mj-ea"/>
                <a:ea typeface="+mj-ea"/>
              </a:rPr>
              <a:t>進度表</a:t>
            </a:r>
            <a:endParaRPr kumimoji="0" lang="en-US" sz="40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7472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664CBC-B3B3-617B-9C44-A578BACD3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5292852" cy="722058"/>
          </a:xfrm>
        </p:spPr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B93075F-AE62-79EA-F507-AF2FE4EAC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4</a:t>
            </a:fld>
            <a:endParaRPr lang="zh-TW" altLang="en-US" dirty="0"/>
          </a:p>
        </p:txBody>
      </p:sp>
      <p:sp>
        <p:nvSpPr>
          <p:cNvPr id="5" name="文字方塊 4">
            <a:hlinkClick r:id="rId3" action="ppaction://hlinksldjump"/>
            <a:extLst>
              <a:ext uri="{FF2B5EF4-FFF2-40B4-BE49-F238E27FC236}">
                <a16:creationId xmlns:a16="http://schemas.microsoft.com/office/drawing/2014/main" id="{09868773-5D2D-9A59-0EE6-3E699AC9C6B1}"/>
              </a:ext>
            </a:extLst>
          </p:cNvPr>
          <p:cNvSpPr txBox="1"/>
          <p:nvPr/>
        </p:nvSpPr>
        <p:spPr>
          <a:xfrm>
            <a:off x="612648" y="1609343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[SET-NAME]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C4BDAB0-1BD3-5CAB-9D57-A80F74781165}"/>
              </a:ext>
            </a:extLst>
          </p:cNvPr>
          <p:cNvSpPr txBox="1"/>
          <p:nvPr/>
        </p:nvSpPr>
        <p:spPr>
          <a:xfrm>
            <a:off x="612648" y="3232296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[SET-POSN]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9A46AAB-DFE9-57A9-90F0-28FAD635191A}"/>
              </a:ext>
            </a:extLst>
          </p:cNvPr>
          <p:cNvSpPr txBox="1"/>
          <p:nvPr/>
        </p:nvSpPr>
        <p:spPr>
          <a:xfrm>
            <a:off x="612648" y="4855249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[INI-TIME]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hlinkClick r:id="rId4" action="ppaction://hlinksldjump"/>
            <a:extLst>
              <a:ext uri="{FF2B5EF4-FFF2-40B4-BE49-F238E27FC236}">
                <a16:creationId xmlns:a16="http://schemas.microsoft.com/office/drawing/2014/main" id="{FA5050F4-B365-F065-1664-35EF0AF8CD2F}"/>
              </a:ext>
            </a:extLst>
          </p:cNvPr>
          <p:cNvSpPr txBox="1"/>
          <p:nvPr/>
        </p:nvSpPr>
        <p:spPr>
          <a:xfrm>
            <a:off x="3691128" y="1609343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[SET-TEMP]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5F055402-1CA7-0EAF-C62A-884E5B228B59}"/>
              </a:ext>
            </a:extLst>
          </p:cNvPr>
          <p:cNvSpPr txBox="1"/>
          <p:nvPr/>
        </p:nvSpPr>
        <p:spPr>
          <a:xfrm>
            <a:off x="3691128" y="3232295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[SET-ALAM]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79EABC7-9DAD-AD0C-0099-6E7735CA035D}"/>
              </a:ext>
            </a:extLst>
          </p:cNvPr>
          <p:cNvSpPr txBox="1"/>
          <p:nvPr/>
        </p:nvSpPr>
        <p:spPr>
          <a:xfrm>
            <a:off x="3691128" y="4855249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[SET-I/O]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hlinkClick r:id="rId5" action="ppaction://hlinksldjump"/>
            <a:extLst>
              <a:ext uri="{FF2B5EF4-FFF2-40B4-BE49-F238E27FC236}">
                <a16:creationId xmlns:a16="http://schemas.microsoft.com/office/drawing/2014/main" id="{8A06CA57-7CA4-3DFE-3FC7-25E7D10657EC}"/>
              </a:ext>
            </a:extLst>
          </p:cNvPr>
          <p:cNvSpPr txBox="1"/>
          <p:nvPr/>
        </p:nvSpPr>
        <p:spPr>
          <a:xfrm>
            <a:off x="6553200" y="1609343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[SET-GAS]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D9C6B1A-017A-D797-65BF-58FE91FAC99D}"/>
              </a:ext>
            </a:extLst>
          </p:cNvPr>
          <p:cNvSpPr txBox="1"/>
          <p:nvPr/>
        </p:nvSpPr>
        <p:spPr>
          <a:xfrm>
            <a:off x="9238488" y="1609342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[SET-COM]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C1BFFBC-1633-6320-7E11-8D365C2616D9}"/>
              </a:ext>
            </a:extLst>
          </p:cNvPr>
          <p:cNvSpPr txBox="1"/>
          <p:nvPr/>
        </p:nvSpPr>
        <p:spPr>
          <a:xfrm>
            <a:off x="6553200" y="3232295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[SET-PASS]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A9DA9BA-0105-0483-4D9D-571015C7AA9B}"/>
              </a:ext>
            </a:extLst>
          </p:cNvPr>
          <p:cNvSpPr txBox="1"/>
          <p:nvPr/>
        </p:nvSpPr>
        <p:spPr>
          <a:xfrm>
            <a:off x="6553200" y="4855248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[SWITCH]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14142C9-5E46-8CBE-4F35-F7BFAEC6531B}"/>
              </a:ext>
            </a:extLst>
          </p:cNvPr>
          <p:cNvSpPr txBox="1"/>
          <p:nvPr/>
        </p:nvSpPr>
        <p:spPr>
          <a:xfrm>
            <a:off x="9238488" y="3220590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[SET-EMG]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0D2711C-4F7A-8DE6-E5B8-3FD97EE931BA}"/>
              </a:ext>
            </a:extLst>
          </p:cNvPr>
          <p:cNvSpPr txBox="1"/>
          <p:nvPr/>
        </p:nvSpPr>
        <p:spPr>
          <a:xfrm>
            <a:off x="9174480" y="4831838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[SET-ZONE]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001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BA5A9-9E15-8030-97C6-E6F3186FB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D323C2-D3E5-2D83-6FEE-911B313C4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7477252" cy="722058"/>
          </a:xfrm>
        </p:spPr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BEB653-F753-36D5-334F-11FDF093E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5</a:t>
            </a:fld>
            <a:endParaRPr lang="zh-TW" altLang="en-US" dirty="0"/>
          </a:p>
        </p:txBody>
      </p:sp>
      <p:sp>
        <p:nvSpPr>
          <p:cNvPr id="5" name="文字方塊 4">
            <a:hlinkClick r:id="rId3" action="ppaction://hlinksldjump"/>
            <a:extLst>
              <a:ext uri="{FF2B5EF4-FFF2-40B4-BE49-F238E27FC236}">
                <a16:creationId xmlns:a16="http://schemas.microsoft.com/office/drawing/2014/main" id="{07644D42-4EBC-02EE-DDA4-A49598142BB5}"/>
              </a:ext>
            </a:extLst>
          </p:cNvPr>
          <p:cNvSpPr txBox="1"/>
          <p:nvPr/>
        </p:nvSpPr>
        <p:spPr>
          <a:xfrm>
            <a:off x="901192" y="1812542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	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hlinkClick r:id="rId4" action="ppaction://hlinksldjump"/>
            <a:extLst>
              <a:ext uri="{FF2B5EF4-FFF2-40B4-BE49-F238E27FC236}">
                <a16:creationId xmlns:a16="http://schemas.microsoft.com/office/drawing/2014/main" id="{1EC35341-2EE9-2ED4-FFDE-C1E4D044E59D}"/>
              </a:ext>
            </a:extLst>
          </p:cNvPr>
          <p:cNvSpPr txBox="1"/>
          <p:nvPr/>
        </p:nvSpPr>
        <p:spPr>
          <a:xfrm>
            <a:off x="3981194" y="1812541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[MFC]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hlinkClick r:id="rId5" action="ppaction://hlinksldjump"/>
            <a:extLst>
              <a:ext uri="{FF2B5EF4-FFF2-40B4-BE49-F238E27FC236}">
                <a16:creationId xmlns:a16="http://schemas.microsoft.com/office/drawing/2014/main" id="{9A444043-D9E0-65AA-0BCD-D9DBABFD8696}"/>
              </a:ext>
            </a:extLst>
          </p:cNvPr>
          <p:cNvSpPr txBox="1"/>
          <p:nvPr/>
        </p:nvSpPr>
        <p:spPr>
          <a:xfrm>
            <a:off x="6298186" y="1812541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[RECIPE]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hlinkClick r:id="rId6" action="ppaction://hlinksldjump"/>
            <a:extLst>
              <a:ext uri="{FF2B5EF4-FFF2-40B4-BE49-F238E27FC236}">
                <a16:creationId xmlns:a16="http://schemas.microsoft.com/office/drawing/2014/main" id="{469240BB-4645-6A7E-B8D7-0F5CE1574E19}"/>
              </a:ext>
            </a:extLst>
          </p:cNvPr>
          <p:cNvSpPr txBox="1"/>
          <p:nvPr/>
        </p:nvSpPr>
        <p:spPr>
          <a:xfrm>
            <a:off x="9086088" y="1812540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[ALARM]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9CA72E4B-6C0D-3772-E08E-70FEFDCFC358}"/>
              </a:ext>
            </a:extLst>
          </p:cNvPr>
          <p:cNvSpPr txBox="1"/>
          <p:nvPr/>
        </p:nvSpPr>
        <p:spPr>
          <a:xfrm>
            <a:off x="10029444" y="595910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hlinkClick r:id="rId7" action="ppaction://hlinksldjump"/>
            <a:extLst>
              <a:ext uri="{FF2B5EF4-FFF2-40B4-BE49-F238E27FC236}">
                <a16:creationId xmlns:a16="http://schemas.microsoft.com/office/drawing/2014/main" id="{3DA317F9-7630-4334-069C-5D3F7A1F76ED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</p:spTree>
    <p:extLst>
      <p:ext uri="{BB962C8B-B14F-4D97-AF65-F5344CB8AC3E}">
        <p14:creationId xmlns:p14="http://schemas.microsoft.com/office/powerpoint/2010/main" val="3464999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0F169-E490-3BB3-04C6-003CAF4F2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0F0E2B-36DF-F373-2D1C-5D0E4B3D5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TEMPERAUTRE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265FE0-2311-B16D-0AAC-8981EB983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6</a:t>
            </a:fld>
            <a:endParaRPr lang="zh-TW" altLang="en-US" dirty="0"/>
          </a:p>
        </p:txBody>
      </p:sp>
      <p:sp>
        <p:nvSpPr>
          <p:cNvPr id="5" name="文字方塊 4">
            <a:hlinkClick r:id="rId3" action="ppaction://hlinksldjump"/>
            <a:extLst>
              <a:ext uri="{FF2B5EF4-FFF2-40B4-BE49-F238E27FC236}">
                <a16:creationId xmlns:a16="http://schemas.microsoft.com/office/drawing/2014/main" id="{CD68A190-86BF-F0CD-C678-5939F4BB6085}"/>
              </a:ext>
            </a:extLst>
          </p:cNvPr>
          <p:cNvSpPr txBox="1"/>
          <p:nvPr/>
        </p:nvSpPr>
        <p:spPr>
          <a:xfrm>
            <a:off x="901192" y="1812542"/>
            <a:ext cx="2788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PDL-EC	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hlinkClick r:id="rId4" action="ppaction://hlinksldjump"/>
            <a:extLst>
              <a:ext uri="{FF2B5EF4-FFF2-40B4-BE49-F238E27FC236}">
                <a16:creationId xmlns:a16="http://schemas.microsoft.com/office/drawing/2014/main" id="{A8C0E497-089A-CC29-9B01-4B3FA7F50E20}"/>
              </a:ext>
            </a:extLst>
          </p:cNvPr>
          <p:cNvSpPr txBox="1"/>
          <p:nvPr/>
        </p:nvSpPr>
        <p:spPr>
          <a:xfrm>
            <a:off x="3745739" y="1812539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SPK-EC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hlinkClick r:id="rId5" action="ppaction://hlinksldjump"/>
            <a:extLst>
              <a:ext uri="{FF2B5EF4-FFF2-40B4-BE49-F238E27FC236}">
                <a16:creationId xmlns:a16="http://schemas.microsoft.com/office/drawing/2014/main" id="{6C842853-BDA3-7D4C-BA32-2D9970A9C693}"/>
              </a:ext>
            </a:extLst>
          </p:cNvPr>
          <p:cNvSpPr txBox="1"/>
          <p:nvPr/>
        </p:nvSpPr>
        <p:spPr>
          <a:xfrm>
            <a:off x="6298186" y="1812541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[WATCH-A]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hlinkClick r:id="rId6" action="ppaction://hlinksldjump"/>
            <a:extLst>
              <a:ext uri="{FF2B5EF4-FFF2-40B4-BE49-F238E27FC236}">
                <a16:creationId xmlns:a16="http://schemas.microsoft.com/office/drawing/2014/main" id="{66E7F61E-DDA0-09F3-841D-063FE44E7CCA}"/>
              </a:ext>
            </a:extLst>
          </p:cNvPr>
          <p:cNvSpPr txBox="1"/>
          <p:nvPr/>
        </p:nvSpPr>
        <p:spPr>
          <a:xfrm>
            <a:off x="9225788" y="1796853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[WATCH-B]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55A94B7D-C589-933A-D510-BEA19BC0E2AA}"/>
              </a:ext>
            </a:extLst>
          </p:cNvPr>
          <p:cNvSpPr txBox="1"/>
          <p:nvPr/>
        </p:nvSpPr>
        <p:spPr>
          <a:xfrm>
            <a:off x="10029444" y="595910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COPY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hlinkClick r:id="rId7" action="ppaction://hlinksldjump"/>
            <a:extLst>
              <a:ext uri="{FF2B5EF4-FFF2-40B4-BE49-F238E27FC236}">
                <a16:creationId xmlns:a16="http://schemas.microsoft.com/office/drawing/2014/main" id="{6E74C655-7321-1DC5-2AF9-996D144CF4CB}"/>
              </a:ext>
            </a:extLst>
          </p:cNvPr>
          <p:cNvSpPr txBox="1"/>
          <p:nvPr/>
        </p:nvSpPr>
        <p:spPr>
          <a:xfrm>
            <a:off x="901192" y="3136612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[PDL-CAB]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56C5851-647B-208E-8FB4-FF4AA80D230A}"/>
              </a:ext>
            </a:extLst>
          </p:cNvPr>
          <p:cNvSpPr txBox="1"/>
          <p:nvPr/>
        </p:nvSpPr>
        <p:spPr>
          <a:xfrm>
            <a:off x="3745739" y="3136611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[P-MIX]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hlinkClick r:id="rId8" action="ppaction://hlinksldjump"/>
            <a:extLst>
              <a:ext uri="{FF2B5EF4-FFF2-40B4-BE49-F238E27FC236}">
                <a16:creationId xmlns:a16="http://schemas.microsoft.com/office/drawing/2014/main" id="{9EF10E73-A68F-5106-75E9-92EFFAF2AB13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</p:spTree>
    <p:extLst>
      <p:ext uri="{BB962C8B-B14F-4D97-AF65-F5344CB8AC3E}">
        <p14:creationId xmlns:p14="http://schemas.microsoft.com/office/powerpoint/2010/main" val="2664314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34FAB-87A3-D81E-D85B-5CCDD2EDE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4D64D1-D519-CEFD-725F-03629F2BC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GAS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MENU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435F15-8232-53E0-7725-CCC6F91A5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7</a:t>
            </a:fld>
            <a:endParaRPr lang="zh-TW" altLang="en-US" dirty="0"/>
          </a:p>
        </p:txBody>
      </p:sp>
      <p:sp>
        <p:nvSpPr>
          <p:cNvPr id="5" name="文字方塊 4">
            <a:hlinkClick r:id="rId3" action="ppaction://hlinksldjump"/>
            <a:extLst>
              <a:ext uri="{FF2B5EF4-FFF2-40B4-BE49-F238E27FC236}">
                <a16:creationId xmlns:a16="http://schemas.microsoft.com/office/drawing/2014/main" id="{8622034F-370B-6E33-C7AD-578B1C472C83}"/>
              </a:ext>
            </a:extLst>
          </p:cNvPr>
          <p:cNvSpPr txBox="1"/>
          <p:nvPr/>
        </p:nvSpPr>
        <p:spPr>
          <a:xfrm>
            <a:off x="901192" y="1812542"/>
            <a:ext cx="2788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	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hlinkClick r:id="rId4" action="ppaction://hlinksldjump"/>
            <a:extLst>
              <a:ext uri="{FF2B5EF4-FFF2-40B4-BE49-F238E27FC236}">
                <a16:creationId xmlns:a16="http://schemas.microsoft.com/office/drawing/2014/main" id="{36073655-85FE-90F4-5E36-D41B4497BD5C}"/>
              </a:ext>
            </a:extLst>
          </p:cNvPr>
          <p:cNvSpPr txBox="1"/>
          <p:nvPr/>
        </p:nvSpPr>
        <p:spPr>
          <a:xfrm>
            <a:off x="3745739" y="1812539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WATCH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hlinkClick r:id="rId5" action="ppaction://hlinksldjump"/>
            <a:extLst>
              <a:ext uri="{FF2B5EF4-FFF2-40B4-BE49-F238E27FC236}">
                <a16:creationId xmlns:a16="http://schemas.microsoft.com/office/drawing/2014/main" id="{38D80172-A51D-C72A-877B-6FF24375B36F}"/>
              </a:ext>
            </a:extLst>
          </p:cNvPr>
          <p:cNvSpPr txBox="1"/>
          <p:nvPr/>
        </p:nvSpPr>
        <p:spPr>
          <a:xfrm>
            <a:off x="6298186" y="1812541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hlinkClick r:id="rId6" action="ppaction://hlinksldjump"/>
            <a:extLst>
              <a:ext uri="{FF2B5EF4-FFF2-40B4-BE49-F238E27FC236}">
                <a16:creationId xmlns:a16="http://schemas.microsoft.com/office/drawing/2014/main" id="{A8283F7F-22B8-78E7-89B7-3E11EB77C219}"/>
              </a:ext>
            </a:extLst>
          </p:cNvPr>
          <p:cNvSpPr txBox="1"/>
          <p:nvPr/>
        </p:nvSpPr>
        <p:spPr>
          <a:xfrm>
            <a:off x="8933688" y="1796853"/>
            <a:ext cx="2788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[INTERLOCL]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hlinkClick r:id="rId7" action="ppaction://hlinksldjump"/>
            <a:extLst>
              <a:ext uri="{FF2B5EF4-FFF2-40B4-BE49-F238E27FC236}">
                <a16:creationId xmlns:a16="http://schemas.microsoft.com/office/drawing/2014/main" id="{E0781A14-8A3D-CBBF-4A7A-903AF868C50B}"/>
              </a:ext>
            </a:extLst>
          </p:cNvPr>
          <p:cNvSpPr txBox="1"/>
          <p:nvPr/>
        </p:nvSpPr>
        <p:spPr>
          <a:xfrm>
            <a:off x="901192" y="3136612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FORCE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7452B0E-E350-8E36-1D7C-C8651A040550}"/>
              </a:ext>
            </a:extLst>
          </p:cNvPr>
          <p:cNvSpPr txBox="1"/>
          <p:nvPr/>
        </p:nvSpPr>
        <p:spPr>
          <a:xfrm>
            <a:off x="3745739" y="3136611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hlinkClick r:id="rId8" action="ppaction://hlinksldjump"/>
            <a:extLst>
              <a:ext uri="{FF2B5EF4-FFF2-40B4-BE49-F238E27FC236}">
                <a16:creationId xmlns:a16="http://schemas.microsoft.com/office/drawing/2014/main" id="{FB2CAC70-589B-55FE-A98D-71C62A1D4946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8" name="文字方塊 7">
            <a:hlinkClick r:id="rId5" action="ppaction://hlinksldjump"/>
            <a:extLst>
              <a:ext uri="{FF2B5EF4-FFF2-40B4-BE49-F238E27FC236}">
                <a16:creationId xmlns:a16="http://schemas.microsoft.com/office/drawing/2014/main" id="{F4EDA1DB-0159-1D93-8E12-C55BC1E69DF0}"/>
              </a:ext>
            </a:extLst>
          </p:cNvPr>
          <p:cNvSpPr txBox="1"/>
          <p:nvPr/>
        </p:nvSpPr>
        <p:spPr>
          <a:xfrm>
            <a:off x="6096000" y="3136897"/>
            <a:ext cx="27884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APCLEVEL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hlinkClick r:id="rId5" action="ppaction://hlinksldjump"/>
            <a:extLst>
              <a:ext uri="{FF2B5EF4-FFF2-40B4-BE49-F238E27FC236}">
                <a16:creationId xmlns:a16="http://schemas.microsoft.com/office/drawing/2014/main" id="{7B69DB82-72A2-2483-1085-8FD702B38A24}"/>
              </a:ext>
            </a:extLst>
          </p:cNvPr>
          <p:cNvSpPr txBox="1"/>
          <p:nvPr/>
        </p:nvSpPr>
        <p:spPr>
          <a:xfrm>
            <a:off x="8940546" y="3136610"/>
            <a:ext cx="27884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APC-PARA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D10A3B0-C6A5-6B98-AE78-8ECA36DB066D}"/>
              </a:ext>
            </a:extLst>
          </p:cNvPr>
          <p:cNvSpPr txBox="1"/>
          <p:nvPr/>
        </p:nvSpPr>
        <p:spPr>
          <a:xfrm>
            <a:off x="901192" y="4460681"/>
            <a:ext cx="33025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APCWATCH</a:t>
            </a:r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9936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2D691-FFB0-4B51-A806-71E2F08B5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CA899B-AB0D-F7DB-5A63-D1599FB20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969752" cy="722058"/>
          </a:xfrm>
        </p:spPr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ATTACH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TEMPERATURE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ZONE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1C49D9-E538-84FD-07A1-60AA6916C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8</a:t>
            </a:fld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1271AFB-9573-49B9-B67D-635EE559AACF}"/>
              </a:ext>
            </a:extLst>
          </p:cNvPr>
          <p:cNvSpPr txBox="1"/>
          <p:nvPr/>
        </p:nvSpPr>
        <p:spPr>
          <a:xfrm>
            <a:off x="10029444" y="1901440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ZONE2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EA82E17-4D23-75C8-12EA-4727515EEC25}"/>
              </a:ext>
            </a:extLst>
          </p:cNvPr>
          <p:cNvSpPr txBox="1"/>
          <p:nvPr/>
        </p:nvSpPr>
        <p:spPr>
          <a:xfrm>
            <a:off x="612648" y="1901440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ZONE1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73DA466-0C5D-1909-2E81-39D4C16A0683}"/>
              </a:ext>
            </a:extLst>
          </p:cNvPr>
          <p:cNvSpPr txBox="1"/>
          <p:nvPr/>
        </p:nvSpPr>
        <p:spPr>
          <a:xfrm>
            <a:off x="3108960" y="1901440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BOTTOM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B30228E-F419-4365-8764-24D0273BCADE}"/>
              </a:ext>
            </a:extLst>
          </p:cNvPr>
          <p:cNvSpPr txBox="1"/>
          <p:nvPr/>
        </p:nvSpPr>
        <p:spPr>
          <a:xfrm>
            <a:off x="8283953" y="1897693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4D95CF8-409C-7F15-CF5E-63DB6C7157BE}"/>
              </a:ext>
            </a:extLst>
          </p:cNvPr>
          <p:cNvSpPr txBox="1"/>
          <p:nvPr/>
        </p:nvSpPr>
        <p:spPr>
          <a:xfrm>
            <a:off x="5787641" y="1897693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hlinkClick r:id="rId3" action="ppaction://hlinksldjump"/>
            <a:extLst>
              <a:ext uri="{FF2B5EF4-FFF2-40B4-BE49-F238E27FC236}">
                <a16:creationId xmlns:a16="http://schemas.microsoft.com/office/drawing/2014/main" id="{C7169A29-F9A9-F416-02E7-AFB3F22D9FB8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</p:spTree>
    <p:extLst>
      <p:ext uri="{BB962C8B-B14F-4D97-AF65-F5344CB8AC3E}">
        <p14:creationId xmlns:p14="http://schemas.microsoft.com/office/powerpoint/2010/main" val="25116523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498E8-1B2E-2CC9-08AA-D11550172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40CC0D-04C3-F213-31E6-AA9524D4F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969752" cy="722058"/>
          </a:xfrm>
        </p:spPr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ATTACH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MASS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1B33D65-524A-4F12-D8B5-C91150049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9</a:t>
            </a:fld>
            <a:endParaRPr lang="zh-TW" altLang="en-US" dirty="0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A0B869E7-EEB7-DA04-ABC1-80B6C9155903}"/>
              </a:ext>
            </a:extLst>
          </p:cNvPr>
          <p:cNvGrpSpPr/>
          <p:nvPr/>
        </p:nvGrpSpPr>
        <p:grpSpPr>
          <a:xfrm>
            <a:off x="609601" y="2095687"/>
            <a:ext cx="2496312" cy="3239178"/>
            <a:chOff x="609601" y="1613087"/>
            <a:chExt cx="2496312" cy="3239178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592F6A49-384E-D63F-C749-8E6DC2033E7C}"/>
                </a:ext>
              </a:extLst>
            </p:cNvPr>
            <p:cNvSpPr txBox="1"/>
            <p:nvPr/>
          </p:nvSpPr>
          <p:spPr>
            <a:xfrm>
              <a:off x="609601" y="1613087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MFC-01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E77DB6CB-2998-8E85-7212-9088B3F00E7B}"/>
                </a:ext>
              </a:extLst>
            </p:cNvPr>
            <p:cNvSpPr txBox="1"/>
            <p:nvPr/>
          </p:nvSpPr>
          <p:spPr>
            <a:xfrm>
              <a:off x="609601" y="2497888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MFC-06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D4B7419D-BC22-EF79-F885-A9580DB0994B}"/>
                </a:ext>
              </a:extLst>
            </p:cNvPr>
            <p:cNvSpPr txBox="1"/>
            <p:nvPr/>
          </p:nvSpPr>
          <p:spPr>
            <a:xfrm>
              <a:off x="609601" y="3382689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MFM-02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51E5BFA6-FA7B-9AD8-774A-D7F20BEC504C}"/>
                </a:ext>
              </a:extLst>
            </p:cNvPr>
            <p:cNvSpPr txBox="1"/>
            <p:nvPr/>
          </p:nvSpPr>
          <p:spPr>
            <a:xfrm>
              <a:off x="609601" y="4267490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APC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AB4A1C4A-56FC-AA94-A0F6-AC51D5EFFBC7}"/>
              </a:ext>
            </a:extLst>
          </p:cNvPr>
          <p:cNvGrpSpPr/>
          <p:nvPr/>
        </p:nvGrpSpPr>
        <p:grpSpPr>
          <a:xfrm>
            <a:off x="2946401" y="2095687"/>
            <a:ext cx="2496312" cy="2354377"/>
            <a:chOff x="609601" y="1613087"/>
            <a:chExt cx="2496312" cy="2354377"/>
          </a:xfrm>
        </p:grpSpPr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A3D7D9EA-F719-9526-DF73-306E006B7A3A}"/>
                </a:ext>
              </a:extLst>
            </p:cNvPr>
            <p:cNvSpPr txBox="1"/>
            <p:nvPr/>
          </p:nvSpPr>
          <p:spPr>
            <a:xfrm>
              <a:off x="609601" y="1613087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MFC-02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0F8A4945-CDB7-0F35-F631-ABE60EE5D124}"/>
                </a:ext>
              </a:extLst>
            </p:cNvPr>
            <p:cNvSpPr txBox="1"/>
            <p:nvPr/>
          </p:nvSpPr>
          <p:spPr>
            <a:xfrm>
              <a:off x="609601" y="2497888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MFC-07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9C8A134D-8EF8-BDFD-AD81-196F680F8E66}"/>
                </a:ext>
              </a:extLst>
            </p:cNvPr>
            <p:cNvSpPr txBox="1"/>
            <p:nvPr/>
          </p:nvSpPr>
          <p:spPr>
            <a:xfrm>
              <a:off x="609601" y="3382689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MFM-03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6E7A81FE-5708-8969-4BE2-0DDBECB461C4}"/>
              </a:ext>
            </a:extLst>
          </p:cNvPr>
          <p:cNvGrpSpPr/>
          <p:nvPr/>
        </p:nvGrpSpPr>
        <p:grpSpPr>
          <a:xfrm>
            <a:off x="5442713" y="2095687"/>
            <a:ext cx="2496312" cy="2354377"/>
            <a:chOff x="609601" y="1613087"/>
            <a:chExt cx="2496312" cy="2354377"/>
          </a:xfrm>
        </p:grpSpPr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E48EFF1A-9B7B-1AE0-2623-C25416923BB9}"/>
                </a:ext>
              </a:extLst>
            </p:cNvPr>
            <p:cNvSpPr txBox="1"/>
            <p:nvPr/>
          </p:nvSpPr>
          <p:spPr>
            <a:xfrm>
              <a:off x="609601" y="1613087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MFC-03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14176C7B-0AA3-1D2D-A6B5-AF2F74B244B0}"/>
                </a:ext>
              </a:extLst>
            </p:cNvPr>
            <p:cNvSpPr txBox="1"/>
            <p:nvPr/>
          </p:nvSpPr>
          <p:spPr>
            <a:xfrm>
              <a:off x="609601" y="2497888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MFC-08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06D016F7-E1D3-82D7-11C3-81E213106BE9}"/>
                </a:ext>
              </a:extLst>
            </p:cNvPr>
            <p:cNvSpPr txBox="1"/>
            <p:nvPr/>
          </p:nvSpPr>
          <p:spPr>
            <a:xfrm>
              <a:off x="609601" y="3382689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MFM-04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BA3C9908-CA3D-7C9B-613F-B42407FE05CF}"/>
              </a:ext>
            </a:extLst>
          </p:cNvPr>
          <p:cNvGrpSpPr/>
          <p:nvPr/>
        </p:nvGrpSpPr>
        <p:grpSpPr>
          <a:xfrm>
            <a:off x="7779513" y="2095687"/>
            <a:ext cx="2496312" cy="2354377"/>
            <a:chOff x="609601" y="1613087"/>
            <a:chExt cx="2496312" cy="2354377"/>
          </a:xfrm>
        </p:grpSpPr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00198B26-32CB-65B3-DC9C-D26F24A98740}"/>
                </a:ext>
              </a:extLst>
            </p:cNvPr>
            <p:cNvSpPr txBox="1"/>
            <p:nvPr/>
          </p:nvSpPr>
          <p:spPr>
            <a:xfrm>
              <a:off x="609601" y="1613087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MFC-04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331196F4-D767-1AA4-F2A0-6244191BC8E1}"/>
                </a:ext>
              </a:extLst>
            </p:cNvPr>
            <p:cNvSpPr txBox="1"/>
            <p:nvPr/>
          </p:nvSpPr>
          <p:spPr>
            <a:xfrm>
              <a:off x="609601" y="2497888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MFC-09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DAA8F37B-A87F-237D-A682-F7090BC92F72}"/>
                </a:ext>
              </a:extLst>
            </p:cNvPr>
            <p:cNvSpPr txBox="1"/>
            <p:nvPr/>
          </p:nvSpPr>
          <p:spPr>
            <a:xfrm>
              <a:off x="609601" y="3382689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MFM-05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74B291A3-C29E-20FD-49D6-31BFC7B0DF47}"/>
              </a:ext>
            </a:extLst>
          </p:cNvPr>
          <p:cNvGrpSpPr/>
          <p:nvPr/>
        </p:nvGrpSpPr>
        <p:grpSpPr>
          <a:xfrm>
            <a:off x="10116313" y="2095687"/>
            <a:ext cx="2496312" cy="1469576"/>
            <a:chOff x="609601" y="1613087"/>
            <a:chExt cx="2496312" cy="1469576"/>
          </a:xfrm>
        </p:grpSpPr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1BD17052-F428-6F57-5605-72829B119E25}"/>
                </a:ext>
              </a:extLst>
            </p:cNvPr>
            <p:cNvSpPr txBox="1"/>
            <p:nvPr/>
          </p:nvSpPr>
          <p:spPr>
            <a:xfrm>
              <a:off x="609601" y="1613087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MFC-05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3882A994-4A8D-D3D0-7898-7CF9E61DAF04}"/>
                </a:ext>
              </a:extLst>
            </p:cNvPr>
            <p:cNvSpPr txBox="1"/>
            <p:nvPr/>
          </p:nvSpPr>
          <p:spPr>
            <a:xfrm>
              <a:off x="609601" y="2497888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MFM-01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文字方塊 2">
            <a:hlinkClick r:id="rId3" action="ppaction://hlinksldjump"/>
            <a:extLst>
              <a:ext uri="{FF2B5EF4-FFF2-40B4-BE49-F238E27FC236}">
                <a16:creationId xmlns:a16="http://schemas.microsoft.com/office/drawing/2014/main" id="{05E12E6B-AD7B-7179-3C30-7DAF252EA3C6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</p:spTree>
    <p:extLst>
      <p:ext uri="{BB962C8B-B14F-4D97-AF65-F5344CB8AC3E}">
        <p14:creationId xmlns:p14="http://schemas.microsoft.com/office/powerpoint/2010/main" val="315133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0770C-B1B4-3A74-E210-315A4BBAE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16A0F1-0FCF-1E81-D598-CFD60649D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969752" cy="722058"/>
          </a:xfrm>
        </p:spPr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ATTACH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RECIPE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7A89AFC-9B64-D889-479C-9E17D9029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10</a:t>
            </a:fld>
            <a:endParaRPr lang="zh-TW" altLang="en-US" dirty="0"/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D11A6E0C-9096-136A-F442-87CAD2B50B62}"/>
              </a:ext>
            </a:extLst>
          </p:cNvPr>
          <p:cNvGrpSpPr/>
          <p:nvPr/>
        </p:nvGrpSpPr>
        <p:grpSpPr>
          <a:xfrm>
            <a:off x="609601" y="2095687"/>
            <a:ext cx="2496312" cy="1469576"/>
            <a:chOff x="609601" y="1613087"/>
            <a:chExt cx="2496312" cy="1469576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B0CE0A15-7F1F-27CD-2D7B-4CCE5D2D4CCA}"/>
                </a:ext>
              </a:extLst>
            </p:cNvPr>
            <p:cNvSpPr txBox="1"/>
            <p:nvPr/>
          </p:nvSpPr>
          <p:spPr>
            <a:xfrm>
              <a:off x="609601" y="1613087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RCP-01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4A640C24-590A-6ACC-2E4F-8ED0263E9D38}"/>
                </a:ext>
              </a:extLst>
            </p:cNvPr>
            <p:cNvSpPr txBox="1"/>
            <p:nvPr/>
          </p:nvSpPr>
          <p:spPr>
            <a:xfrm>
              <a:off x="609601" y="2497888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RCP-06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494E56E1-25B7-D091-F12F-BFF287FBBDAE}"/>
              </a:ext>
            </a:extLst>
          </p:cNvPr>
          <p:cNvGrpSpPr/>
          <p:nvPr/>
        </p:nvGrpSpPr>
        <p:grpSpPr>
          <a:xfrm>
            <a:off x="2946401" y="2095687"/>
            <a:ext cx="2496312" cy="1469576"/>
            <a:chOff x="609601" y="1613087"/>
            <a:chExt cx="2496312" cy="1469576"/>
          </a:xfrm>
        </p:grpSpPr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AF4CD008-5705-18E3-FBA5-2C1B9A6AE840}"/>
                </a:ext>
              </a:extLst>
            </p:cNvPr>
            <p:cNvSpPr txBox="1"/>
            <p:nvPr/>
          </p:nvSpPr>
          <p:spPr>
            <a:xfrm>
              <a:off x="609601" y="1613087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RCP-02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27847A08-E4DE-0F37-5F8E-B9D464F28AD9}"/>
                </a:ext>
              </a:extLst>
            </p:cNvPr>
            <p:cNvSpPr txBox="1"/>
            <p:nvPr/>
          </p:nvSpPr>
          <p:spPr>
            <a:xfrm>
              <a:off x="609601" y="2497888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RCP-07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6F3DBA28-27A8-589A-4F51-6AD591B4878A}"/>
              </a:ext>
            </a:extLst>
          </p:cNvPr>
          <p:cNvGrpSpPr/>
          <p:nvPr/>
        </p:nvGrpSpPr>
        <p:grpSpPr>
          <a:xfrm>
            <a:off x="5442713" y="2095687"/>
            <a:ext cx="2496312" cy="1469576"/>
            <a:chOff x="609601" y="1613087"/>
            <a:chExt cx="2496312" cy="1469576"/>
          </a:xfrm>
        </p:grpSpPr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2E70AB7E-E7B5-DFDF-866C-0486709D6AF3}"/>
                </a:ext>
              </a:extLst>
            </p:cNvPr>
            <p:cNvSpPr txBox="1"/>
            <p:nvPr/>
          </p:nvSpPr>
          <p:spPr>
            <a:xfrm>
              <a:off x="609601" y="1613087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RCP-03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33CB30ED-BCB4-13C2-95C2-83E306548298}"/>
                </a:ext>
              </a:extLst>
            </p:cNvPr>
            <p:cNvSpPr txBox="1"/>
            <p:nvPr/>
          </p:nvSpPr>
          <p:spPr>
            <a:xfrm>
              <a:off x="609601" y="2497888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RCP-08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87FF372D-1547-B59F-C593-E0D4E27AD26D}"/>
              </a:ext>
            </a:extLst>
          </p:cNvPr>
          <p:cNvGrpSpPr/>
          <p:nvPr/>
        </p:nvGrpSpPr>
        <p:grpSpPr>
          <a:xfrm>
            <a:off x="7779513" y="2095687"/>
            <a:ext cx="2496312" cy="1469576"/>
            <a:chOff x="609601" y="1613087"/>
            <a:chExt cx="2496312" cy="1469576"/>
          </a:xfrm>
        </p:grpSpPr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B1043B7A-96C7-05EF-2E7F-A3515FE8EA3A}"/>
                </a:ext>
              </a:extLst>
            </p:cNvPr>
            <p:cNvSpPr txBox="1"/>
            <p:nvPr/>
          </p:nvSpPr>
          <p:spPr>
            <a:xfrm>
              <a:off x="609601" y="1613087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RCP-04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2127C40E-083E-D9D9-F326-3B935FC7BEB1}"/>
                </a:ext>
              </a:extLst>
            </p:cNvPr>
            <p:cNvSpPr txBox="1"/>
            <p:nvPr/>
          </p:nvSpPr>
          <p:spPr>
            <a:xfrm>
              <a:off x="609601" y="2497888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RCP-09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FCE26B2B-19DC-EA42-1742-187C2CF52223}"/>
              </a:ext>
            </a:extLst>
          </p:cNvPr>
          <p:cNvGrpSpPr/>
          <p:nvPr/>
        </p:nvGrpSpPr>
        <p:grpSpPr>
          <a:xfrm>
            <a:off x="10116313" y="2095687"/>
            <a:ext cx="2496312" cy="1469576"/>
            <a:chOff x="609601" y="1613087"/>
            <a:chExt cx="2496312" cy="1469576"/>
          </a:xfrm>
        </p:grpSpPr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67FE0985-1A47-81A7-ED2D-A1C213EA11C6}"/>
                </a:ext>
              </a:extLst>
            </p:cNvPr>
            <p:cNvSpPr txBox="1"/>
            <p:nvPr/>
          </p:nvSpPr>
          <p:spPr>
            <a:xfrm>
              <a:off x="609601" y="1613087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RCP-05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B05CCA7D-C6F3-8841-E8E9-4FFAEDC96D99}"/>
                </a:ext>
              </a:extLst>
            </p:cNvPr>
            <p:cNvSpPr txBox="1"/>
            <p:nvPr/>
          </p:nvSpPr>
          <p:spPr>
            <a:xfrm>
              <a:off x="609601" y="2497888"/>
              <a:ext cx="24963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TW" altLang="en-U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altLang="zh-TW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RCP-10	</a:t>
              </a:r>
              <a:endParaRPr lang="en-U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16E29BD2-72CE-EA18-F4D3-180683294CF2}"/>
              </a:ext>
            </a:extLst>
          </p:cNvPr>
          <p:cNvSpPr txBox="1"/>
          <p:nvPr/>
        </p:nvSpPr>
        <p:spPr>
          <a:xfrm>
            <a:off x="609601" y="3865289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RCP-11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1B3A2AE-5995-553B-BC70-326221C623BE}"/>
              </a:ext>
            </a:extLst>
          </p:cNvPr>
          <p:cNvSpPr txBox="1"/>
          <p:nvPr/>
        </p:nvSpPr>
        <p:spPr>
          <a:xfrm>
            <a:off x="2946401" y="3865288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RCP-12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hlinkClick r:id="rId3" action="ppaction://hlinksldjump"/>
            <a:extLst>
              <a:ext uri="{FF2B5EF4-FFF2-40B4-BE49-F238E27FC236}">
                <a16:creationId xmlns:a16="http://schemas.microsoft.com/office/drawing/2014/main" id="{E4A2B4EA-33AF-C493-D1F9-CE615BC57CA9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</p:spTree>
    <p:extLst>
      <p:ext uri="{BB962C8B-B14F-4D97-AF65-F5344CB8AC3E}">
        <p14:creationId xmlns:p14="http://schemas.microsoft.com/office/powerpoint/2010/main" val="2266760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E9BEE-77E0-FE64-551F-6D2EA44DB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7C7CA3-C443-107F-2CEF-20F3DCEE98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969752" cy="722058"/>
          </a:xfrm>
        </p:spPr>
        <p:txBody>
          <a:bodyPr/>
          <a:lstStyle/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ATTACH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ALARM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DB4F59-C71E-B899-6894-8403E1069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11</a:t>
            </a:fld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79ED347-C42C-A15F-C96F-B01F6C3F8E0A}"/>
              </a:ext>
            </a:extLst>
          </p:cNvPr>
          <p:cNvSpPr txBox="1"/>
          <p:nvPr/>
        </p:nvSpPr>
        <p:spPr>
          <a:xfrm>
            <a:off x="609601" y="2095687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EXCESS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DD1123C-98F4-6A9B-C5CE-9A4CEC2EEBB2}"/>
              </a:ext>
            </a:extLst>
          </p:cNvPr>
          <p:cNvSpPr txBox="1"/>
          <p:nvPr/>
        </p:nvSpPr>
        <p:spPr>
          <a:xfrm>
            <a:off x="609601" y="2980488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SMOKE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D2B780F6-5727-BB8F-63E9-9C75066DF7BC}"/>
              </a:ext>
            </a:extLst>
          </p:cNvPr>
          <p:cNvSpPr txBox="1"/>
          <p:nvPr/>
        </p:nvSpPr>
        <p:spPr>
          <a:xfrm>
            <a:off x="2946401" y="2095687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SCRIVR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F36C890-476A-E23C-866F-EB575104F375}"/>
              </a:ext>
            </a:extLst>
          </p:cNvPr>
          <p:cNvSpPr txBox="1"/>
          <p:nvPr/>
        </p:nvSpPr>
        <p:spPr>
          <a:xfrm>
            <a:off x="2946401" y="2980488"/>
            <a:ext cx="24963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EXHUST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20F4F55-34CD-8FBB-A212-2443A2C95881}"/>
              </a:ext>
            </a:extLst>
          </p:cNvPr>
          <p:cNvSpPr txBox="1"/>
          <p:nvPr/>
        </p:nvSpPr>
        <p:spPr>
          <a:xfrm>
            <a:off x="5442712" y="2095687"/>
            <a:ext cx="26217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CHMOVR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84DEA5BB-9246-80A1-913F-15862994E63A}"/>
              </a:ext>
            </a:extLst>
          </p:cNvPr>
          <p:cNvSpPr txBox="1"/>
          <p:nvPr/>
        </p:nvSpPr>
        <p:spPr>
          <a:xfrm>
            <a:off x="5442713" y="2980488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……….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1DAB9C9C-DFAD-1B3C-015B-AA0C8E888CB0}"/>
              </a:ext>
            </a:extLst>
          </p:cNvPr>
          <p:cNvSpPr txBox="1"/>
          <p:nvPr/>
        </p:nvSpPr>
        <p:spPr>
          <a:xfrm>
            <a:off x="7779513" y="2095687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A388D3FB-FBAA-D4AE-9700-CB0D666E70C5}"/>
              </a:ext>
            </a:extLst>
          </p:cNvPr>
          <p:cNvSpPr txBox="1"/>
          <p:nvPr/>
        </p:nvSpPr>
        <p:spPr>
          <a:xfrm>
            <a:off x="7779513" y="2980488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P-T/C1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B7F3A533-8C05-5B0B-1040-6B1F6EE7DE83}"/>
              </a:ext>
            </a:extLst>
          </p:cNvPr>
          <p:cNvSpPr txBox="1"/>
          <p:nvPr/>
        </p:nvSpPr>
        <p:spPr>
          <a:xfrm>
            <a:off x="10116313" y="2095687"/>
            <a:ext cx="24963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PSDOWN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690DA59C-07F5-02B4-F856-834CD6CF39D7}"/>
              </a:ext>
            </a:extLst>
          </p:cNvPr>
          <p:cNvSpPr txBox="1"/>
          <p:nvPr/>
        </p:nvSpPr>
        <p:spPr>
          <a:xfrm>
            <a:off x="10116313" y="2980488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P-T/C2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E6A1690-8ED0-8AA1-3451-D09DD0F79069}"/>
              </a:ext>
            </a:extLst>
          </p:cNvPr>
          <p:cNvSpPr txBox="1"/>
          <p:nvPr/>
        </p:nvSpPr>
        <p:spPr>
          <a:xfrm>
            <a:off x="609601" y="3865289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P-T/C3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2103A9A-2BBF-2160-0FEE-220C87024BB3}"/>
              </a:ext>
            </a:extLst>
          </p:cNvPr>
          <p:cNvSpPr txBox="1"/>
          <p:nvPr/>
        </p:nvSpPr>
        <p:spPr>
          <a:xfrm>
            <a:off x="2946401" y="3865286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P-T/C4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0DD7281-0467-FB2C-C493-28C435320853}"/>
              </a:ext>
            </a:extLst>
          </p:cNvPr>
          <p:cNvSpPr txBox="1"/>
          <p:nvPr/>
        </p:nvSpPr>
        <p:spPr>
          <a:xfrm>
            <a:off x="5442712" y="3865288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P-T/C5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92DD44A-BADD-8006-C256-D0DBEB1F8E70}"/>
              </a:ext>
            </a:extLst>
          </p:cNvPr>
          <p:cNvSpPr txBox="1"/>
          <p:nvPr/>
        </p:nvSpPr>
        <p:spPr>
          <a:xfrm>
            <a:off x="7779513" y="3865287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C-T/C1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DBFB917-3EFB-1C0A-8CAC-C872CC571649}"/>
              </a:ext>
            </a:extLst>
          </p:cNvPr>
          <p:cNvSpPr txBox="1"/>
          <p:nvPr/>
        </p:nvSpPr>
        <p:spPr>
          <a:xfrm>
            <a:off x="10116313" y="3865286"/>
            <a:ext cx="2496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C-T/C2	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hlinkClick r:id="rId3" action="ppaction://hlinksldjump"/>
            <a:extLst>
              <a:ext uri="{FF2B5EF4-FFF2-40B4-BE49-F238E27FC236}">
                <a16:creationId xmlns:a16="http://schemas.microsoft.com/office/drawing/2014/main" id="{8D06A6BC-3E33-827C-BAF7-D6D5804BC163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</p:spTree>
    <p:extLst>
      <p:ext uri="{BB962C8B-B14F-4D97-AF65-F5344CB8AC3E}">
        <p14:creationId xmlns:p14="http://schemas.microsoft.com/office/powerpoint/2010/main" val="434377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4B354-18F2-041D-9398-E6C3B932B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673189-B8F5-4914-E7E8-87880CAFB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PADDLE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3A3CECE-A070-5A9E-BE97-E8B86315B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12</a:t>
            </a:fld>
            <a:endParaRPr lang="zh-TW" altLang="en-US" dirty="0"/>
          </a:p>
        </p:txBody>
      </p:sp>
      <p:sp>
        <p:nvSpPr>
          <p:cNvPr id="19" name="文字方塊 18">
            <a:hlinkClick r:id="rId3" action="ppaction://hlinksldjump"/>
            <a:extLst>
              <a:ext uri="{FF2B5EF4-FFF2-40B4-BE49-F238E27FC236}">
                <a16:creationId xmlns:a16="http://schemas.microsoft.com/office/drawing/2014/main" id="{9DED74B3-5021-9FC9-B404-4ED3941E8BB1}"/>
              </a:ext>
            </a:extLst>
          </p:cNvPr>
          <p:cNvSpPr txBox="1"/>
          <p:nvPr/>
        </p:nvSpPr>
        <p:spPr>
          <a:xfrm>
            <a:off x="9083040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E1C0DE8-C855-328F-A3AC-FFBEE576BD1F}"/>
              </a:ext>
            </a:extLst>
          </p:cNvPr>
          <p:cNvSpPr txBox="1"/>
          <p:nvPr/>
        </p:nvSpPr>
        <p:spPr>
          <a:xfrm>
            <a:off x="10331196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hlinkClick r:id="rId4" action="ppaction://hlinksldjump"/>
            <a:extLst>
              <a:ext uri="{FF2B5EF4-FFF2-40B4-BE49-F238E27FC236}">
                <a16:creationId xmlns:a16="http://schemas.microsoft.com/office/drawing/2014/main" id="{A357F9D8-E73A-2304-C2C5-39E2E178E833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0E31CC9-B76E-68E1-1676-C875B6BD2B2D}"/>
              </a:ext>
            </a:extLst>
          </p:cNvPr>
          <p:cNvSpPr txBox="1"/>
          <p:nvPr/>
        </p:nvSpPr>
        <p:spPr>
          <a:xfrm>
            <a:off x="2324100" y="1548904"/>
            <a:ext cx="638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TEMP.=_600.0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DA6C8963-6FA9-41EE-E0AB-89B2BE6EAD1A}"/>
              </a:ext>
            </a:extLst>
          </p:cNvPr>
          <p:cNvSpPr txBox="1"/>
          <p:nvPr/>
        </p:nvSpPr>
        <p:spPr>
          <a:xfrm>
            <a:off x="2324100" y="2630567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9CEE54E-3A7F-AFD8-58E4-154403AE2FE6}"/>
              </a:ext>
            </a:extLst>
          </p:cNvPr>
          <p:cNvSpPr txBox="1"/>
          <p:nvPr/>
        </p:nvSpPr>
        <p:spPr>
          <a:xfrm>
            <a:off x="4102100" y="2630567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6DE6EDB-1388-592E-891B-8454CAD55498}"/>
              </a:ext>
            </a:extLst>
          </p:cNvPr>
          <p:cNvSpPr txBox="1"/>
          <p:nvPr/>
        </p:nvSpPr>
        <p:spPr>
          <a:xfrm>
            <a:off x="5689600" y="2630567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63586A7-A5AE-1931-73DF-01D28E2610AA}"/>
              </a:ext>
            </a:extLst>
          </p:cNvPr>
          <p:cNvSpPr txBox="1"/>
          <p:nvPr/>
        </p:nvSpPr>
        <p:spPr>
          <a:xfrm>
            <a:off x="7467600" y="2630567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567E758-C85F-2247-AF43-A182248AF21C}"/>
              </a:ext>
            </a:extLst>
          </p:cNvPr>
          <p:cNvSpPr txBox="1"/>
          <p:nvPr/>
        </p:nvSpPr>
        <p:spPr>
          <a:xfrm>
            <a:off x="9245600" y="2630566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F11C3CB-3DDD-09B4-1D3A-CC6EBA36253C}"/>
              </a:ext>
            </a:extLst>
          </p:cNvPr>
          <p:cNvSpPr txBox="1"/>
          <p:nvPr/>
        </p:nvSpPr>
        <p:spPr>
          <a:xfrm>
            <a:off x="889000" y="2630566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PG(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IG(S)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DG(S)</a:t>
            </a:r>
          </a:p>
        </p:txBody>
      </p:sp>
    </p:spTree>
    <p:extLst>
      <p:ext uri="{BB962C8B-B14F-4D97-AF65-F5344CB8AC3E}">
        <p14:creationId xmlns:p14="http://schemas.microsoft.com/office/powerpoint/2010/main" val="1039371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390A9-14FE-EB73-09FF-7B55B495B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1A88C6-CAE5-318D-291A-D106E9AF8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PADDLE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FCC2029-EF02-9C1F-4B2C-83FDE2C2A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13</a:t>
            </a:fld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724729D-1045-239B-AC2C-313CF0B26273}"/>
              </a:ext>
            </a:extLst>
          </p:cNvPr>
          <p:cNvSpPr txBox="1"/>
          <p:nvPr/>
        </p:nvSpPr>
        <p:spPr>
          <a:xfrm>
            <a:off x="9083040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hlinkClick r:id="rId3" action="ppaction://hlinksldjump"/>
            <a:extLst>
              <a:ext uri="{FF2B5EF4-FFF2-40B4-BE49-F238E27FC236}">
                <a16:creationId xmlns:a16="http://schemas.microsoft.com/office/drawing/2014/main" id="{BB9CAD41-851A-514E-2FA0-DEEEA4BFF2D8}"/>
              </a:ext>
            </a:extLst>
          </p:cNvPr>
          <p:cNvSpPr txBox="1"/>
          <p:nvPr/>
        </p:nvSpPr>
        <p:spPr>
          <a:xfrm>
            <a:off x="10331196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hlinkClick r:id="rId4" action="ppaction://hlinksldjump"/>
            <a:extLst>
              <a:ext uri="{FF2B5EF4-FFF2-40B4-BE49-F238E27FC236}">
                <a16:creationId xmlns:a16="http://schemas.microsoft.com/office/drawing/2014/main" id="{58B276B3-5725-8852-736B-40DA70463CC7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12096C7-13F7-0164-F30F-8D87A081A257}"/>
              </a:ext>
            </a:extLst>
          </p:cNvPr>
          <p:cNvSpPr txBox="1"/>
          <p:nvPr/>
        </p:nvSpPr>
        <p:spPr>
          <a:xfrm>
            <a:off x="2324100" y="1548904"/>
            <a:ext cx="638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TEMP.=_800.0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53AAD1B-9641-2E10-9A92-1E69BDFB2D71}"/>
              </a:ext>
            </a:extLst>
          </p:cNvPr>
          <p:cNvSpPr txBox="1"/>
          <p:nvPr/>
        </p:nvSpPr>
        <p:spPr>
          <a:xfrm>
            <a:off x="2324100" y="2630567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252D4CB-877C-91B6-E056-6B59047470CD}"/>
              </a:ext>
            </a:extLst>
          </p:cNvPr>
          <p:cNvSpPr txBox="1"/>
          <p:nvPr/>
        </p:nvSpPr>
        <p:spPr>
          <a:xfrm>
            <a:off x="4102100" y="2630567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B950C5C-804F-D65F-3407-1C78D4966859}"/>
              </a:ext>
            </a:extLst>
          </p:cNvPr>
          <p:cNvSpPr txBox="1"/>
          <p:nvPr/>
        </p:nvSpPr>
        <p:spPr>
          <a:xfrm>
            <a:off x="5689600" y="2630567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D9E5915-A1B3-D2F0-C1E6-082C9D32FF9E}"/>
              </a:ext>
            </a:extLst>
          </p:cNvPr>
          <p:cNvSpPr txBox="1"/>
          <p:nvPr/>
        </p:nvSpPr>
        <p:spPr>
          <a:xfrm>
            <a:off x="7467600" y="2630567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A9FF0D1-9CE7-93CE-7C02-ED70294E9025}"/>
              </a:ext>
            </a:extLst>
          </p:cNvPr>
          <p:cNvSpPr txBox="1"/>
          <p:nvPr/>
        </p:nvSpPr>
        <p:spPr>
          <a:xfrm>
            <a:off x="9245600" y="2630566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4E1260C5-F0A4-AE54-6A2B-5378FE86CCD8}"/>
              </a:ext>
            </a:extLst>
          </p:cNvPr>
          <p:cNvSpPr txBox="1"/>
          <p:nvPr/>
        </p:nvSpPr>
        <p:spPr>
          <a:xfrm>
            <a:off x="889000" y="2630566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PG(%)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IG(S)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DG(S)</a:t>
            </a:r>
          </a:p>
        </p:txBody>
      </p:sp>
    </p:spTree>
    <p:extLst>
      <p:ext uri="{BB962C8B-B14F-4D97-AF65-F5344CB8AC3E}">
        <p14:creationId xmlns:p14="http://schemas.microsoft.com/office/powerpoint/2010/main" val="37022209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A18DF-C704-27D6-3D13-200BBE45D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FF615D-C7E0-78BE-DCA6-EEF488904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SPIKE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9AB88E-DAD7-FA4E-CB07-2720E47ED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14</a:t>
            </a:fld>
            <a:endParaRPr lang="zh-TW" altLang="en-US" dirty="0"/>
          </a:p>
        </p:txBody>
      </p:sp>
      <p:sp>
        <p:nvSpPr>
          <p:cNvPr id="19" name="文字方塊 18">
            <a:hlinkClick r:id="rId3" action="ppaction://hlinksldjump"/>
            <a:extLst>
              <a:ext uri="{FF2B5EF4-FFF2-40B4-BE49-F238E27FC236}">
                <a16:creationId xmlns:a16="http://schemas.microsoft.com/office/drawing/2014/main" id="{EB148AC9-CF4C-8052-E09C-2E3D1151A79E}"/>
              </a:ext>
            </a:extLst>
          </p:cNvPr>
          <p:cNvSpPr txBox="1"/>
          <p:nvPr/>
        </p:nvSpPr>
        <p:spPr>
          <a:xfrm>
            <a:off x="9083040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BBB0A4D-0270-9C8C-C1AF-2997C90934E4}"/>
              </a:ext>
            </a:extLst>
          </p:cNvPr>
          <p:cNvSpPr txBox="1"/>
          <p:nvPr/>
        </p:nvSpPr>
        <p:spPr>
          <a:xfrm>
            <a:off x="10331196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hlinkClick r:id="rId4" action="ppaction://hlinksldjump"/>
            <a:extLst>
              <a:ext uri="{FF2B5EF4-FFF2-40B4-BE49-F238E27FC236}">
                <a16:creationId xmlns:a16="http://schemas.microsoft.com/office/drawing/2014/main" id="{4925BB6C-334D-2433-E2AF-8B3967F96C63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209F968-DC5E-28BF-F6BF-40E8AE11D44E}"/>
              </a:ext>
            </a:extLst>
          </p:cNvPr>
          <p:cNvSpPr txBox="1"/>
          <p:nvPr/>
        </p:nvSpPr>
        <p:spPr>
          <a:xfrm>
            <a:off x="2324100" y="1548904"/>
            <a:ext cx="638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TEMP.=_600.0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B86BEDB-55E2-B40A-169E-65063F999728}"/>
              </a:ext>
            </a:extLst>
          </p:cNvPr>
          <p:cNvSpPr txBox="1"/>
          <p:nvPr/>
        </p:nvSpPr>
        <p:spPr>
          <a:xfrm>
            <a:off x="2324100" y="2630567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A7DCDC5-AA1A-B6A6-BA03-D456DE9DB189}"/>
              </a:ext>
            </a:extLst>
          </p:cNvPr>
          <p:cNvSpPr txBox="1"/>
          <p:nvPr/>
        </p:nvSpPr>
        <p:spPr>
          <a:xfrm>
            <a:off x="4102100" y="2630567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DDBE68F-B625-6F25-DEC4-AE8E93BD1E25}"/>
              </a:ext>
            </a:extLst>
          </p:cNvPr>
          <p:cNvSpPr txBox="1"/>
          <p:nvPr/>
        </p:nvSpPr>
        <p:spPr>
          <a:xfrm>
            <a:off x="5689600" y="2630567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38DDAE0-C4A2-5C36-A2E4-C16B7BA2FE95}"/>
              </a:ext>
            </a:extLst>
          </p:cNvPr>
          <p:cNvSpPr txBox="1"/>
          <p:nvPr/>
        </p:nvSpPr>
        <p:spPr>
          <a:xfrm>
            <a:off x="7467600" y="2630567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6B85FE2-526B-F43F-5BF1-C4F05A8EB403}"/>
              </a:ext>
            </a:extLst>
          </p:cNvPr>
          <p:cNvSpPr txBox="1"/>
          <p:nvPr/>
        </p:nvSpPr>
        <p:spPr>
          <a:xfrm>
            <a:off x="9245600" y="2630566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CA8A80B9-0F4F-DF44-A053-FC99415BCAAC}"/>
              </a:ext>
            </a:extLst>
          </p:cNvPr>
          <p:cNvSpPr txBox="1"/>
          <p:nvPr/>
        </p:nvSpPr>
        <p:spPr>
          <a:xfrm>
            <a:off x="889000" y="2630566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PG(%)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IG(S)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DG(S)</a:t>
            </a:r>
          </a:p>
        </p:txBody>
      </p:sp>
    </p:spTree>
    <p:extLst>
      <p:ext uri="{BB962C8B-B14F-4D97-AF65-F5344CB8AC3E}">
        <p14:creationId xmlns:p14="http://schemas.microsoft.com/office/powerpoint/2010/main" val="34089774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68C42-5BB3-2D36-025E-F22718174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AE5DE3-FE7F-5C37-BBEB-2A0BCD9F6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SPIKE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2369CB0-56FD-ECD0-210A-DFA8335A5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15</a:t>
            </a:fld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8E0CE8DE-5F82-03DF-AA29-6F288B3EB03B}"/>
              </a:ext>
            </a:extLst>
          </p:cNvPr>
          <p:cNvSpPr txBox="1"/>
          <p:nvPr/>
        </p:nvSpPr>
        <p:spPr>
          <a:xfrm>
            <a:off x="9083040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hlinkClick r:id="rId3" action="ppaction://hlinksldjump"/>
            <a:extLst>
              <a:ext uri="{FF2B5EF4-FFF2-40B4-BE49-F238E27FC236}">
                <a16:creationId xmlns:a16="http://schemas.microsoft.com/office/drawing/2014/main" id="{C690CA9B-2ACC-544A-935A-51B3DD356ED4}"/>
              </a:ext>
            </a:extLst>
          </p:cNvPr>
          <p:cNvSpPr txBox="1"/>
          <p:nvPr/>
        </p:nvSpPr>
        <p:spPr>
          <a:xfrm>
            <a:off x="10331196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hlinkClick r:id="rId4" action="ppaction://hlinksldjump"/>
            <a:extLst>
              <a:ext uri="{FF2B5EF4-FFF2-40B4-BE49-F238E27FC236}">
                <a16:creationId xmlns:a16="http://schemas.microsoft.com/office/drawing/2014/main" id="{775C1155-A911-12D0-6221-DD3346634088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87200BB-2144-5CC3-78ED-8499CD026205}"/>
              </a:ext>
            </a:extLst>
          </p:cNvPr>
          <p:cNvSpPr txBox="1"/>
          <p:nvPr/>
        </p:nvSpPr>
        <p:spPr>
          <a:xfrm>
            <a:off x="2324100" y="1548904"/>
            <a:ext cx="638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TEMP.=_800.0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7E3D581-DE79-3E02-89C9-2EACD5003B89}"/>
              </a:ext>
            </a:extLst>
          </p:cNvPr>
          <p:cNvSpPr txBox="1"/>
          <p:nvPr/>
        </p:nvSpPr>
        <p:spPr>
          <a:xfrm>
            <a:off x="2324100" y="2630567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7B5E2F9-B4D2-3E70-53BA-4ED88F590366}"/>
              </a:ext>
            </a:extLst>
          </p:cNvPr>
          <p:cNvSpPr txBox="1"/>
          <p:nvPr/>
        </p:nvSpPr>
        <p:spPr>
          <a:xfrm>
            <a:off x="4102100" y="2630567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B5259C5-AAF5-887B-12CD-EF2B4062DB15}"/>
              </a:ext>
            </a:extLst>
          </p:cNvPr>
          <p:cNvSpPr txBox="1"/>
          <p:nvPr/>
        </p:nvSpPr>
        <p:spPr>
          <a:xfrm>
            <a:off x="5689600" y="2630567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867A4CF-0097-18C5-BC48-D3BEF1F553FD}"/>
              </a:ext>
            </a:extLst>
          </p:cNvPr>
          <p:cNvSpPr txBox="1"/>
          <p:nvPr/>
        </p:nvSpPr>
        <p:spPr>
          <a:xfrm>
            <a:off x="7467600" y="2630567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14F2A2C-7C76-7103-D140-A301ECF9CC3B}"/>
              </a:ext>
            </a:extLst>
          </p:cNvPr>
          <p:cNvSpPr txBox="1"/>
          <p:nvPr/>
        </p:nvSpPr>
        <p:spPr>
          <a:xfrm>
            <a:off x="9245600" y="2630566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300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0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894FF62-C89D-32DB-DE5A-B107D09D43B7}"/>
              </a:ext>
            </a:extLst>
          </p:cNvPr>
          <p:cNvSpPr txBox="1"/>
          <p:nvPr/>
        </p:nvSpPr>
        <p:spPr>
          <a:xfrm>
            <a:off x="889000" y="2630566"/>
            <a:ext cx="1778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PG(%)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IG(S)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DG(S)</a:t>
            </a:r>
          </a:p>
        </p:txBody>
      </p:sp>
    </p:spTree>
    <p:extLst>
      <p:ext uri="{BB962C8B-B14F-4D97-AF65-F5344CB8AC3E}">
        <p14:creationId xmlns:p14="http://schemas.microsoft.com/office/powerpoint/2010/main" val="11981784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A8DD8-D489-D9F3-14AD-5C8876238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F22C5B-F9E0-B8F9-3872-A1A1F1330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WATCH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CA23CD0-BFBA-2D05-D45C-ED426F043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16</a:t>
            </a:fld>
            <a:endParaRPr lang="zh-TW" altLang="en-US" dirty="0"/>
          </a:p>
        </p:txBody>
      </p:sp>
      <p:sp>
        <p:nvSpPr>
          <p:cNvPr id="19" name="文字方塊 18">
            <a:hlinkClick r:id="rId3" action="ppaction://hlinksldjump"/>
            <a:extLst>
              <a:ext uri="{FF2B5EF4-FFF2-40B4-BE49-F238E27FC236}">
                <a16:creationId xmlns:a16="http://schemas.microsoft.com/office/drawing/2014/main" id="{EF45AACD-9238-BCC5-0510-6AFB42C241E6}"/>
              </a:ext>
            </a:extLst>
          </p:cNvPr>
          <p:cNvSpPr txBox="1"/>
          <p:nvPr/>
        </p:nvSpPr>
        <p:spPr>
          <a:xfrm>
            <a:off x="9083040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hlinkClick r:id="rId4" action="ppaction://hlinksldjump"/>
            <a:extLst>
              <a:ext uri="{FF2B5EF4-FFF2-40B4-BE49-F238E27FC236}">
                <a16:creationId xmlns:a16="http://schemas.microsoft.com/office/drawing/2014/main" id="{7640C139-A773-B33F-4C81-4331B5BD2DA0}"/>
              </a:ext>
            </a:extLst>
          </p:cNvPr>
          <p:cNvSpPr txBox="1"/>
          <p:nvPr/>
        </p:nvSpPr>
        <p:spPr>
          <a:xfrm>
            <a:off x="10331196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hlinkClick r:id="rId5" action="ppaction://hlinksldjump"/>
            <a:extLst>
              <a:ext uri="{FF2B5EF4-FFF2-40B4-BE49-F238E27FC236}">
                <a16:creationId xmlns:a16="http://schemas.microsoft.com/office/drawing/2014/main" id="{ACB651EF-70F1-D16C-2CE0-D3E8269A88AD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719E950-AF19-EE71-78DA-7A8366830DE8}"/>
              </a:ext>
            </a:extLst>
          </p:cNvPr>
          <p:cNvSpPr txBox="1"/>
          <p:nvPr/>
        </p:nvSpPr>
        <p:spPr>
          <a:xfrm>
            <a:off x="2324100" y="1548904"/>
            <a:ext cx="638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TEMP.=_600.0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E478077-B449-6A53-1EB8-D0B746AE300B}"/>
              </a:ext>
            </a:extLst>
          </p:cNvPr>
          <p:cNvSpPr txBox="1"/>
          <p:nvPr/>
        </p:nvSpPr>
        <p:spPr>
          <a:xfrm>
            <a:off x="23241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2.5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A412B7E-422D-0AA7-1230-4AF476969D8C}"/>
              </a:ext>
            </a:extLst>
          </p:cNvPr>
          <p:cNvSpPr txBox="1"/>
          <p:nvPr/>
        </p:nvSpPr>
        <p:spPr>
          <a:xfrm>
            <a:off x="41021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2.5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8D617B8-FCC3-5358-8900-3E99CD426059}"/>
              </a:ext>
            </a:extLst>
          </p:cNvPr>
          <p:cNvSpPr txBox="1"/>
          <p:nvPr/>
        </p:nvSpPr>
        <p:spPr>
          <a:xfrm>
            <a:off x="56896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2.5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A8ED05B-F995-19FC-E8CC-9B900C01FA9F}"/>
              </a:ext>
            </a:extLst>
          </p:cNvPr>
          <p:cNvSpPr txBox="1"/>
          <p:nvPr/>
        </p:nvSpPr>
        <p:spPr>
          <a:xfrm>
            <a:off x="74676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2.5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18FDFDD0-6F58-AC5C-B13F-449A1D075631}"/>
              </a:ext>
            </a:extLst>
          </p:cNvPr>
          <p:cNvSpPr txBox="1"/>
          <p:nvPr/>
        </p:nvSpPr>
        <p:spPr>
          <a:xfrm>
            <a:off x="9245600" y="2630566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2.5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180DA29F-4F9E-1E58-DE6F-D62A6C7EFED1}"/>
              </a:ext>
            </a:extLst>
          </p:cNvPr>
          <p:cNvSpPr txBox="1"/>
          <p:nvPr/>
        </p:nvSpPr>
        <p:spPr>
          <a:xfrm>
            <a:off x="889000" y="2630566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SPAN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DELEY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3354375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ED7DB-F0C4-8AC0-A517-087879348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A00F0A-32B0-C15B-889E-C3CD15A8B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WATCH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A9D4B7-8006-7687-DAB0-5C60E33C4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17</a:t>
            </a:fld>
            <a:endParaRPr lang="zh-TW" altLang="en-US" dirty="0"/>
          </a:p>
        </p:txBody>
      </p:sp>
      <p:sp>
        <p:nvSpPr>
          <p:cNvPr id="19" name="文字方塊 18">
            <a:hlinkClick r:id="rId3" action="ppaction://hlinksldjump"/>
            <a:extLst>
              <a:ext uri="{FF2B5EF4-FFF2-40B4-BE49-F238E27FC236}">
                <a16:creationId xmlns:a16="http://schemas.microsoft.com/office/drawing/2014/main" id="{E2BBD4AE-9A2A-4473-017C-8C662CAD906C}"/>
              </a:ext>
            </a:extLst>
          </p:cNvPr>
          <p:cNvSpPr txBox="1"/>
          <p:nvPr/>
        </p:nvSpPr>
        <p:spPr>
          <a:xfrm>
            <a:off x="9083040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hlinkClick r:id="rId4" action="ppaction://hlinksldjump"/>
            <a:extLst>
              <a:ext uri="{FF2B5EF4-FFF2-40B4-BE49-F238E27FC236}">
                <a16:creationId xmlns:a16="http://schemas.microsoft.com/office/drawing/2014/main" id="{AFCEE192-39C0-1550-8A3C-E396281E9111}"/>
              </a:ext>
            </a:extLst>
          </p:cNvPr>
          <p:cNvSpPr txBox="1"/>
          <p:nvPr/>
        </p:nvSpPr>
        <p:spPr>
          <a:xfrm>
            <a:off x="10331196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hlinkClick r:id="rId5" action="ppaction://hlinksldjump"/>
            <a:extLst>
              <a:ext uri="{FF2B5EF4-FFF2-40B4-BE49-F238E27FC236}">
                <a16:creationId xmlns:a16="http://schemas.microsoft.com/office/drawing/2014/main" id="{FC306C19-13F9-9EB0-34E6-F35F5D244EE6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4ACD764-0D53-565F-5585-AA27A9EC468C}"/>
              </a:ext>
            </a:extLst>
          </p:cNvPr>
          <p:cNvSpPr txBox="1"/>
          <p:nvPr/>
        </p:nvSpPr>
        <p:spPr>
          <a:xfrm>
            <a:off x="2324100" y="1548904"/>
            <a:ext cx="638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TEMP.=_700.0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05A8001-F211-B7E3-DFF3-8BD1D3D41B93}"/>
              </a:ext>
            </a:extLst>
          </p:cNvPr>
          <p:cNvSpPr txBox="1"/>
          <p:nvPr/>
        </p:nvSpPr>
        <p:spPr>
          <a:xfrm>
            <a:off x="23241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CB213FE-8B1E-E117-5A93-6B8C328B7F8E}"/>
              </a:ext>
            </a:extLst>
          </p:cNvPr>
          <p:cNvSpPr txBox="1"/>
          <p:nvPr/>
        </p:nvSpPr>
        <p:spPr>
          <a:xfrm>
            <a:off x="41021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857D323-390D-F39D-C812-4F6A704FCC80}"/>
              </a:ext>
            </a:extLst>
          </p:cNvPr>
          <p:cNvSpPr txBox="1"/>
          <p:nvPr/>
        </p:nvSpPr>
        <p:spPr>
          <a:xfrm>
            <a:off x="56896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E2221A33-790A-E925-A0D3-C801C77002DA}"/>
              </a:ext>
            </a:extLst>
          </p:cNvPr>
          <p:cNvSpPr txBox="1"/>
          <p:nvPr/>
        </p:nvSpPr>
        <p:spPr>
          <a:xfrm>
            <a:off x="74676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2F903B2-B158-0AF3-4B55-83A1F6D4E4F9}"/>
              </a:ext>
            </a:extLst>
          </p:cNvPr>
          <p:cNvSpPr txBox="1"/>
          <p:nvPr/>
        </p:nvSpPr>
        <p:spPr>
          <a:xfrm>
            <a:off x="9245600" y="2630566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9306A605-26EE-6D33-A7B6-C166AFA70EE1}"/>
              </a:ext>
            </a:extLst>
          </p:cNvPr>
          <p:cNvSpPr txBox="1"/>
          <p:nvPr/>
        </p:nvSpPr>
        <p:spPr>
          <a:xfrm>
            <a:off x="889000" y="2630566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SPAN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DELEY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36356358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E579E-E2CD-0ACA-FE5B-057669EB1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8F50F5-285F-53C9-BAAD-761142EEA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WATCH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C627524-E561-B52C-040F-086FDFE38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18</a:t>
            </a:fld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A5FA174-13E3-A1A1-86C7-2C832B2852D6}"/>
              </a:ext>
            </a:extLst>
          </p:cNvPr>
          <p:cNvSpPr txBox="1"/>
          <p:nvPr/>
        </p:nvSpPr>
        <p:spPr>
          <a:xfrm>
            <a:off x="9083040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hlinkClick r:id="rId3" action="ppaction://hlinksldjump"/>
            <a:extLst>
              <a:ext uri="{FF2B5EF4-FFF2-40B4-BE49-F238E27FC236}">
                <a16:creationId xmlns:a16="http://schemas.microsoft.com/office/drawing/2014/main" id="{084BFF32-4EB8-70ED-679B-48D0955F89F7}"/>
              </a:ext>
            </a:extLst>
          </p:cNvPr>
          <p:cNvSpPr txBox="1"/>
          <p:nvPr/>
        </p:nvSpPr>
        <p:spPr>
          <a:xfrm>
            <a:off x="10331196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hlinkClick r:id="rId4" action="ppaction://hlinksldjump"/>
            <a:extLst>
              <a:ext uri="{FF2B5EF4-FFF2-40B4-BE49-F238E27FC236}">
                <a16:creationId xmlns:a16="http://schemas.microsoft.com/office/drawing/2014/main" id="{C6A03C6D-42CD-C386-3B2F-9F95459855C4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2CFD816-CFEB-AFEF-D802-A3F233542B69}"/>
              </a:ext>
            </a:extLst>
          </p:cNvPr>
          <p:cNvSpPr txBox="1"/>
          <p:nvPr/>
        </p:nvSpPr>
        <p:spPr>
          <a:xfrm>
            <a:off x="2324100" y="1548904"/>
            <a:ext cx="638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TEMP.=_800.0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BF9CCB9-CB8B-CAD2-9C0C-E8C70A5D10BE}"/>
              </a:ext>
            </a:extLst>
          </p:cNvPr>
          <p:cNvSpPr txBox="1"/>
          <p:nvPr/>
        </p:nvSpPr>
        <p:spPr>
          <a:xfrm>
            <a:off x="23241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4643698-BF2B-5D8A-486B-3A3F68D328CA}"/>
              </a:ext>
            </a:extLst>
          </p:cNvPr>
          <p:cNvSpPr txBox="1"/>
          <p:nvPr/>
        </p:nvSpPr>
        <p:spPr>
          <a:xfrm>
            <a:off x="41021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95B1AEA-FF70-E7D7-ECA9-A5E1E4B245E1}"/>
              </a:ext>
            </a:extLst>
          </p:cNvPr>
          <p:cNvSpPr txBox="1"/>
          <p:nvPr/>
        </p:nvSpPr>
        <p:spPr>
          <a:xfrm>
            <a:off x="56896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6A5133A-7337-79DE-940D-E3A9E739EBEF}"/>
              </a:ext>
            </a:extLst>
          </p:cNvPr>
          <p:cNvSpPr txBox="1"/>
          <p:nvPr/>
        </p:nvSpPr>
        <p:spPr>
          <a:xfrm>
            <a:off x="74676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C693518-2D8E-B48A-EE05-BF103C53F218}"/>
              </a:ext>
            </a:extLst>
          </p:cNvPr>
          <p:cNvSpPr txBox="1"/>
          <p:nvPr/>
        </p:nvSpPr>
        <p:spPr>
          <a:xfrm>
            <a:off x="9245600" y="2630566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AE389C4-C30A-637E-43BB-5CB1A13B032C}"/>
              </a:ext>
            </a:extLst>
          </p:cNvPr>
          <p:cNvSpPr txBox="1"/>
          <p:nvPr/>
        </p:nvSpPr>
        <p:spPr>
          <a:xfrm>
            <a:off x="889000" y="2630566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SPAN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DELEY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1623060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B7DA8-F864-5577-BC9C-80A822061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FD551E-40FC-FBF8-3C55-85E91D3D4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WATCH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0DD773-7A13-0404-053B-E8AF7E2B2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19</a:t>
            </a:fld>
            <a:endParaRPr lang="zh-TW" altLang="en-US" dirty="0"/>
          </a:p>
        </p:txBody>
      </p:sp>
      <p:sp>
        <p:nvSpPr>
          <p:cNvPr id="19" name="文字方塊 18">
            <a:hlinkClick r:id="rId3" action="ppaction://hlinksldjump"/>
            <a:extLst>
              <a:ext uri="{FF2B5EF4-FFF2-40B4-BE49-F238E27FC236}">
                <a16:creationId xmlns:a16="http://schemas.microsoft.com/office/drawing/2014/main" id="{187677F3-0F60-10CA-1897-8CC24EBC035D}"/>
              </a:ext>
            </a:extLst>
          </p:cNvPr>
          <p:cNvSpPr txBox="1"/>
          <p:nvPr/>
        </p:nvSpPr>
        <p:spPr>
          <a:xfrm>
            <a:off x="9083040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hlinkClick r:id="rId4" action="ppaction://hlinksldjump"/>
            <a:extLst>
              <a:ext uri="{FF2B5EF4-FFF2-40B4-BE49-F238E27FC236}">
                <a16:creationId xmlns:a16="http://schemas.microsoft.com/office/drawing/2014/main" id="{F6F826A6-C4A4-3FFE-675C-963FE52CFCF3}"/>
              </a:ext>
            </a:extLst>
          </p:cNvPr>
          <p:cNvSpPr txBox="1"/>
          <p:nvPr/>
        </p:nvSpPr>
        <p:spPr>
          <a:xfrm>
            <a:off x="10331196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hlinkClick r:id="rId5" action="ppaction://hlinksldjump"/>
            <a:extLst>
              <a:ext uri="{FF2B5EF4-FFF2-40B4-BE49-F238E27FC236}">
                <a16:creationId xmlns:a16="http://schemas.microsoft.com/office/drawing/2014/main" id="{68FD12B5-35D1-53F8-EF12-0B2C40F86C93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396627D-04C5-C986-717D-E55AFA3003A6}"/>
              </a:ext>
            </a:extLst>
          </p:cNvPr>
          <p:cNvSpPr txBox="1"/>
          <p:nvPr/>
        </p:nvSpPr>
        <p:spPr>
          <a:xfrm>
            <a:off x="2324100" y="1548904"/>
            <a:ext cx="638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TEMP.=_600.0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3B30A87-8834-09C3-81BE-A67C30DC3D57}"/>
              </a:ext>
            </a:extLst>
          </p:cNvPr>
          <p:cNvSpPr txBox="1"/>
          <p:nvPr/>
        </p:nvSpPr>
        <p:spPr>
          <a:xfrm>
            <a:off x="23241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2.5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BD9D767-3CD6-6643-E013-33501E48F74C}"/>
              </a:ext>
            </a:extLst>
          </p:cNvPr>
          <p:cNvSpPr txBox="1"/>
          <p:nvPr/>
        </p:nvSpPr>
        <p:spPr>
          <a:xfrm>
            <a:off x="41021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2.5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6E396F6-6BA2-0FD9-7B9D-00644888192E}"/>
              </a:ext>
            </a:extLst>
          </p:cNvPr>
          <p:cNvSpPr txBox="1"/>
          <p:nvPr/>
        </p:nvSpPr>
        <p:spPr>
          <a:xfrm>
            <a:off x="56896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2.5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831DBBC6-CA9D-F7DC-2F62-9F2DEE5D3D4C}"/>
              </a:ext>
            </a:extLst>
          </p:cNvPr>
          <p:cNvSpPr txBox="1"/>
          <p:nvPr/>
        </p:nvSpPr>
        <p:spPr>
          <a:xfrm>
            <a:off x="74676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2.5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54C7C02-6432-F8CB-EF78-BB5969BFD56B}"/>
              </a:ext>
            </a:extLst>
          </p:cNvPr>
          <p:cNvSpPr txBox="1"/>
          <p:nvPr/>
        </p:nvSpPr>
        <p:spPr>
          <a:xfrm>
            <a:off x="9245600" y="2630566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3.0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2.5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F41E50C8-494E-009D-D534-690278FAB899}"/>
              </a:ext>
            </a:extLst>
          </p:cNvPr>
          <p:cNvSpPr txBox="1"/>
          <p:nvPr/>
        </p:nvSpPr>
        <p:spPr>
          <a:xfrm>
            <a:off x="889000" y="2630566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SPAN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DELEY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15536840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8F488-D8BD-BA14-9ACF-BB2AA0D0D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1F0F76-318E-BE38-1D66-89EABA8A2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WATCH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D0F2626-B992-4305-B30B-394A2C99D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20</a:t>
            </a:fld>
            <a:endParaRPr lang="zh-TW" altLang="en-US" dirty="0"/>
          </a:p>
        </p:txBody>
      </p:sp>
      <p:sp>
        <p:nvSpPr>
          <p:cNvPr id="19" name="文字方塊 18">
            <a:hlinkClick r:id="rId3" action="ppaction://hlinksldjump"/>
            <a:extLst>
              <a:ext uri="{FF2B5EF4-FFF2-40B4-BE49-F238E27FC236}">
                <a16:creationId xmlns:a16="http://schemas.microsoft.com/office/drawing/2014/main" id="{A022E90E-4C46-B09B-0BDF-509640C99405}"/>
              </a:ext>
            </a:extLst>
          </p:cNvPr>
          <p:cNvSpPr txBox="1"/>
          <p:nvPr/>
        </p:nvSpPr>
        <p:spPr>
          <a:xfrm>
            <a:off x="9083040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hlinkClick r:id="rId4" action="ppaction://hlinksldjump"/>
            <a:extLst>
              <a:ext uri="{FF2B5EF4-FFF2-40B4-BE49-F238E27FC236}">
                <a16:creationId xmlns:a16="http://schemas.microsoft.com/office/drawing/2014/main" id="{F9C3D0FB-8D48-593D-B6BB-0301BCA33810}"/>
              </a:ext>
            </a:extLst>
          </p:cNvPr>
          <p:cNvSpPr txBox="1"/>
          <p:nvPr/>
        </p:nvSpPr>
        <p:spPr>
          <a:xfrm>
            <a:off x="10331196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hlinkClick r:id="rId5" action="ppaction://hlinksldjump"/>
            <a:extLst>
              <a:ext uri="{FF2B5EF4-FFF2-40B4-BE49-F238E27FC236}">
                <a16:creationId xmlns:a16="http://schemas.microsoft.com/office/drawing/2014/main" id="{AED81AB8-149C-B23F-F516-C0E73AFAE7DF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26CF4C3-0FC6-F7FC-F03C-25E5A95A10DB}"/>
              </a:ext>
            </a:extLst>
          </p:cNvPr>
          <p:cNvSpPr txBox="1"/>
          <p:nvPr/>
        </p:nvSpPr>
        <p:spPr>
          <a:xfrm>
            <a:off x="2324100" y="1548904"/>
            <a:ext cx="638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TEMP.=_700.0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558AB1C-D4FC-93AD-49A6-6F2E46588C29}"/>
              </a:ext>
            </a:extLst>
          </p:cNvPr>
          <p:cNvSpPr txBox="1"/>
          <p:nvPr/>
        </p:nvSpPr>
        <p:spPr>
          <a:xfrm>
            <a:off x="23241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E5BA164-91C2-70C9-9AE5-5071210C98B3}"/>
              </a:ext>
            </a:extLst>
          </p:cNvPr>
          <p:cNvSpPr txBox="1"/>
          <p:nvPr/>
        </p:nvSpPr>
        <p:spPr>
          <a:xfrm>
            <a:off x="41021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36F4F03C-942A-CCAB-06C3-87A940749DA5}"/>
              </a:ext>
            </a:extLst>
          </p:cNvPr>
          <p:cNvSpPr txBox="1"/>
          <p:nvPr/>
        </p:nvSpPr>
        <p:spPr>
          <a:xfrm>
            <a:off x="56896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C7DBF72-8655-BB0F-6845-CFCA96220BD6}"/>
              </a:ext>
            </a:extLst>
          </p:cNvPr>
          <p:cNvSpPr txBox="1"/>
          <p:nvPr/>
        </p:nvSpPr>
        <p:spPr>
          <a:xfrm>
            <a:off x="74676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AEA456A-5DAB-175A-BA4B-3DD6E3DD7B52}"/>
              </a:ext>
            </a:extLst>
          </p:cNvPr>
          <p:cNvSpPr txBox="1"/>
          <p:nvPr/>
        </p:nvSpPr>
        <p:spPr>
          <a:xfrm>
            <a:off x="9245600" y="2630566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F7ABEE9F-EC3F-E991-58B8-5014DC2D7513}"/>
              </a:ext>
            </a:extLst>
          </p:cNvPr>
          <p:cNvSpPr txBox="1"/>
          <p:nvPr/>
        </p:nvSpPr>
        <p:spPr>
          <a:xfrm>
            <a:off x="889000" y="2630566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SPAN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DELEY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3894646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51423-7D0C-809D-F38A-D4A43312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6E70D5-1973-DF33-CDD7-E8833D5A1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WATCH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95FF2B-6943-F937-B731-8BAC27CAF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21</a:t>
            </a:fld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73F4CCFE-E61D-DF5D-68B3-11767102ED2F}"/>
              </a:ext>
            </a:extLst>
          </p:cNvPr>
          <p:cNvSpPr txBox="1"/>
          <p:nvPr/>
        </p:nvSpPr>
        <p:spPr>
          <a:xfrm>
            <a:off x="9083040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hlinkClick r:id="rId3" action="ppaction://hlinksldjump"/>
            <a:extLst>
              <a:ext uri="{FF2B5EF4-FFF2-40B4-BE49-F238E27FC236}">
                <a16:creationId xmlns:a16="http://schemas.microsoft.com/office/drawing/2014/main" id="{A58575FD-1AAD-0248-116A-9CE1BBE34855}"/>
              </a:ext>
            </a:extLst>
          </p:cNvPr>
          <p:cNvSpPr txBox="1"/>
          <p:nvPr/>
        </p:nvSpPr>
        <p:spPr>
          <a:xfrm>
            <a:off x="10331196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hlinkClick r:id="rId4" action="ppaction://hlinksldjump"/>
            <a:extLst>
              <a:ext uri="{FF2B5EF4-FFF2-40B4-BE49-F238E27FC236}">
                <a16:creationId xmlns:a16="http://schemas.microsoft.com/office/drawing/2014/main" id="{53F6FAD9-D209-54E8-586C-B7C33FF1AA63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430A62D-281D-93C6-8E2A-46C9524102B2}"/>
              </a:ext>
            </a:extLst>
          </p:cNvPr>
          <p:cNvSpPr txBox="1"/>
          <p:nvPr/>
        </p:nvSpPr>
        <p:spPr>
          <a:xfrm>
            <a:off x="2324100" y="1548904"/>
            <a:ext cx="638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TEMP.=_800.0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C3E7168-2B31-AC67-9757-BA8D63017703}"/>
              </a:ext>
            </a:extLst>
          </p:cNvPr>
          <p:cNvSpPr txBox="1"/>
          <p:nvPr/>
        </p:nvSpPr>
        <p:spPr>
          <a:xfrm>
            <a:off x="23241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CA0BF9B-14A7-89AF-7816-C5FC9B313F46}"/>
              </a:ext>
            </a:extLst>
          </p:cNvPr>
          <p:cNvSpPr txBox="1"/>
          <p:nvPr/>
        </p:nvSpPr>
        <p:spPr>
          <a:xfrm>
            <a:off x="41021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4CBAA17D-F4EF-B18D-46E7-9829C30E0ED6}"/>
              </a:ext>
            </a:extLst>
          </p:cNvPr>
          <p:cNvSpPr txBox="1"/>
          <p:nvPr/>
        </p:nvSpPr>
        <p:spPr>
          <a:xfrm>
            <a:off x="56896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885A128-67F1-D150-A244-212B20DCF4AC}"/>
              </a:ext>
            </a:extLst>
          </p:cNvPr>
          <p:cNvSpPr txBox="1"/>
          <p:nvPr/>
        </p:nvSpPr>
        <p:spPr>
          <a:xfrm>
            <a:off x="7467600" y="2630567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BA7BB392-F9A4-8680-0A02-1C8720DAA333}"/>
              </a:ext>
            </a:extLst>
          </p:cNvPr>
          <p:cNvSpPr txBox="1"/>
          <p:nvPr/>
        </p:nvSpPr>
        <p:spPr>
          <a:xfrm>
            <a:off x="9245600" y="2630566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60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1.0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30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D325C174-C396-D11D-4BA3-72C4A6671F06}"/>
              </a:ext>
            </a:extLst>
          </p:cNvPr>
          <p:cNvSpPr txBox="1"/>
          <p:nvPr/>
        </p:nvSpPr>
        <p:spPr>
          <a:xfrm>
            <a:off x="889000" y="2630566"/>
            <a:ext cx="17780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SPAN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DELEY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ALARM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18537081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DDA08-3AB1-8F2A-4C38-FC6E04C21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328B60-3F82-B6F5-CF83-FA3F067FE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PADDLE CALIBRATION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037797-F4D9-5C76-18D8-DB0D16646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22</a:t>
            </a:fld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348C320-B17E-D942-2564-E02476AB85D4}"/>
              </a:ext>
            </a:extLst>
          </p:cNvPr>
          <p:cNvSpPr txBox="1"/>
          <p:nvPr/>
        </p:nvSpPr>
        <p:spPr>
          <a:xfrm>
            <a:off x="9083040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FC50159-6FBB-98E4-EA90-39EFC9D8AFAA}"/>
              </a:ext>
            </a:extLst>
          </p:cNvPr>
          <p:cNvSpPr txBox="1"/>
          <p:nvPr/>
        </p:nvSpPr>
        <p:spPr>
          <a:xfrm>
            <a:off x="10331196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hlinkClick r:id="rId3" action="ppaction://hlinksldjump"/>
            <a:extLst>
              <a:ext uri="{FF2B5EF4-FFF2-40B4-BE49-F238E27FC236}">
                <a16:creationId xmlns:a16="http://schemas.microsoft.com/office/drawing/2014/main" id="{9693A8F6-B486-BBD8-5DB3-6B8613677C0A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A1BA51D-E65E-ECDC-800E-6CA34A90E93A}"/>
              </a:ext>
            </a:extLst>
          </p:cNvPr>
          <p:cNvSpPr txBox="1"/>
          <p:nvPr/>
        </p:nvSpPr>
        <p:spPr>
          <a:xfrm>
            <a:off x="2324100" y="1548904"/>
            <a:ext cx="638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TEMP.=_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E04D3B5-1616-4685-24F3-7E2EDFB5CD67}"/>
              </a:ext>
            </a:extLst>
          </p:cNvPr>
          <p:cNvSpPr txBox="1"/>
          <p:nvPr/>
        </p:nvSpPr>
        <p:spPr>
          <a:xfrm>
            <a:off x="2324100" y="2630567"/>
            <a:ext cx="1778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-160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C2D64F6-91A5-20C2-86A4-29FB41B7A0A0}"/>
              </a:ext>
            </a:extLst>
          </p:cNvPr>
          <p:cNvSpPr txBox="1"/>
          <p:nvPr/>
        </p:nvSpPr>
        <p:spPr>
          <a:xfrm>
            <a:off x="4102100" y="2630567"/>
            <a:ext cx="1778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-047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1B3E3D1-F991-9C51-D6B8-55FA8306F1AE}"/>
              </a:ext>
            </a:extLst>
          </p:cNvPr>
          <p:cNvSpPr txBox="1"/>
          <p:nvPr/>
        </p:nvSpPr>
        <p:spPr>
          <a:xfrm>
            <a:off x="5689600" y="2630567"/>
            <a:ext cx="1778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-016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0C2192A-C9DB-899E-96B7-1C04971F7F60}"/>
              </a:ext>
            </a:extLst>
          </p:cNvPr>
          <p:cNvSpPr txBox="1"/>
          <p:nvPr/>
        </p:nvSpPr>
        <p:spPr>
          <a:xfrm>
            <a:off x="7467600" y="2630567"/>
            <a:ext cx="1778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+11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F82A5004-4717-1E56-B39A-FE895B27FEF0}"/>
              </a:ext>
            </a:extLst>
          </p:cNvPr>
          <p:cNvSpPr txBox="1"/>
          <p:nvPr/>
        </p:nvSpPr>
        <p:spPr>
          <a:xfrm>
            <a:off x="9245600" y="2630566"/>
            <a:ext cx="1778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-40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E0F8347-2D9E-2ED4-EBA8-B278AD443CF8}"/>
              </a:ext>
            </a:extLst>
          </p:cNvPr>
          <p:cNvSpPr txBox="1"/>
          <p:nvPr/>
        </p:nvSpPr>
        <p:spPr>
          <a:xfrm>
            <a:off x="889000" y="2630566"/>
            <a:ext cx="1778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UVOLT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4316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7FEEB-9EE2-B74E-34A3-CF706F47E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1C6C2F-BDD9-0DE6-29F1-27CAE3228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RATIO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MIX DATA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F623FB-9266-2759-2902-B36951851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23</a:t>
            </a:fld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3A22AA6-3C29-6953-9685-861582F111A5}"/>
              </a:ext>
            </a:extLst>
          </p:cNvPr>
          <p:cNvSpPr txBox="1"/>
          <p:nvPr/>
        </p:nvSpPr>
        <p:spPr>
          <a:xfrm>
            <a:off x="9083040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B97A3C5E-9AEB-396A-9ED4-C891063F479A}"/>
              </a:ext>
            </a:extLst>
          </p:cNvPr>
          <p:cNvSpPr txBox="1"/>
          <p:nvPr/>
        </p:nvSpPr>
        <p:spPr>
          <a:xfrm>
            <a:off x="10331196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hlinkClick r:id="rId3" action="ppaction://hlinksldjump"/>
            <a:extLst>
              <a:ext uri="{FF2B5EF4-FFF2-40B4-BE49-F238E27FC236}">
                <a16:creationId xmlns:a16="http://schemas.microsoft.com/office/drawing/2014/main" id="{4F6FE8BC-425B-127F-AD01-9993D5D944F9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6216C3D-69B7-01F2-E138-0183F8C771A7}"/>
              </a:ext>
            </a:extLst>
          </p:cNvPr>
          <p:cNvSpPr txBox="1"/>
          <p:nvPr/>
        </p:nvSpPr>
        <p:spPr>
          <a:xfrm>
            <a:off x="723900" y="1448593"/>
            <a:ext cx="638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TEMP. -  CURRENT TEMP. = _500.0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5A2D806-62A1-B274-1D85-2A8BAFCB1B08}"/>
              </a:ext>
            </a:extLst>
          </p:cNvPr>
          <p:cNvSpPr txBox="1"/>
          <p:nvPr/>
        </p:nvSpPr>
        <p:spPr>
          <a:xfrm>
            <a:off x="2324100" y="2630567"/>
            <a:ext cx="1778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80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EAF0A073-12CB-BA54-DB25-F41EC608B8A3}"/>
              </a:ext>
            </a:extLst>
          </p:cNvPr>
          <p:cNvSpPr txBox="1"/>
          <p:nvPr/>
        </p:nvSpPr>
        <p:spPr>
          <a:xfrm>
            <a:off x="4102100" y="2630567"/>
            <a:ext cx="1778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80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1923DB2-8E6D-6225-8710-4EFAE12AA2EF}"/>
              </a:ext>
            </a:extLst>
          </p:cNvPr>
          <p:cNvSpPr txBox="1"/>
          <p:nvPr/>
        </p:nvSpPr>
        <p:spPr>
          <a:xfrm>
            <a:off x="5689600" y="2630567"/>
            <a:ext cx="1778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80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6EFB9844-005D-A0A3-8BCF-A159B2FAB4C7}"/>
              </a:ext>
            </a:extLst>
          </p:cNvPr>
          <p:cNvSpPr txBox="1"/>
          <p:nvPr/>
        </p:nvSpPr>
        <p:spPr>
          <a:xfrm>
            <a:off x="7467600" y="2630567"/>
            <a:ext cx="1778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80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004F090A-DA74-0996-CBE4-3F720B0D256B}"/>
              </a:ext>
            </a:extLst>
          </p:cNvPr>
          <p:cNvSpPr txBox="1"/>
          <p:nvPr/>
        </p:nvSpPr>
        <p:spPr>
          <a:xfrm>
            <a:off x="9245600" y="2630566"/>
            <a:ext cx="1778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-40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F267C84C-20A7-866D-527B-A7C4A270D0A0}"/>
              </a:ext>
            </a:extLst>
          </p:cNvPr>
          <p:cNvSpPr txBox="1"/>
          <p:nvPr/>
        </p:nvSpPr>
        <p:spPr>
          <a:xfrm>
            <a:off x="889000" y="2630566"/>
            <a:ext cx="1778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P-T/C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(%)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4990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0C1C9-7E35-330F-919B-A076AE430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576CDD-3DB7-1D7E-1839-E9FACE9F0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91003"/>
            <a:ext cx="10664952" cy="722058"/>
          </a:xfrm>
        </p:spPr>
        <p:txBody>
          <a:bodyPr/>
          <a:lstStyle/>
          <a:p>
            <a:pPr algn="just"/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MFC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MAX/LIMIT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8AA6775-6F64-1A46-B2A2-110CA177A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24</a:t>
            </a:fld>
            <a:endParaRPr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5CF62CC-27D1-0FBA-886B-E0125BE74CCF}"/>
              </a:ext>
            </a:extLst>
          </p:cNvPr>
          <p:cNvSpPr txBox="1"/>
          <p:nvPr/>
        </p:nvSpPr>
        <p:spPr>
          <a:xfrm>
            <a:off x="9083040" y="595964"/>
            <a:ext cx="2496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hlinkClick r:id="rId3" action="ppaction://hlinksldjump"/>
            <a:extLst>
              <a:ext uri="{FF2B5EF4-FFF2-40B4-BE49-F238E27FC236}">
                <a16:creationId xmlns:a16="http://schemas.microsoft.com/office/drawing/2014/main" id="{4B11BA05-9A35-1F16-1B54-ADD096513F4A}"/>
              </a:ext>
            </a:extLst>
          </p:cNvPr>
          <p:cNvSpPr txBox="1"/>
          <p:nvPr/>
        </p:nvSpPr>
        <p:spPr>
          <a:xfrm>
            <a:off x="11277600" y="5739110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ESC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FA28671-92B6-6589-1EBD-E03524C03842}"/>
              </a:ext>
            </a:extLst>
          </p:cNvPr>
          <p:cNvSpPr txBox="1"/>
          <p:nvPr/>
        </p:nvSpPr>
        <p:spPr>
          <a:xfrm>
            <a:off x="723900" y="1448593"/>
            <a:ext cx="6388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TEMP. -  CURRENT TEMP. = _500.0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A5A2B3D-3BA1-C964-DDDB-E238A212AFBB}"/>
              </a:ext>
            </a:extLst>
          </p:cNvPr>
          <p:cNvSpPr txBox="1"/>
          <p:nvPr/>
        </p:nvSpPr>
        <p:spPr>
          <a:xfrm>
            <a:off x="2324100" y="2630567"/>
            <a:ext cx="1778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80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F7364CB-FA65-8F84-EF83-A3FA1AD16DF0}"/>
              </a:ext>
            </a:extLst>
          </p:cNvPr>
          <p:cNvSpPr txBox="1"/>
          <p:nvPr/>
        </p:nvSpPr>
        <p:spPr>
          <a:xfrm>
            <a:off x="4102100" y="2630567"/>
            <a:ext cx="1778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BTM-2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80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D441DFE2-EDB7-8352-2EE1-85F1999B4453}"/>
              </a:ext>
            </a:extLst>
          </p:cNvPr>
          <p:cNvSpPr txBox="1"/>
          <p:nvPr/>
        </p:nvSpPr>
        <p:spPr>
          <a:xfrm>
            <a:off x="5689600" y="2630567"/>
            <a:ext cx="1778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CTR-1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80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13BBEE9-EB00-1B37-42A4-BE4E4A68A80C}"/>
              </a:ext>
            </a:extLst>
          </p:cNvPr>
          <p:cNvSpPr txBox="1"/>
          <p:nvPr/>
        </p:nvSpPr>
        <p:spPr>
          <a:xfrm>
            <a:off x="7467600" y="2630567"/>
            <a:ext cx="1778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CTR-2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80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2ED8A8B-C8C7-8306-7302-7EBFD7CFE820}"/>
              </a:ext>
            </a:extLst>
          </p:cNvPr>
          <p:cNvSpPr txBox="1"/>
          <p:nvPr/>
        </p:nvSpPr>
        <p:spPr>
          <a:xfrm>
            <a:off x="9245600" y="2630566"/>
            <a:ext cx="1778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-40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89E6F15-BB39-7929-6780-308FB32D192F}"/>
              </a:ext>
            </a:extLst>
          </p:cNvPr>
          <p:cNvSpPr txBox="1"/>
          <p:nvPr/>
        </p:nvSpPr>
        <p:spPr>
          <a:xfrm>
            <a:off x="889000" y="2630566"/>
            <a:ext cx="1778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P-T/C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(%)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54561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72D5A-2149-8D11-5CD0-CF89AA551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FE3414-B468-FA18-9807-708CAB71E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742619-D13C-4AD6-85EC-540D22427CA0}" type="slidenum">
              <a:rPr lang="zh-TW" altLang="en-US" smtClean="0"/>
              <a:pPr>
                <a:defRPr/>
              </a:pPr>
              <a:t>25</a:t>
            </a:fld>
            <a:endParaRPr lang="zh-TW" altLang="en-US" dirty="0"/>
          </a:p>
        </p:txBody>
      </p:sp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710ADC50-6D40-25C1-BC9C-D9E8CC59DD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892032"/>
              </p:ext>
            </p:extLst>
          </p:nvPr>
        </p:nvGraphicFramePr>
        <p:xfrm>
          <a:off x="6096000" y="678858"/>
          <a:ext cx="5000018" cy="508021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00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0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786"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機台保養</a:t>
                      </a:r>
                      <a:endParaRPr lang="en-US" sz="1800" dirty="0"/>
                    </a:p>
                  </a:txBody>
                  <a:tcPr marT="45714" marB="45714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dirty="0"/>
                        <a:t>獨立完成進度</a:t>
                      </a:r>
                      <a:endParaRPr lang="en-US" sz="1800" dirty="0"/>
                    </a:p>
                  </a:txBody>
                  <a:tcPr marT="45714" marB="45714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LP-P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SPM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LP-T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SPM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LP-T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LP-N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SPM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dirty="0"/>
                        <a:t>LP-N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AP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QPM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AP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YPM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POCL3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90%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WSIX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BPM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70%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GRD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MPM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標楷體"/>
                          <a:cs typeface="+mn-cs"/>
                        </a:rPr>
                        <a:t>80%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標楷體"/>
                        <a:cs typeface="+mn-cs"/>
                      </a:endParaRPr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0786"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RTP</a:t>
                      </a:r>
                      <a:r>
                        <a:rPr lang="zh-TW" altLang="en-US" sz="1800" dirty="0"/>
                        <a:t> </a:t>
                      </a:r>
                      <a:r>
                        <a:rPr lang="en-US" altLang="zh-TW" sz="1800" dirty="0"/>
                        <a:t>25PM</a:t>
                      </a:r>
                      <a:endParaRPr lang="en-US" sz="1800" dirty="0"/>
                    </a:p>
                  </a:txBody>
                  <a:tcPr marT="45714" marB="45714"/>
                </a:tc>
                <a:tc>
                  <a:txBody>
                    <a:bodyPr/>
                    <a:lstStyle/>
                    <a:p>
                      <a:r>
                        <a:rPr lang="en-US" altLang="zh-TW" sz="1800" dirty="0"/>
                        <a:t>0%</a:t>
                      </a:r>
                      <a:endParaRPr lang="en-US" sz="1800" dirty="0"/>
                    </a:p>
                  </a:txBody>
                  <a:tcPr marT="45714" marB="45714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pic>
        <p:nvPicPr>
          <p:cNvPr id="2" name="圖片 1">
            <a:extLst>
              <a:ext uri="{FF2B5EF4-FFF2-40B4-BE49-F238E27FC236}">
                <a16:creationId xmlns:a16="http://schemas.microsoft.com/office/drawing/2014/main" id="{B53B9E16-2254-BD48-A2C1-CA4BE33C5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573" y="56008"/>
            <a:ext cx="4977187" cy="66038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990902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A3AFE85-F812-BA9F-7828-F1121FE6B9E9}"/>
              </a:ext>
            </a:extLst>
          </p:cNvPr>
          <p:cNvSpPr txBox="1"/>
          <p:nvPr/>
        </p:nvSpPr>
        <p:spPr bwMode="auto">
          <a:xfrm>
            <a:off x="5449824" y="2971127"/>
            <a:ext cx="429768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rtlCol="0">
            <a:spAutoFit/>
          </a:bodyPr>
          <a:lstStyle/>
          <a:p>
            <a:pPr algn="l">
              <a:buFont typeface="Wingdings 2" panose="05020102010507070707" pitchFamily="18" charset="2"/>
              <a:buNone/>
            </a:pPr>
            <a:r>
              <a:rPr kumimoji="0"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9742660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uvoton佈景主題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訂 1">
      <a:majorFont>
        <a:latin typeface="Calibri"/>
        <a:ea typeface="標楷體"/>
        <a:cs typeface=""/>
      </a:majorFont>
      <a:minorFont>
        <a:latin typeface="Calibri"/>
        <a:ea typeface="標楷體"/>
        <a:cs typeface="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/>
      <a:lstStyle>
        <a:defPPr algn="l">
          <a:buFont typeface="Wingdings 2" panose="05020102010507070707" pitchFamily="18" charset="2"/>
          <a:buNone/>
          <a:defRPr kumimoji="0" dirty="0"/>
        </a:defPPr>
      </a:lstStyle>
    </a:txDef>
  </a:objectDefaults>
  <a:extraClrSchemeLst/>
</a:theme>
</file>

<file path=ppt/theme/theme2.xml><?xml version="1.0" encoding="utf-8"?>
<a:theme xmlns:a="http://schemas.openxmlformats.org/drawingml/2006/main" name="Nuvoton佈景主題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訂 1">
      <a:majorFont>
        <a:latin typeface="Calibri"/>
        <a:ea typeface="標楷體"/>
        <a:cs typeface=""/>
      </a:majorFont>
      <a:minorFont>
        <a:latin typeface="Calibri"/>
        <a:ea typeface="標楷體"/>
        <a:cs typeface="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/>
      <a:lstStyle>
        <a:defPPr algn="l">
          <a:buFont typeface="Wingdings 2" panose="05020102010507070707" pitchFamily="18" charset="2"/>
          <a:buNone/>
          <a:defRPr kumimoji="0" dirty="0"/>
        </a:defPPr>
      </a:lstStyle>
    </a:txDef>
  </a:objectDefaults>
  <a:extraClrSchemeLst/>
</a:theme>
</file>

<file path=ppt/theme/theme3.xml><?xml version="1.0" encoding="utf-8"?>
<a:theme xmlns:a="http://schemas.openxmlformats.org/drawingml/2006/main" name="Nuvoton佈景主題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自訂 1">
      <a:majorFont>
        <a:latin typeface="Calibri"/>
        <a:ea typeface="標楷體"/>
        <a:cs typeface=""/>
      </a:majorFont>
      <a:minorFont>
        <a:latin typeface="Calibri"/>
        <a:ea typeface="標楷體"/>
        <a:cs typeface="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Form" ma:contentTypeID="0x01010100D00E37CF3D36214C86886AA9339343DC" ma:contentTypeVersion="19" ma:contentTypeDescription="Fill out this form." ma:contentTypeScope="" ma:versionID="d154febea10c3930e3b6cfd035b4dd24">
  <xsd:schema xmlns:xsd="http://www.w3.org/2001/XMLSchema" xmlns:xs="http://www.w3.org/2001/XMLSchema" xmlns:p="http://schemas.microsoft.com/office/2006/metadata/properties" xmlns:ns1="http://schemas.microsoft.com/sharepoint/v3" xmlns:ns2="4bdc6d95-7621-47b1-8f62-a702a7a9d98f" xmlns:ns3="6ba3a8a8-b9e2-49cb-aadf-2c093bcf632e" targetNamespace="http://schemas.microsoft.com/office/2006/metadata/properties" ma:root="true" ma:fieldsID="bf1d05ee2c4926ad76d21e31f2dd363e" ns1:_="" ns2:_="" ns3:_="">
    <xsd:import namespace="http://schemas.microsoft.com/sharepoint/v3"/>
    <xsd:import namespace="4bdc6d95-7621-47b1-8f62-a702a7a9d98f"/>
    <xsd:import namespace="6ba3a8a8-b9e2-49cb-aadf-2c093bcf632e"/>
    <xsd:element name="properties">
      <xsd:complexType>
        <xsd:sequence>
          <xsd:element name="documentManagement">
            <xsd:complexType>
              <xsd:all>
                <xsd:element ref="ns1:ShowCombineView" minOccurs="0"/>
                <xsd:element ref="ns1:ShowRepairView" minOccurs="0"/>
                <xsd:element ref="ns1:TemplateUrl" minOccurs="0"/>
                <xsd:element ref="ns1:xd_Prog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howCombineView" ma:index="8" nillable="true" ma:displayName="Show Combine View" ma:hidden="true" ma:internalName="ShowCombineView">
      <xsd:simpleType>
        <xsd:restriction base="dms:Text"/>
      </xsd:simpleType>
    </xsd:element>
    <xsd:element name="ShowRepairView" ma:index="10" nillable="true" ma:displayName="Show Repair View" ma:hidden="true" ma:internalName="ShowRepairView">
      <xsd:simpleType>
        <xsd:restriction base="dms:Text"/>
      </xsd:simpleType>
    </xsd:element>
    <xsd:element name="TemplateUrl" ma:index="11" nillable="true" ma:displayName="Template Link" ma:hidden="true" ma:internalName="TemplateUrl">
      <xsd:simpleType>
        <xsd:restriction base="dms:Text"/>
      </xsd:simpleType>
    </xsd:element>
    <xsd:element name="xd_ProgID" ma:index="12" nillable="true" ma:displayName="HTML File Link" ma:hidden="true" ma:internalName="xd_ProgID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dc6d95-7621-47b1-8f62-a702a7a9d9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b5c8c406-6428-484e-a244-685067247f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a3a8a8-b9e2-49cb-aadf-2c093bcf632e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8ff5065e-c2e5-47fd-b089-eb006bc5ae7a}" ma:internalName="TaxCatchAll" ma:showField="CatchAllData" ma:web="6ba3a8a8-b9e2-49cb-aadf-2c093bcf632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mplateUrl xmlns="http://schemas.microsoft.com/sharepoint/v3" xsi:nil="true"/>
    <TaxCatchAll xmlns="6ba3a8a8-b9e2-49cb-aadf-2c093bcf632e" xsi:nil="true"/>
    <ShowRepairView xmlns="http://schemas.microsoft.com/sharepoint/v3" xsi:nil="true"/>
    <lcf76f155ced4ddcb4097134ff3c332f xmlns="4bdc6d95-7621-47b1-8f62-a702a7a9d98f">
      <Terms xmlns="http://schemas.microsoft.com/office/infopath/2007/PartnerControls"/>
    </lcf76f155ced4ddcb4097134ff3c332f>
    <ShowCombineView xmlns="http://schemas.microsoft.com/sharepoint/v3" xsi:nil="true"/>
    <xd_ProgID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EF16DB74-D1BD-43A0-8870-6BFDAE42C5C8}"/>
</file>

<file path=customXml/itemProps2.xml><?xml version="1.0" encoding="utf-8"?>
<ds:datastoreItem xmlns:ds="http://schemas.openxmlformats.org/officeDocument/2006/customXml" ds:itemID="{C1B0689A-AD50-43D7-979E-EFB9320992F4}"/>
</file>

<file path=customXml/itemProps3.xml><?xml version="1.0" encoding="utf-8"?>
<ds:datastoreItem xmlns:ds="http://schemas.openxmlformats.org/officeDocument/2006/customXml" ds:itemID="{1BBACA3C-1286-41A0-823C-D20A5060D712}"/>
</file>

<file path=docProps/app.xml><?xml version="1.0" encoding="utf-8"?>
<Properties xmlns="http://schemas.openxmlformats.org/officeDocument/2006/extended-properties" xmlns:vt="http://schemas.openxmlformats.org/officeDocument/2006/docPropsVTypes">
  <TotalTime>40020</TotalTime>
  <Words>1722</Words>
  <Application>Microsoft Office PowerPoint</Application>
  <PresentationFormat>寬螢幕</PresentationFormat>
  <Paragraphs>925</Paragraphs>
  <Slides>26</Slides>
  <Notes>22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26</vt:i4>
      </vt:variant>
    </vt:vector>
  </HeadingPairs>
  <TitlesOfParts>
    <vt:vector size="34" baseType="lpstr">
      <vt:lpstr>Calibri</vt:lpstr>
      <vt:lpstr>Franklin Gothic Book</vt:lpstr>
      <vt:lpstr>Times New Roman</vt:lpstr>
      <vt:lpstr>Wingdings</vt:lpstr>
      <vt:lpstr>Wingdings 2</vt:lpstr>
      <vt:lpstr>Nuvoton佈景主題</vt:lpstr>
      <vt:lpstr>Nuvoton佈景主題</vt:lpstr>
      <vt:lpstr>Nuvoton佈景主題</vt:lpstr>
      <vt:lpstr>爐管新人學習進度報告</vt:lpstr>
      <vt:lpstr>報告內容</vt:lpstr>
      <vt:lpstr>PowerPoint 簡報</vt:lpstr>
      <vt:lpstr>*INITIAL SET MENU*</vt:lpstr>
      <vt:lpstr>*INITIAL NAME MENU*</vt:lpstr>
      <vt:lpstr>*INITIAL TEMPERAUTRE MENU*</vt:lpstr>
      <vt:lpstr>*INITIAL GAS MENU*</vt:lpstr>
      <vt:lpstr>*ATTACH TEMPERATURE ZONE NAME*</vt:lpstr>
      <vt:lpstr>*ATTACH MASS FLOW NAME*</vt:lpstr>
      <vt:lpstr>*ATTACH RECIPE NAME*</vt:lpstr>
      <vt:lpstr>*ATTACH ALARM NAME*</vt:lpstr>
      <vt:lpstr>*SET PADDLE EC      (1)*</vt:lpstr>
      <vt:lpstr>*SET PADDLE EC      (2)*</vt:lpstr>
      <vt:lpstr>*SET SPIKE EC      (1)*</vt:lpstr>
      <vt:lpstr>*SET SPIKE EC      (2)*</vt:lpstr>
      <vt:lpstr>*SET PROCESS WATCH TABLE (1)*</vt:lpstr>
      <vt:lpstr>*SET PROCESS WATCH TABLE (2)*</vt:lpstr>
      <vt:lpstr>*SET PROCESS WATCH TABLE (3)*</vt:lpstr>
      <vt:lpstr>*SET PROFILE WATCH TABLE (1)*</vt:lpstr>
      <vt:lpstr>*SET PROFILE WATCH TABLE (2)*</vt:lpstr>
      <vt:lpstr>*SET PROFILE WATCH TABLE (3)*</vt:lpstr>
      <vt:lpstr>*SET PADDLE CALIBRATION (3)*</vt:lpstr>
      <vt:lpstr>*SET RATIO MIX DATA (5)*</vt:lpstr>
      <vt:lpstr>*SET MFC MAX/LIMIT*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爐管新人學習進度報告</dc:title>
  <dc:creator>S220 CWChen27</dc:creator>
  <cp:lastModifiedBy>S220 JXOu</cp:lastModifiedBy>
  <cp:revision>382</cp:revision>
  <dcterms:created xsi:type="dcterms:W3CDTF">2024-08-30T08:59:27Z</dcterms:created>
  <dcterms:modified xsi:type="dcterms:W3CDTF">2025-05-28T00:32:16Z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0x01010100D00E37CF3D36214C86886AA9339343DC</vt:lpwstr>
  </property>
</Properties>
</file>