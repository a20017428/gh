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26" r:id="rId1"/>
    <p:sldMasterId id="2147486561" r:id="rId2"/>
    <p:sldMasterId id="2147486562" r:id="rId3"/>
  </p:sldMasterIdLst>
  <p:notesMasterIdLst>
    <p:notesMasterId r:id="rId16"/>
  </p:notesMasterIdLst>
  <p:sldIdLst>
    <p:sldId id="257" r:id="rId4"/>
    <p:sldId id="262" r:id="rId5"/>
    <p:sldId id="403" r:id="rId6"/>
    <p:sldId id="415" r:id="rId7"/>
    <p:sldId id="268" r:id="rId8"/>
    <p:sldId id="420" r:id="rId9"/>
    <p:sldId id="421" r:id="rId10"/>
    <p:sldId id="422" r:id="rId11"/>
    <p:sldId id="423" r:id="rId12"/>
    <p:sldId id="424" r:id="rId13"/>
    <p:sldId id="414" r:id="rId14"/>
    <p:sldId id="39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15A48709-1322-4E05-97E7-9A291CDB9E39}">
          <p14:sldIdLst>
            <p14:sldId id="257"/>
            <p14:sldId id="262"/>
            <p14:sldId id="403"/>
            <p14:sldId id="415"/>
            <p14:sldId id="268"/>
            <p14:sldId id="420"/>
            <p14:sldId id="421"/>
            <p14:sldId id="422"/>
            <p14:sldId id="423"/>
            <p14:sldId id="424"/>
            <p14:sldId id="414"/>
            <p14:sldId id="3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00B050"/>
    <a:srgbClr val="FFCC66"/>
    <a:srgbClr val="3399FF"/>
    <a:srgbClr val="0033CC"/>
    <a:srgbClr val="FFCC00"/>
    <a:srgbClr val="FFFF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941" autoAdjust="0"/>
  </p:normalViewPr>
  <p:slideViewPr>
    <p:cSldViewPr snapToGrid="0">
      <p:cViewPr varScale="1">
        <p:scale>
          <a:sx n="105" d="100"/>
          <a:sy n="105" d="100"/>
        </p:scale>
        <p:origin x="75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customXml" Target="../customXml/item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customXml" Target="../customXml/item3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3CBA-556B-494F-B75C-E8C7055D8952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8AE13-1A93-4F37-9380-BD77ABBAA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79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383A579-E5BC-4769-0BD8-5479F1E657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C024931E-E5D8-1D57-013A-32417A92BA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9220" name="Date Placeholder 3">
            <a:extLst>
              <a:ext uri="{FF2B5EF4-FFF2-40B4-BE49-F238E27FC236}">
                <a16:creationId xmlns:a16="http://schemas.microsoft.com/office/drawing/2014/main" id="{5A24A3B2-D382-15B5-CF08-F504697ADB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73B7C94-5FE6-4279-BE34-E7BBA22CE8B4}" type="datetime1">
              <a:rPr lang="zh-TW" altLang="en-US" smtClean="0"/>
              <a:pPr>
                <a:spcBef>
                  <a:spcPct val="0"/>
                </a:spcBef>
              </a:pPr>
              <a:t>2025/4/30</a:t>
            </a:fld>
            <a:endParaRPr lang="zh-TW" altLang="en-US"/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030C96D0-3EE2-BD9A-62F0-3F9CCD288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51D3B89-92F8-4AE4-BBFB-64AB9BF8DFC7}" type="slidenum">
              <a:rPr lang="zh-TW" altLang="en-US" smtClean="0"/>
              <a:pPr>
                <a:spcBef>
                  <a:spcPct val="0"/>
                </a:spcBef>
              </a:pPr>
              <a:t>1</a:t>
            </a:fld>
            <a:endParaRPr lang="zh-TW" altLang="en-US"/>
          </a:p>
        </p:txBody>
      </p:sp>
      <p:sp>
        <p:nvSpPr>
          <p:cNvPr id="9222" name="Footer Placeholder 1">
            <a:extLst>
              <a:ext uri="{FF2B5EF4-FFF2-40B4-BE49-F238E27FC236}">
                <a16:creationId xmlns:a16="http://schemas.microsoft.com/office/drawing/2014/main" id="{0D5776AA-C13E-9951-8404-0D9616AFBB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>
            <a:extLst>
              <a:ext uri="{FF2B5EF4-FFF2-40B4-BE49-F238E27FC236}">
                <a16:creationId xmlns:a16="http://schemas.microsoft.com/office/drawing/2014/main" id="{93948964-B601-5F74-9FEF-0E14E8779D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" name="圓角矩形 14">
            <a:extLst>
              <a:ext uri="{FF2B5EF4-FFF2-40B4-BE49-F238E27FC236}">
                <a16:creationId xmlns:a16="http://schemas.microsoft.com/office/drawing/2014/main" id="{071881FD-7BCE-F5E6-9E91-AEAF6541FEDE}"/>
              </a:ext>
            </a:extLst>
          </p:cNvPr>
          <p:cNvSpPr/>
          <p:nvPr/>
        </p:nvSpPr>
        <p:spPr>
          <a:xfrm>
            <a:off x="86785" y="69851"/>
            <a:ext cx="12018433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4" name="矩形 15">
            <a:extLst>
              <a:ext uri="{FF2B5EF4-FFF2-40B4-BE49-F238E27FC236}">
                <a16:creationId xmlns:a16="http://schemas.microsoft.com/office/drawing/2014/main" id="{C6B33A2E-5248-9D08-3064-022F4E755D5C}"/>
              </a:ext>
            </a:extLst>
          </p:cNvPr>
          <p:cNvSpPr/>
          <p:nvPr/>
        </p:nvSpPr>
        <p:spPr>
          <a:xfrm>
            <a:off x="84667" y="1449389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5" name="矩形 16">
            <a:extLst>
              <a:ext uri="{FF2B5EF4-FFF2-40B4-BE49-F238E27FC236}">
                <a16:creationId xmlns:a16="http://schemas.microsoft.com/office/drawing/2014/main" id="{4EA2F337-C835-EC00-838D-BDC1B13434DA}"/>
              </a:ext>
            </a:extLst>
          </p:cNvPr>
          <p:cNvSpPr/>
          <p:nvPr/>
        </p:nvSpPr>
        <p:spPr>
          <a:xfrm>
            <a:off x="84667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17">
            <a:extLst>
              <a:ext uri="{FF2B5EF4-FFF2-40B4-BE49-F238E27FC236}">
                <a16:creationId xmlns:a16="http://schemas.microsoft.com/office/drawing/2014/main" id="{210A62F9-4E5B-4E49-5C0B-3AF46F5E690A}"/>
              </a:ext>
            </a:extLst>
          </p:cNvPr>
          <p:cNvSpPr/>
          <p:nvPr/>
        </p:nvSpPr>
        <p:spPr>
          <a:xfrm>
            <a:off x="84667" y="2976564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pic>
        <p:nvPicPr>
          <p:cNvPr id="7" name="Picture 16" descr="PPT-1">
            <a:extLst>
              <a:ext uri="{FF2B5EF4-FFF2-40B4-BE49-F238E27FC236}">
                <a16:creationId xmlns:a16="http://schemas.microsoft.com/office/drawing/2014/main" id="{8E17E82D-72D5-5FC1-2991-754BE273E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日期版面配置區 27">
            <a:extLst>
              <a:ext uri="{FF2B5EF4-FFF2-40B4-BE49-F238E27FC236}">
                <a16:creationId xmlns:a16="http://schemas.microsoft.com/office/drawing/2014/main" id="{BD2FD556-1E8D-978D-8031-64CEA792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9656" y="6191250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2815B-3B18-418D-B516-12C628E57022}" type="datetime1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11" name="頁尾版面配置區 16">
            <a:extLst>
              <a:ext uri="{FF2B5EF4-FFF2-40B4-BE49-F238E27FC236}">
                <a16:creationId xmlns:a16="http://schemas.microsoft.com/office/drawing/2014/main" id="{C5F589C9-7FD9-AA97-C2F2-D7CBDCB3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" name="投影片編號版面配置區 28">
            <a:extLst>
              <a:ext uri="{FF2B5EF4-FFF2-40B4-BE49-F238E27FC236}">
                <a16:creationId xmlns:a16="http://schemas.microsoft.com/office/drawing/2014/main" id="{915A38FB-B35C-36A1-E93D-FFE8CC5B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3472" y="6227763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F607EA6-6A5D-42EE-A684-5E2C35294015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3402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>
            <a:extLst>
              <a:ext uri="{FF2B5EF4-FFF2-40B4-BE49-F238E27FC236}">
                <a16:creationId xmlns:a16="http://schemas.microsoft.com/office/drawing/2014/main" id="{B60C7712-2490-64CE-C962-04CB51C6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1026" y="6172200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BED719-340B-40E2-8739-FC0A8544B441}" type="datetime1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79A2AF1-0C91-E757-702C-CB434F96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2">
            <a:extLst>
              <a:ext uri="{FF2B5EF4-FFF2-40B4-BE49-F238E27FC236}">
                <a16:creationId xmlns:a16="http://schemas.microsoft.com/office/drawing/2014/main" id="{BF39A63A-9021-EF74-F7F5-EB1BB0E4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0061" y="6178310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991F85D-47E0-47FB-8D3F-5A0955AC54FB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17539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F82F6023-397D-654B-AB6C-9555436C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24158" y="6199158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C3346-27D3-481A-8C7A-6A0EB667F506}" type="datetime1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A8E9F694-C3E7-AF0A-9ECA-7FFC4D48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AE2A6D49-CC69-5D57-9870-3871589D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10300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A89686-D657-4D1C-8F00-13410ADAFB5B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485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7564BF86-3697-513D-39F9-7C704EDB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46521" y="6172200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B70550-E663-40FF-856A-B38F1C92B34B}" type="datetime1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76723FDB-FBC5-5A03-2D5C-4483C788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032736D5-1B51-8418-6BF1-5592C9C5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00775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5710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3B0C9C2-50F9-40FC-BB85-2B1795C26F4A}" type="datetime1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6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A3E2DD6-0BDF-4503-BC14-47C51D598132}" type="datetime1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56" r:id="rId1"/>
    <p:sldLayoutId id="214748656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ACA367A-882D-7192-B17B-44C2A3D2CE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A38EBA1D-A29F-EDA1-7BB2-9C61F6B0300E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7A5413F6-6096-01DE-B28D-A1F8553331A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42ADAA46-1516-E7C5-92A1-B9503EA074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3BABAF81-C92D-D039-F2FD-9F301A2F58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E574ECF-1BBC-425F-8F77-CCEDC8767859}" type="datetime1">
              <a:rPr lang="zh-TW" altLang="en-US" smtClean="0"/>
              <a:t>2025/4/30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263C295-83C0-24B3-8214-0782E4242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E6CE4E58-7DDF-F2CF-81B2-432A9B419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477A85AA-6901-49A4-8B15-B60C7FA1975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37EDA9CC-080B-1272-0277-96202D80A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EC591AF3-19AB-CD23-F56F-F2E37EC8638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4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jpeg"/><Relationship Id="rId11" Type="http://schemas.openxmlformats.org/officeDocument/2006/relationships/image" Target="../media/image19.jpeg"/><Relationship Id="rId5" Type="http://schemas.openxmlformats.org/officeDocument/2006/relationships/image" Target="../media/image13.png"/><Relationship Id="rId10" Type="http://schemas.openxmlformats.org/officeDocument/2006/relationships/image" Target="../media/image18.jpeg"/><Relationship Id="rId4" Type="http://schemas.openxmlformats.org/officeDocument/2006/relationships/image" Target="../media/image12.png"/><Relationship Id="rId9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jpe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973BE4E2-D419-379C-FF06-550F96100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1" y="1785938"/>
            <a:ext cx="5707063" cy="1808162"/>
          </a:xfrm>
        </p:spPr>
        <p:txBody>
          <a:bodyPr/>
          <a:lstStyle/>
          <a:p>
            <a:pPr eaLnBrk="1" hangingPunct="1"/>
            <a:r>
              <a:rPr lang="zh-TW" altLang="en-US" b="1" dirty="0">
                <a:solidFill>
                  <a:srgbClr val="FF0000"/>
                </a:solidFill>
                <a:latin typeface="+mj-ea"/>
              </a:rPr>
              <a:t>爐管新人學習進度報告</a:t>
            </a:r>
          </a:p>
        </p:txBody>
      </p:sp>
      <p:sp>
        <p:nvSpPr>
          <p:cNvPr id="8195" name="TextBox 2">
            <a:extLst>
              <a:ext uri="{FF2B5EF4-FFF2-40B4-BE49-F238E27FC236}">
                <a16:creationId xmlns:a16="http://schemas.microsoft.com/office/drawing/2014/main" id="{0AA403FC-31D4-B034-8843-465897B92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3929064"/>
            <a:ext cx="43227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2025.4.14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~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2025.04.25</a:t>
            </a:r>
            <a:endParaRPr lang="zh-TW" altLang="en-US" sz="3200" dirty="0">
              <a:solidFill>
                <a:schemeClr val="bg2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2B95EB6-525A-1DAA-77C4-908C6CD23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703" y="5483543"/>
            <a:ext cx="432276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JXOu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歐佳鑫</a:t>
            </a:r>
          </a:p>
        </p:txBody>
      </p:sp>
    </p:spTree>
    <p:extLst>
      <p:ext uri="{BB962C8B-B14F-4D97-AF65-F5344CB8AC3E}">
        <p14:creationId xmlns:p14="http://schemas.microsoft.com/office/powerpoint/2010/main" val="2433933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>
            <a:extLst>
              <a:ext uri="{FF2B5EF4-FFF2-40B4-BE49-F238E27FC236}">
                <a16:creationId xmlns:a16="http://schemas.microsoft.com/office/drawing/2014/main" id="{2FEE92D0-4D5D-5396-1EE0-2AED1E8D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</a:rPr>
              <a:t>報告內容</a:t>
            </a:r>
          </a:p>
        </p:txBody>
      </p:sp>
      <p:sp>
        <p:nvSpPr>
          <p:cNvPr id="10243" name="內容版面配置區 2">
            <a:extLst>
              <a:ext uri="{FF2B5EF4-FFF2-40B4-BE49-F238E27FC236}">
                <a16:creationId xmlns:a16="http://schemas.microsoft.com/office/drawing/2014/main" id="{4813D479-8C75-6C8A-D2D6-76560027E02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630680"/>
            <a:ext cx="10363200" cy="4572000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兩週學習內容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LP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Furnace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大保養流程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不包括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MV)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3DC1F90-C392-CE1E-EF5C-ED5B8018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8466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3DC1F90-C392-CE1E-EF5C-ED5B8018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3</a:t>
            </a:fld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794E7C-4C19-67EB-C198-C9B7DB9AA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952742"/>
              </p:ext>
            </p:extLst>
          </p:nvPr>
        </p:nvGraphicFramePr>
        <p:xfrm>
          <a:off x="828134" y="1283015"/>
          <a:ext cx="10535730" cy="4726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60">
                  <a:extLst>
                    <a:ext uri="{9D8B030D-6E8A-4147-A177-3AD203B41FA5}">
                      <a16:colId xmlns:a16="http://schemas.microsoft.com/office/drawing/2014/main" val="499691193"/>
                    </a:ext>
                  </a:extLst>
                </a:gridCol>
                <a:gridCol w="3959525">
                  <a:extLst>
                    <a:ext uri="{9D8B030D-6E8A-4147-A177-3AD203B41FA5}">
                      <a16:colId xmlns:a16="http://schemas.microsoft.com/office/drawing/2014/main" val="2763126434"/>
                    </a:ext>
                  </a:extLst>
                </a:gridCol>
                <a:gridCol w="1984075">
                  <a:extLst>
                    <a:ext uri="{9D8B030D-6E8A-4147-A177-3AD203B41FA5}">
                      <a16:colId xmlns:a16="http://schemas.microsoft.com/office/drawing/2014/main" val="1514208284"/>
                    </a:ext>
                  </a:extLst>
                </a:gridCol>
                <a:gridCol w="2863970">
                  <a:extLst>
                    <a:ext uri="{9D8B030D-6E8A-4147-A177-3AD203B41FA5}">
                      <a16:colId xmlns:a16="http://schemas.microsoft.com/office/drawing/2014/main" val="3810114816"/>
                    </a:ext>
                  </a:extLst>
                </a:gridCol>
              </a:tblGrid>
              <a:tr h="50996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日期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課程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機台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內容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326607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2025/4/14(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426244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2025/4/15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更換檢查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3108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板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149379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2025/4/16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WSIX-1A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BPM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853667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2025/4/17</a:t>
                      </a:r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LP-T3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733930"/>
                  </a:ext>
                </a:extLst>
              </a:tr>
              <a:tr h="4284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2025/4/18</a:t>
                      </a:r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91825"/>
                  </a:ext>
                </a:extLst>
              </a:tr>
              <a:tr h="377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2025/4/21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RCM-4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Replace bottle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974424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2025/4/22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3PM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029885"/>
                  </a:ext>
                </a:extLst>
              </a:tr>
              <a:tr h="389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2025/4/23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CPR+AED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GRD-2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&amp;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OSC-1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MPM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531898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2025/4/24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LP-N3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3PM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16339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2025/4/25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LP-N5</a:t>
                      </a:r>
                      <a:endParaRPr lang="en-US" sz="1800" b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SPM</a:t>
                      </a:r>
                      <a:endParaRPr lang="en-US" sz="1800" b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35250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2AC4840B-C244-D3B5-A99D-692D4843859C}"/>
              </a:ext>
            </a:extLst>
          </p:cNvPr>
          <p:cNvSpPr txBox="1"/>
          <p:nvPr/>
        </p:nvSpPr>
        <p:spPr bwMode="auto">
          <a:xfrm>
            <a:off x="598650" y="494622"/>
            <a:ext cx="290367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ctr">
              <a:buFont typeface="Wingdings 2" panose="05020102010507070707" pitchFamily="18" charset="2"/>
              <a:buNone/>
            </a:pPr>
            <a:r>
              <a:rPr lang="zh-TW" altLang="en-US" sz="4000" dirty="0">
                <a:latin typeface="+mj-ea"/>
                <a:ea typeface="+mj-ea"/>
              </a:rPr>
              <a:t>學習</a:t>
            </a:r>
            <a:r>
              <a:rPr kumimoji="0" lang="zh-TW" altLang="en-US" sz="4000" dirty="0">
                <a:latin typeface="+mj-ea"/>
                <a:ea typeface="+mj-ea"/>
              </a:rPr>
              <a:t>進度表</a:t>
            </a:r>
            <a:endParaRPr kumimoji="0" lang="en-US" sz="4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7472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4" name="Text Box 74">
            <a:extLst>
              <a:ext uri="{FF2B5EF4-FFF2-40B4-BE49-F238E27FC236}">
                <a16:creationId xmlns:a16="http://schemas.microsoft.com/office/drawing/2014/main" id="{6E20519D-31A8-2CA0-FD69-CCB990F4D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359" y="193132"/>
            <a:ext cx="805627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►"/>
              <a:defRPr kumimoji="1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▪"/>
              <a:defRPr sz="16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▪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Font typeface="Wingdings 2" panose="05020102010507070707" pitchFamily="18" charset="2"/>
              <a:buChar char="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just">
              <a:spcBef>
                <a:spcPct val="50000"/>
              </a:spcBef>
              <a:buSzTx/>
              <a:buFontTx/>
              <a:buNone/>
            </a:pPr>
            <a:r>
              <a:rPr kumimoji="0" lang="en-US" altLang="zh-TW" sz="4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LP</a:t>
            </a:r>
            <a:r>
              <a:rPr kumimoji="0" lang="zh-TW" altLang="en-US" sz="4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保養流程</a:t>
            </a:r>
            <a:endParaRPr kumimoji="0" lang="en-US" altLang="zh-TW" sz="400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A8633D6-00C5-D2ED-41FB-566082CE4464}"/>
              </a:ext>
            </a:extLst>
          </p:cNvPr>
          <p:cNvSpPr txBox="1"/>
          <p:nvPr/>
        </p:nvSpPr>
        <p:spPr bwMode="auto">
          <a:xfrm>
            <a:off x="503759" y="3098048"/>
            <a:ext cx="7585218" cy="2951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 algn="l" rtl="0" fontAlgn="base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裝上治具將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Manifold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放上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(TEOS 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加裝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Manifold cover)</a:t>
            </a:r>
            <a:endParaRPr lang="en-US" altLang="zh-TW" sz="180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l" rtl="0" fontAlgn="base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準備好乾淨</a:t>
            </a:r>
            <a:r>
              <a:rPr 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的外管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TC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Injector</a:t>
            </a:r>
            <a:r>
              <a:rPr 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以及冷卻</a:t>
            </a:r>
            <a:r>
              <a:rPr lang="zh-TW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水管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裝上</a:t>
            </a:r>
            <a:endParaRPr lang="en-US" altLang="zh-TW" sz="180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l" rtl="0" fontAlgn="base">
              <a:lnSpc>
                <a:spcPct val="150000"/>
              </a:lnSpc>
              <a:buFont typeface="+mj-lt"/>
              <a:buAutoNum type="arabicPeriod"/>
            </a:pPr>
            <a:r>
              <a:rPr 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擺上內管治具 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Free</a:t>
            </a:r>
            <a:r>
              <a:rPr 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→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Lock</a:t>
            </a:r>
            <a:r>
              <a:rPr 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裝上內管</a:t>
            </a: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TW" altLang="en-US" sz="1800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未裝管前確認是否在 </a:t>
            </a:r>
            <a:r>
              <a:rPr lang="en-US" altLang="zh-TW" sz="1800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Free</a:t>
            </a:r>
            <a:r>
              <a:rPr lang="zh-TW" altLang="en-US" sz="1800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位</a:t>
            </a: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</a:t>
            </a:r>
          </a:p>
          <a:p>
            <a:pPr marL="342900" indent="-342900" algn="l" rtl="0" fontAlgn="base">
              <a:lnSpc>
                <a:spcPct val="150000"/>
              </a:lnSpc>
              <a:buFont typeface="+mj-lt"/>
              <a:buAutoNum type="arabicPeriod"/>
            </a:pPr>
            <a:r>
              <a:rPr 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裝上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Injector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pressure bellow</a:t>
            </a:r>
            <a:endParaRPr lang="en-US" sz="180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fontAlgn="base">
              <a:lnSpc>
                <a:spcPct val="150000"/>
              </a:lnSpc>
              <a:buFont typeface="+mj-lt"/>
              <a:buAutoNum type="arabicPeriod"/>
            </a:pPr>
            <a:endParaRPr lang="en-US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l" rtl="0" fontAlgn="base">
              <a:lnSpc>
                <a:spcPct val="150000"/>
              </a:lnSpc>
              <a:buFont typeface="+mj-lt"/>
              <a:buAutoNum type="arabicPeriod"/>
            </a:pPr>
            <a:endParaRPr lang="en-US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l" rtl="0" fontAlgn="base">
              <a:lnSpc>
                <a:spcPct val="150000"/>
              </a:lnSpc>
            </a:pPr>
            <a:endParaRPr lang="en-US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EF92C8E-10BC-2F8F-1CFC-16AD8B878B22}"/>
              </a:ext>
            </a:extLst>
          </p:cNvPr>
          <p:cNvSpPr txBox="1"/>
          <p:nvPr/>
        </p:nvSpPr>
        <p:spPr bwMode="auto">
          <a:xfrm>
            <a:off x="7637529" y="1388531"/>
            <a:ext cx="4040530" cy="4197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marL="342900" indent="-342900" algn="l" rtl="0" fontAlgn="base">
              <a:lnSpc>
                <a:spcPct val="150000"/>
              </a:lnSpc>
              <a:buFont typeface="+mj-lt"/>
              <a:buAutoNum type="arabicPeriod"/>
            </a:pP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Cap 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升</a:t>
            </a:r>
            <a:r>
              <a:rPr 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上去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進行 </a:t>
            </a: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low temp 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Purge</a:t>
            </a:r>
            <a:r>
              <a:rPr 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altLang="zh-TW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l" rtl="0" fontAlgn="base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操作區 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T-BAWL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傳送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確認</a:t>
            </a:r>
            <a:r>
              <a:rPr lang="en-US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​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l" rtl="0" fontAlgn="base">
              <a:lnSpc>
                <a:spcPct val="150000"/>
              </a:lnSpc>
              <a:buFont typeface="+mj-lt"/>
              <a:buAutoNum type="arabicPeriod"/>
            </a:pPr>
            <a:r>
              <a:rPr 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低溫測漏 </a:t>
            </a:r>
            <a:endParaRPr lang="en-US" altLang="zh-TW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l" rtl="0" fontAlgn="base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將 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Boat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升</a:t>
            </a:r>
            <a:r>
              <a:rPr 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上去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進行</a:t>
            </a: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High temp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Purge</a:t>
            </a:r>
            <a:r>
              <a:rPr lang="en-US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​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l" rtl="0" fontAlgn="base">
              <a:lnSpc>
                <a:spcPct val="150000"/>
              </a:lnSpc>
              <a:buFont typeface="+mj-lt"/>
              <a:buAutoNum type="arabicPeriod"/>
            </a:pPr>
            <a:r>
              <a:rPr 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高溫測漏 </a:t>
            </a:r>
            <a:endParaRPr lang="en-US" altLang="zh-TW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l" rtl="0" fontAlgn="base">
              <a:lnSpc>
                <a:spcPct val="150000"/>
              </a:lnSpc>
              <a:buFont typeface="+mj-lt"/>
              <a:buAutoNum type="arabicPeriod"/>
            </a:pPr>
            <a:r>
              <a:rPr 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裝上</a:t>
            </a: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Shutter</a:t>
            </a:r>
            <a:r>
              <a:rPr lang="en-US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​</a:t>
            </a:r>
            <a:r>
              <a:rPr lang="zh-TW" altLang="en-US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、背板復歸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l" rtl="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Run </a:t>
            </a: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Auto</a:t>
            </a:r>
            <a:r>
              <a:rPr 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程式</a:t>
            </a:r>
            <a:endParaRPr lang="en-US" altLang="zh-TW" sz="180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(Poly-coating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TEOS and Nitride-PG)</a:t>
            </a:r>
          </a:p>
          <a:p>
            <a:pPr marL="342900" indent="-342900" algn="l" rtl="0" fontAlgn="base">
              <a:lnSpc>
                <a:spcPct val="150000"/>
              </a:lnSpc>
              <a:buFont typeface="+mj-lt"/>
              <a:buAutoNum type="arabicPeriod" startAt="8"/>
            </a:pPr>
            <a:r>
              <a:rPr lang="zh-TW" altLang="en-US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後續進行 </a:t>
            </a:r>
            <a:r>
              <a:rPr lang="en-US" altLang="zh-TW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test run</a:t>
            </a:r>
            <a:r>
              <a:rPr lang="en-US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​</a:t>
            </a:r>
          </a:p>
          <a:p>
            <a:pPr marL="342900" indent="-342900" algn="l" rtl="0" fontAlgn="base">
              <a:lnSpc>
                <a:spcPct val="150000"/>
              </a:lnSpc>
              <a:buFont typeface="+mj-lt"/>
              <a:buAutoNum type="arabicPeriod" startAt="8"/>
            </a:pPr>
            <a:r>
              <a:rPr kumimoji="0"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測機沒問題後 </a:t>
            </a:r>
            <a:r>
              <a:rPr kumimoji="0"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release</a:t>
            </a:r>
            <a:endParaRPr kumimoji="0" 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71029F7-FF98-1976-8F18-23ED4F017DCB}"/>
              </a:ext>
            </a:extLst>
          </p:cNvPr>
          <p:cNvSpPr txBox="1"/>
          <p:nvPr/>
        </p:nvSpPr>
        <p:spPr>
          <a:xfrm>
            <a:off x="506359" y="1008757"/>
            <a:ext cx="31400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2000" dirty="0">
                <a:solidFill>
                  <a:srgbClr val="FF0000"/>
                </a:solidFill>
              </a:rPr>
              <a:t>前置作業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475E858-24A7-BDC1-F1B2-50E39A3B5B45}"/>
              </a:ext>
            </a:extLst>
          </p:cNvPr>
          <p:cNvSpPr txBox="1"/>
          <p:nvPr/>
        </p:nvSpPr>
        <p:spPr>
          <a:xfrm>
            <a:off x="503759" y="1392122"/>
            <a:ext cx="6094562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確認機台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是否掛</a:t>
            </a: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PM</a:t>
            </a:r>
            <a:r>
              <a:rPr lang="zh-TW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altLang="zh-TW" sz="180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285750" indent="-285750" algn="l" rtl="0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確認是否都在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P01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位置</a:t>
            </a:r>
            <a:endParaRPr lang="en-US" altLang="zh-TW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285750" indent="-285750" algn="l" rtl="0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確認程式是否有在 </a:t>
            </a:r>
            <a:r>
              <a:rPr lang="en-US" altLang="zh-TW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run</a:t>
            </a:r>
            <a:r>
              <a:rPr lang="zh-TW" altLang="en-US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貨</a:t>
            </a:r>
            <a:r>
              <a:rPr lang="en-US" altLang="zh-TW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​</a:t>
            </a:r>
            <a:endParaRPr lang="en-US" altLang="zh-TW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1ED4906-3F69-B008-40AA-6D7EC9B9DBFA}"/>
              </a:ext>
            </a:extLst>
          </p:cNvPr>
          <p:cNvSpPr txBox="1"/>
          <p:nvPr/>
        </p:nvSpPr>
        <p:spPr>
          <a:xfrm>
            <a:off x="506359" y="2697938"/>
            <a:ext cx="31400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2000" dirty="0">
                <a:solidFill>
                  <a:srgbClr val="00B0F0"/>
                </a:solidFill>
              </a:rPr>
              <a:t>裝管作業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4244765-643D-FF3F-EA2C-F6A0242B7E44}"/>
              </a:ext>
            </a:extLst>
          </p:cNvPr>
          <p:cNvSpPr txBox="1"/>
          <p:nvPr/>
        </p:nvSpPr>
        <p:spPr>
          <a:xfrm>
            <a:off x="503759" y="5187339"/>
            <a:ext cx="6794188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rtl="0" fontAlgn="base">
              <a:lnSpc>
                <a:spcPct val="150000"/>
              </a:lnSpc>
              <a:buFont typeface="+mj-lt"/>
              <a:buAutoNum type="arabicPeriod"/>
            </a:pPr>
            <a:r>
              <a:rPr lang="zh-TW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裝上</a:t>
            </a: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Pipe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、擦拭</a:t>
            </a:r>
            <a:r>
              <a:rPr lang="zh-TW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賓士盤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、刷洗 </a:t>
            </a: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Cap (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Nitride 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清轉子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endParaRPr lang="en-US" altLang="zh-TW" sz="180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l" rtl="0" fontAlgn="base">
              <a:lnSpc>
                <a:spcPct val="150000"/>
              </a:lnSpc>
              <a:buFont typeface="+mj-lt"/>
              <a:buAutoNum type="arabicPeriod"/>
            </a:pPr>
            <a:r>
              <a:rPr lang="zh-TW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將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乾淨</a:t>
            </a:r>
            <a:r>
              <a:rPr lang="zh-TW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</a:t>
            </a: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Boat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Pedestal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TW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裝上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並進行承接校正</a:t>
            </a:r>
            <a:r>
              <a:rPr lang="en-US" altLang="zh-TW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​</a:t>
            </a:r>
          </a:p>
          <a:p>
            <a:pPr marL="342900" indent="-342900" fontAlgn="base">
              <a:lnSpc>
                <a:spcPct val="150000"/>
              </a:lnSpc>
              <a:buFont typeface="+mj-lt"/>
              <a:buAutoNum type="arabicPeriod"/>
            </a:pPr>
            <a:r>
              <a:rPr lang="zh-TW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確認</a:t>
            </a: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Cap 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壓縮亮燈及 </a:t>
            </a: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Boat</a:t>
            </a:r>
            <a:r>
              <a:rPr lang="zh-TW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Rotate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TW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刮管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測試</a:t>
            </a:r>
            <a:endParaRPr lang="en-US" altLang="zh-TW" sz="180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fontAlgn="base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確認調整</a:t>
            </a: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Boat Lock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(M05)</a:t>
            </a:r>
            <a:r>
              <a:rPr lang="zh-TW" altLang="zh-TW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的定位</a:t>
            </a:r>
            <a:r>
              <a:rPr lang="zh-TW" alt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是否在中心點</a:t>
            </a:r>
            <a:r>
              <a:rPr lang="en-US" altLang="zh-TW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​</a:t>
            </a:r>
            <a:endParaRPr lang="en-US" altLang="zh-TW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0A82321-5DDC-74F2-C485-A266631DDC4E}"/>
              </a:ext>
            </a:extLst>
          </p:cNvPr>
          <p:cNvSpPr txBox="1"/>
          <p:nvPr/>
        </p:nvSpPr>
        <p:spPr>
          <a:xfrm>
            <a:off x="503759" y="4894968"/>
            <a:ext cx="31400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周邊作業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78AA7C4-0DB8-3A25-BEEC-DFE234DBBEBC}"/>
              </a:ext>
            </a:extLst>
          </p:cNvPr>
          <p:cNvSpPr txBox="1"/>
          <p:nvPr/>
        </p:nvSpPr>
        <p:spPr>
          <a:xfrm>
            <a:off x="7637529" y="1011569"/>
            <a:ext cx="31400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2000" dirty="0">
                <a:solidFill>
                  <a:srgbClr val="00B050"/>
                </a:solidFill>
              </a:rPr>
              <a:t>壓力測試作業</a:t>
            </a:r>
          </a:p>
        </p:txBody>
      </p:sp>
      <p:sp>
        <p:nvSpPr>
          <p:cNvPr id="5" name="投影片編號版面配置區 2">
            <a:extLst>
              <a:ext uri="{FF2B5EF4-FFF2-40B4-BE49-F238E27FC236}">
                <a16:creationId xmlns:a16="http://schemas.microsoft.com/office/drawing/2014/main" id="{A76DB094-508B-8BF3-FF16-C5D4485F1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00775"/>
            <a:ext cx="609600" cy="457200"/>
          </a:xfrm>
        </p:spPr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5869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B64CE1D7-0994-8567-D681-A6B43E422F8B}"/>
              </a:ext>
            </a:extLst>
          </p:cNvPr>
          <p:cNvGrpSpPr/>
          <p:nvPr/>
        </p:nvGrpSpPr>
        <p:grpSpPr>
          <a:xfrm>
            <a:off x="663187" y="1353918"/>
            <a:ext cx="2449514" cy="4633913"/>
            <a:chOff x="1590267" y="1703168"/>
            <a:chExt cx="2449514" cy="4633913"/>
          </a:xfrm>
        </p:grpSpPr>
        <p:sp>
          <p:nvSpPr>
            <p:cNvPr id="20493" name="Text Box 50">
              <a:extLst>
                <a:ext uri="{FF2B5EF4-FFF2-40B4-BE49-F238E27FC236}">
                  <a16:creationId xmlns:a16="http://schemas.microsoft.com/office/drawing/2014/main" id="{C1103F0D-06F4-B7AC-1005-036AB5AC8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7618" y="5735419"/>
              <a:ext cx="792163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75000"/>
                <a:buFont typeface="Arial" panose="020B0604020202020204" pitchFamily="34" charset="0"/>
                <a:buChar char="►"/>
                <a:defRPr kumimoji="1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▪"/>
                <a:defRPr sz="16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▪"/>
                <a:defRPr sz="14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3pPr>
              <a:lvl4pPr marL="1600200" indent="-228600">
                <a:spcBef>
                  <a:spcPct val="20000"/>
                </a:spcBef>
                <a:buFont typeface="Wingdings 2" panose="05020102010507070707" pitchFamily="18" charset="2"/>
                <a:buChar char=""/>
                <a:defRPr sz="14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>
                <a:spcBef>
                  <a:spcPct val="50000"/>
                </a:spcBef>
                <a:buSzTx/>
                <a:buFontTx/>
                <a:buNone/>
              </a:pPr>
              <a:r>
                <a:rPr kumimoji="0" lang="en-US" altLang="zh-TW" sz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N2;120</a:t>
              </a: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4883B25B-AE3B-C7C7-C29A-1929FAC33FF3}"/>
                </a:ext>
              </a:extLst>
            </p:cNvPr>
            <p:cNvGrpSpPr/>
            <p:nvPr/>
          </p:nvGrpSpPr>
          <p:grpSpPr>
            <a:xfrm>
              <a:off x="1590267" y="1703168"/>
              <a:ext cx="2097088" cy="4633913"/>
              <a:chOff x="1590267" y="1703168"/>
              <a:chExt cx="2097088" cy="4633913"/>
            </a:xfrm>
          </p:grpSpPr>
          <p:pic>
            <p:nvPicPr>
              <p:cNvPr id="20482" name="Picture 14">
                <a:extLst>
                  <a:ext uri="{FF2B5EF4-FFF2-40B4-BE49-F238E27FC236}">
                    <a16:creationId xmlns:a16="http://schemas.microsoft.com/office/drawing/2014/main" id="{F2F58CCD-620F-4652-42DA-F3864CB7D8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90267" y="1990506"/>
                <a:ext cx="2097088" cy="37195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483" name="Rectangle 15">
                <a:extLst>
                  <a:ext uri="{FF2B5EF4-FFF2-40B4-BE49-F238E27FC236}">
                    <a16:creationId xmlns:a16="http://schemas.microsoft.com/office/drawing/2014/main" id="{B1D1543E-1EA0-6715-0E60-1F998DABD6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01568" y="2422305"/>
                <a:ext cx="36513" cy="34559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75000"/>
                  <a:buFont typeface="Arial" panose="020B0604020202020204" pitchFamily="34" charset="0"/>
                  <a:buChar char="►"/>
                  <a:defRPr kumimoji="1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6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Wingdings 2" panose="05020102010507070707" pitchFamily="18" charset="2"/>
                  <a:buChar char="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kumimoji="0" lang="zh-TW" altLang="en-US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20484" name="Rectangle 16">
                <a:extLst>
                  <a:ext uri="{FF2B5EF4-FFF2-40B4-BE49-F238E27FC236}">
                    <a16:creationId xmlns:a16="http://schemas.microsoft.com/office/drawing/2014/main" id="{30C86F60-4EE1-5D96-0903-3975D7AC6C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3505" y="2422305"/>
                <a:ext cx="36512" cy="34559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75000"/>
                  <a:buFont typeface="Arial" panose="020B0604020202020204" pitchFamily="34" charset="0"/>
                  <a:buChar char="►"/>
                  <a:defRPr kumimoji="1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6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Wingdings 2" panose="05020102010507070707" pitchFamily="18" charset="2"/>
                  <a:buChar char="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kumimoji="0" lang="zh-TW" altLang="en-US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20485" name="Rectangle 20">
                <a:extLst>
                  <a:ext uri="{FF2B5EF4-FFF2-40B4-BE49-F238E27FC236}">
                    <a16:creationId xmlns:a16="http://schemas.microsoft.com/office/drawing/2014/main" id="{D1518C04-88D8-0ED7-9320-3972F91BA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6031" y="4727355"/>
                <a:ext cx="7937" cy="93503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75000"/>
                  <a:buFont typeface="Arial" panose="020B0604020202020204" pitchFamily="34" charset="0"/>
                  <a:buChar char="►"/>
                  <a:defRPr kumimoji="1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6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Wingdings 2" panose="05020102010507070707" pitchFamily="18" charset="2"/>
                  <a:buChar char="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kumimoji="0" lang="zh-TW" altLang="en-US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20486" name="Rectangle 21">
                <a:extLst>
                  <a:ext uri="{FF2B5EF4-FFF2-40B4-BE49-F238E27FC236}">
                    <a16:creationId xmlns:a16="http://schemas.microsoft.com/office/drawing/2014/main" id="{F278AB6B-668B-1249-FA08-1A3C25097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0130" y="3214468"/>
                <a:ext cx="17462" cy="273526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75000"/>
                  <a:buFont typeface="Arial" panose="020B0604020202020204" pitchFamily="34" charset="0"/>
                  <a:buChar char="►"/>
                  <a:defRPr kumimoji="1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6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Wingdings 2" panose="05020102010507070707" pitchFamily="18" charset="2"/>
                  <a:buChar char="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kumimoji="0" lang="zh-TW" altLang="en-US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20487" name="Rectangle 22">
                <a:extLst>
                  <a:ext uri="{FF2B5EF4-FFF2-40B4-BE49-F238E27FC236}">
                    <a16:creationId xmlns:a16="http://schemas.microsoft.com/office/drawing/2014/main" id="{B55A2F9D-1CE1-C582-E833-EECB2EE014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9405" y="4438430"/>
                <a:ext cx="17462" cy="151130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75000"/>
                  <a:buFont typeface="Arial" panose="020B0604020202020204" pitchFamily="34" charset="0"/>
                  <a:buChar char="►"/>
                  <a:defRPr kumimoji="1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6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Wingdings 2" panose="05020102010507070707" pitchFamily="18" charset="2"/>
                  <a:buChar char="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kumimoji="0" lang="zh-TW" altLang="en-US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20488" name="Rectangle 31">
                <a:extLst>
                  <a:ext uri="{FF2B5EF4-FFF2-40B4-BE49-F238E27FC236}">
                    <a16:creationId xmlns:a16="http://schemas.microsoft.com/office/drawing/2014/main" id="{8FCD7422-B446-E7F8-4E06-4728DAE54D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020000">
                <a:off x="3300005" y="5619530"/>
                <a:ext cx="17462" cy="21590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75000"/>
                  <a:buFont typeface="Arial" panose="020B0604020202020204" pitchFamily="34" charset="0"/>
                  <a:buChar char="►"/>
                  <a:defRPr kumimoji="1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6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Wingdings 2" panose="05020102010507070707" pitchFamily="18" charset="2"/>
                  <a:buChar char="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kumimoji="0" lang="zh-TW" altLang="en-US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20489" name="Rectangle 34">
                <a:extLst>
                  <a:ext uri="{FF2B5EF4-FFF2-40B4-BE49-F238E27FC236}">
                    <a16:creationId xmlns:a16="http://schemas.microsoft.com/office/drawing/2014/main" id="{3E75C227-E333-6130-6256-1A4A6616B8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020000">
                <a:off x="3101568" y="5878293"/>
                <a:ext cx="17463" cy="21590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75000"/>
                  <a:buFont typeface="Arial" panose="020B0604020202020204" pitchFamily="34" charset="0"/>
                  <a:buChar char="►"/>
                  <a:defRPr kumimoji="1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6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Wingdings 2" panose="05020102010507070707" pitchFamily="18" charset="2"/>
                  <a:buChar char="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kumimoji="0" lang="zh-TW" altLang="en-US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20490" name="Rectangle 36">
                <a:extLst>
                  <a:ext uri="{FF2B5EF4-FFF2-40B4-BE49-F238E27FC236}">
                    <a16:creationId xmlns:a16="http://schemas.microsoft.com/office/drawing/2014/main" id="{99995E97-E864-7E80-2A73-DAB31CD958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3120000">
                <a:off x="2121286" y="5852099"/>
                <a:ext cx="17462" cy="21590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75000"/>
                  <a:buFont typeface="Arial" panose="020B0604020202020204" pitchFamily="34" charset="0"/>
                  <a:buChar char="►"/>
                  <a:defRPr kumimoji="1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6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Wingdings 2" panose="05020102010507070707" pitchFamily="18" charset="2"/>
                  <a:buChar char="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kumimoji="0" lang="zh-TW" altLang="en-US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20491" name="Rectangle 37">
                <a:extLst>
                  <a:ext uri="{FF2B5EF4-FFF2-40B4-BE49-F238E27FC236}">
                    <a16:creationId xmlns:a16="http://schemas.microsoft.com/office/drawing/2014/main" id="{69BF86F5-3A03-BF8F-E1E1-8435F07B37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3120000">
                <a:off x="2219711" y="5912424"/>
                <a:ext cx="17462" cy="21590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75000"/>
                  <a:buFont typeface="Arial" panose="020B0604020202020204" pitchFamily="34" charset="0"/>
                  <a:buChar char="►"/>
                  <a:defRPr kumimoji="1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6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Wingdings 2" panose="05020102010507070707" pitchFamily="18" charset="2"/>
                  <a:buChar char="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kumimoji="0" lang="zh-TW" altLang="en-US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20492" name="Rectangle 39">
                <a:extLst>
                  <a:ext uri="{FF2B5EF4-FFF2-40B4-BE49-F238E27FC236}">
                    <a16:creationId xmlns:a16="http://schemas.microsoft.com/office/drawing/2014/main" id="{91279710-3744-8F16-98A0-6F6F06961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2068" y="2350868"/>
                <a:ext cx="1152525" cy="1444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75000"/>
                  <a:buFont typeface="Arial" panose="020B0604020202020204" pitchFamily="34" charset="0"/>
                  <a:buChar char="►"/>
                  <a:defRPr kumimoji="1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6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Wingdings 2" panose="05020102010507070707" pitchFamily="18" charset="2"/>
                  <a:buChar char="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kumimoji="0" lang="zh-TW" altLang="en-US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20494" name="Text Box 51">
                <a:extLst>
                  <a:ext uri="{FF2B5EF4-FFF2-40B4-BE49-F238E27FC236}">
                    <a16:creationId xmlns:a16="http://schemas.microsoft.com/office/drawing/2014/main" id="{AC995019-006C-D53F-ED03-51BFCEA356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4230" y="6022755"/>
                <a:ext cx="863600" cy="2746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75000"/>
                  <a:buFont typeface="Arial" panose="020B0604020202020204" pitchFamily="34" charset="0"/>
                  <a:buChar char="►"/>
                  <a:defRPr kumimoji="1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6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Wingdings 2" panose="05020102010507070707" pitchFamily="18" charset="2"/>
                  <a:buChar char="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>
                  <a:spcBef>
                    <a:spcPct val="50000"/>
                  </a:spcBef>
                  <a:buSzTx/>
                  <a:buFontTx/>
                  <a:buNone/>
                </a:pPr>
                <a:r>
                  <a:rPr kumimoji="0" lang="en-US" altLang="zh-TW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SIH4;950</a:t>
                </a:r>
              </a:p>
            </p:txBody>
          </p:sp>
          <p:sp>
            <p:nvSpPr>
              <p:cNvPr id="20495" name="Text Box 52">
                <a:extLst>
                  <a:ext uri="{FF2B5EF4-FFF2-40B4-BE49-F238E27FC236}">
                    <a16:creationId xmlns:a16="http://schemas.microsoft.com/office/drawing/2014/main" id="{699F3F81-468D-52A4-0F31-7936E4C136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6342" y="6062444"/>
                <a:ext cx="865188" cy="2746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75000"/>
                  <a:buFont typeface="Arial" panose="020B0604020202020204" pitchFamily="34" charset="0"/>
                  <a:buChar char="►"/>
                  <a:defRPr kumimoji="1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6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Wingdings 2" panose="05020102010507070707" pitchFamily="18" charset="2"/>
                  <a:buChar char="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>
                  <a:spcBef>
                    <a:spcPct val="50000"/>
                  </a:spcBef>
                  <a:buSzTx/>
                  <a:buFontTx/>
                  <a:buNone/>
                </a:pPr>
                <a:r>
                  <a:rPr kumimoji="0" lang="en-US" altLang="zh-TW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SIH4;310</a:t>
                </a:r>
              </a:p>
            </p:txBody>
          </p:sp>
          <p:sp>
            <p:nvSpPr>
              <p:cNvPr id="20496" name="Text Box 53">
                <a:extLst>
                  <a:ext uri="{FF2B5EF4-FFF2-40B4-BE49-F238E27FC236}">
                    <a16:creationId xmlns:a16="http://schemas.microsoft.com/office/drawing/2014/main" id="{A83C9E6B-6824-847C-2127-D56BFBA3AF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90268" y="5911630"/>
                <a:ext cx="576263" cy="2746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75000"/>
                  <a:buFont typeface="Arial" panose="020B0604020202020204" pitchFamily="34" charset="0"/>
                  <a:buChar char="►"/>
                  <a:defRPr kumimoji="1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6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Wingdings 2" panose="05020102010507070707" pitchFamily="18" charset="2"/>
                  <a:buChar char="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>
                  <a:spcBef>
                    <a:spcPct val="50000"/>
                  </a:spcBef>
                  <a:buSzTx/>
                  <a:buFontTx/>
                  <a:buNone/>
                </a:pPr>
                <a:r>
                  <a:rPr kumimoji="0" lang="en-US" altLang="zh-TW" sz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PRE.</a:t>
                </a:r>
              </a:p>
            </p:txBody>
          </p:sp>
          <p:sp>
            <p:nvSpPr>
              <p:cNvPr id="20509" name="Text Box 68">
                <a:extLst>
                  <a:ext uri="{FF2B5EF4-FFF2-40B4-BE49-F238E27FC236}">
                    <a16:creationId xmlns:a16="http://schemas.microsoft.com/office/drawing/2014/main" id="{B6B8C29A-E1C8-70CD-C729-6DF8D4BA74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6530" y="1703168"/>
                <a:ext cx="1008062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75000"/>
                  <a:buFont typeface="Arial" panose="020B0604020202020204" pitchFamily="34" charset="0"/>
                  <a:buChar char="►"/>
                  <a:defRPr kumimoji="1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6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Wingdings 2" panose="05020102010507070707" pitchFamily="18" charset="2"/>
                  <a:buChar char="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 algn="ctr">
                  <a:spcBef>
                    <a:spcPct val="50000"/>
                  </a:spcBef>
                  <a:buSzTx/>
                  <a:buFontTx/>
                  <a:buNone/>
                </a:pPr>
                <a:r>
                  <a:rPr kumimoji="0" lang="en-US" altLang="zh-TW" sz="1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POLY</a:t>
                </a:r>
              </a:p>
            </p:txBody>
          </p:sp>
        </p:grp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B19F9934-458E-D8C8-63D5-AAE7F884214E}"/>
              </a:ext>
            </a:extLst>
          </p:cNvPr>
          <p:cNvGrpSpPr/>
          <p:nvPr/>
        </p:nvGrpSpPr>
        <p:grpSpPr>
          <a:xfrm>
            <a:off x="3311117" y="1464539"/>
            <a:ext cx="2578100" cy="4516438"/>
            <a:chOff x="3966756" y="1774605"/>
            <a:chExt cx="2578100" cy="4516438"/>
          </a:xfrm>
        </p:grpSpPr>
        <p:pic>
          <p:nvPicPr>
            <p:cNvPr id="20497" name="Picture 56">
              <a:extLst>
                <a:ext uri="{FF2B5EF4-FFF2-40B4-BE49-F238E27FC236}">
                  <a16:creationId xmlns:a16="http://schemas.microsoft.com/office/drawing/2014/main" id="{9B907989-0671-38CE-E252-24A7E37471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6756" y="2061944"/>
              <a:ext cx="2238375" cy="402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99" name="Text Box 58">
              <a:extLst>
                <a:ext uri="{FF2B5EF4-FFF2-40B4-BE49-F238E27FC236}">
                  <a16:creationId xmlns:a16="http://schemas.microsoft.com/office/drawing/2014/main" id="{5CE06545-70F1-140C-05C5-E268C3FE4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6443" y="5925919"/>
              <a:ext cx="576263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75000"/>
                <a:buFont typeface="Arial" panose="020B0604020202020204" pitchFamily="34" charset="0"/>
                <a:buChar char="►"/>
                <a:defRPr kumimoji="1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▪"/>
                <a:defRPr sz="16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▪"/>
                <a:defRPr sz="14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3pPr>
              <a:lvl4pPr marL="1600200" indent="-228600">
                <a:spcBef>
                  <a:spcPct val="20000"/>
                </a:spcBef>
                <a:buFont typeface="Wingdings 2" panose="05020102010507070707" pitchFamily="18" charset="2"/>
                <a:buChar char=""/>
                <a:defRPr sz="14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>
                <a:spcBef>
                  <a:spcPct val="50000"/>
                </a:spcBef>
                <a:buSzTx/>
                <a:buFontTx/>
                <a:buNone/>
              </a:pPr>
              <a:r>
                <a:rPr kumimoji="0" lang="en-US" altLang="zh-TW" sz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PRE.</a:t>
              </a:r>
            </a:p>
          </p:txBody>
        </p:sp>
        <p:sp>
          <p:nvSpPr>
            <p:cNvPr id="20501" name="Text Box 60">
              <a:extLst>
                <a:ext uri="{FF2B5EF4-FFF2-40B4-BE49-F238E27FC236}">
                  <a16:creationId xmlns:a16="http://schemas.microsoft.com/office/drawing/2014/main" id="{962516A6-6732-4ECB-8378-2808BDC610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5781" y="6016405"/>
              <a:ext cx="72072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75000"/>
                <a:buFont typeface="Arial" panose="020B0604020202020204" pitchFamily="34" charset="0"/>
                <a:buChar char="►"/>
                <a:defRPr kumimoji="1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▪"/>
                <a:defRPr sz="16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▪"/>
                <a:defRPr sz="14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3pPr>
              <a:lvl4pPr marL="1600200" indent="-228600">
                <a:spcBef>
                  <a:spcPct val="20000"/>
                </a:spcBef>
                <a:buFont typeface="Wingdings 2" panose="05020102010507070707" pitchFamily="18" charset="2"/>
                <a:buChar char=""/>
                <a:defRPr sz="14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>
                <a:spcBef>
                  <a:spcPct val="50000"/>
                </a:spcBef>
                <a:buSzTx/>
                <a:buFontTx/>
                <a:buNone/>
              </a:pPr>
              <a:r>
                <a:rPr kumimoji="0" lang="en-US" altLang="zh-TW" sz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NH3;25</a:t>
              </a:r>
            </a:p>
          </p:txBody>
        </p:sp>
        <p:sp>
          <p:nvSpPr>
            <p:cNvPr id="20502" name="Text Box 61">
              <a:extLst>
                <a:ext uri="{FF2B5EF4-FFF2-40B4-BE49-F238E27FC236}">
                  <a16:creationId xmlns:a16="http://schemas.microsoft.com/office/drawing/2014/main" id="{2E146A9B-401F-77BB-259E-21E235C2CD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24105" y="5951319"/>
              <a:ext cx="792162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75000"/>
                <a:buFont typeface="Arial" panose="020B0604020202020204" pitchFamily="34" charset="0"/>
                <a:buChar char="►"/>
                <a:defRPr kumimoji="1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▪"/>
                <a:defRPr sz="16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▪"/>
                <a:defRPr sz="14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3pPr>
              <a:lvl4pPr marL="1600200" indent="-228600">
                <a:spcBef>
                  <a:spcPct val="20000"/>
                </a:spcBef>
                <a:buFont typeface="Wingdings 2" panose="05020102010507070707" pitchFamily="18" charset="2"/>
                <a:buChar char=""/>
                <a:defRPr sz="14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>
                <a:spcBef>
                  <a:spcPct val="50000"/>
                </a:spcBef>
                <a:buSzTx/>
                <a:buFontTx/>
                <a:buNone/>
              </a:pPr>
              <a:r>
                <a:rPr kumimoji="0" lang="en-US" altLang="zh-TW" sz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SIH4;45</a:t>
              </a:r>
            </a:p>
          </p:txBody>
        </p:sp>
        <p:sp>
          <p:nvSpPr>
            <p:cNvPr id="20503" name="Text Box 62">
              <a:extLst>
                <a:ext uri="{FF2B5EF4-FFF2-40B4-BE49-F238E27FC236}">
                  <a16:creationId xmlns:a16="http://schemas.microsoft.com/office/drawing/2014/main" id="{FF83D96D-83A2-3DE4-74BE-2BDEE04AFB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2693" y="5713194"/>
              <a:ext cx="792163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75000"/>
                <a:buFont typeface="Arial" panose="020B0604020202020204" pitchFamily="34" charset="0"/>
                <a:buChar char="►"/>
                <a:defRPr kumimoji="1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▪"/>
                <a:defRPr sz="16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▪"/>
                <a:defRPr sz="14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3pPr>
              <a:lvl4pPr marL="1600200" indent="-228600">
                <a:spcBef>
                  <a:spcPct val="20000"/>
                </a:spcBef>
                <a:buFont typeface="Wingdings 2" panose="05020102010507070707" pitchFamily="18" charset="2"/>
                <a:buChar char=""/>
                <a:defRPr sz="14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>
                <a:spcBef>
                  <a:spcPct val="50000"/>
                </a:spcBef>
                <a:buSzTx/>
                <a:buFontTx/>
                <a:buNone/>
              </a:pPr>
              <a:r>
                <a:rPr kumimoji="0" lang="en-US" altLang="zh-TW" sz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N2;500</a:t>
              </a:r>
            </a:p>
          </p:txBody>
        </p:sp>
        <p:sp>
          <p:nvSpPr>
            <p:cNvPr id="20510" name="Text Box 69">
              <a:extLst>
                <a:ext uri="{FF2B5EF4-FFF2-40B4-BE49-F238E27FC236}">
                  <a16:creationId xmlns:a16="http://schemas.microsoft.com/office/drawing/2014/main" id="{97A8AB40-E63E-E06C-E11D-19ACE4CE53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3017" y="1774605"/>
              <a:ext cx="12954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75000"/>
                <a:buFont typeface="Arial" panose="020B0604020202020204" pitchFamily="34" charset="0"/>
                <a:buChar char="►"/>
                <a:defRPr kumimoji="1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▪"/>
                <a:defRPr sz="16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▪"/>
                <a:defRPr sz="14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3pPr>
              <a:lvl4pPr marL="1600200" indent="-228600">
                <a:spcBef>
                  <a:spcPct val="20000"/>
                </a:spcBef>
                <a:buFont typeface="Wingdings 2" panose="05020102010507070707" pitchFamily="18" charset="2"/>
                <a:buChar char=""/>
                <a:defRPr sz="14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>
                <a:spcBef>
                  <a:spcPct val="50000"/>
                </a:spcBef>
                <a:buSzTx/>
                <a:buFontTx/>
                <a:buNone/>
              </a:pPr>
              <a:r>
                <a:rPr kumimoji="0" lang="en-US" altLang="zh-TW" sz="1400" dirty="0">
                  <a:solidFill>
                    <a:schemeClr val="tx1"/>
                  </a:solidFill>
                  <a:latin typeface="Arial" panose="020B0604020202020204" pitchFamily="34" charset="0"/>
                </a:rPr>
                <a:t>NITRIDE</a:t>
              </a: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AE4F51A8-7AF9-5155-352C-7EDEA4B93AA1}"/>
              </a:ext>
            </a:extLst>
          </p:cNvPr>
          <p:cNvGrpSpPr/>
          <p:nvPr/>
        </p:nvGrpSpPr>
        <p:grpSpPr>
          <a:xfrm>
            <a:off x="5991531" y="1471853"/>
            <a:ext cx="2695244" cy="4565354"/>
            <a:chOff x="6392455" y="1774605"/>
            <a:chExt cx="2695244" cy="4565354"/>
          </a:xfrm>
        </p:grpSpPr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603CF890-8893-7A1E-8921-59DEE3F00438}"/>
                </a:ext>
              </a:extLst>
            </p:cNvPr>
            <p:cNvGrpSpPr/>
            <p:nvPr/>
          </p:nvGrpSpPr>
          <p:grpSpPr>
            <a:xfrm>
              <a:off x="6392455" y="1774605"/>
              <a:ext cx="2287258" cy="4565354"/>
              <a:chOff x="6392455" y="1774605"/>
              <a:chExt cx="2287258" cy="4565354"/>
            </a:xfrm>
          </p:grpSpPr>
          <p:pic>
            <p:nvPicPr>
              <p:cNvPr id="20498" name="Picture 57">
                <a:extLst>
                  <a:ext uri="{FF2B5EF4-FFF2-40B4-BE49-F238E27FC236}">
                    <a16:creationId xmlns:a16="http://schemas.microsoft.com/office/drawing/2014/main" id="{567699CE-B874-9ACF-1579-ECAF8C10E1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6267" y="2061943"/>
                <a:ext cx="2209800" cy="396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500" name="Text Box 59">
                <a:extLst>
                  <a:ext uri="{FF2B5EF4-FFF2-40B4-BE49-F238E27FC236}">
                    <a16:creationId xmlns:a16="http://schemas.microsoft.com/office/drawing/2014/main" id="{26DDA832-5044-5C43-D8A0-74BD50B411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92455" y="5802094"/>
                <a:ext cx="576262" cy="2746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75000"/>
                  <a:buFont typeface="Arial" panose="020B0604020202020204" pitchFamily="34" charset="0"/>
                  <a:buChar char="►"/>
                  <a:defRPr kumimoji="1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6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Wingdings 2" panose="05020102010507070707" pitchFamily="18" charset="2"/>
                  <a:buChar char="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>
                  <a:spcBef>
                    <a:spcPct val="50000"/>
                  </a:spcBef>
                  <a:buSzTx/>
                  <a:buFontTx/>
                  <a:buNone/>
                </a:pPr>
                <a:r>
                  <a:rPr kumimoji="0" lang="en-US" altLang="zh-TW" sz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PRE.</a:t>
                </a:r>
              </a:p>
            </p:txBody>
          </p:sp>
          <p:sp>
            <p:nvSpPr>
              <p:cNvPr id="20504" name="Text Box 63">
                <a:extLst>
                  <a:ext uri="{FF2B5EF4-FFF2-40B4-BE49-F238E27FC236}">
                    <a16:creationId xmlns:a16="http://schemas.microsoft.com/office/drawing/2014/main" id="{DF4B2936-5F1E-16BE-E4D3-8417EF5BE6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32168" y="5951319"/>
                <a:ext cx="720725" cy="2746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75000"/>
                  <a:buFont typeface="Arial" panose="020B0604020202020204" pitchFamily="34" charset="0"/>
                  <a:buChar char="►"/>
                  <a:defRPr kumimoji="1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6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Wingdings 2" panose="05020102010507070707" pitchFamily="18" charset="2"/>
                  <a:buChar char="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>
                  <a:spcBef>
                    <a:spcPct val="50000"/>
                  </a:spcBef>
                  <a:buSzTx/>
                  <a:buFontTx/>
                  <a:buNone/>
                </a:pPr>
                <a:r>
                  <a:rPr kumimoji="0" lang="en-US" altLang="zh-TW" sz="1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O2;25</a:t>
                </a:r>
              </a:p>
            </p:txBody>
          </p:sp>
          <p:sp>
            <p:nvSpPr>
              <p:cNvPr id="20505" name="Text Box 64">
                <a:extLst>
                  <a:ext uri="{FF2B5EF4-FFF2-40B4-BE49-F238E27FC236}">
                    <a16:creationId xmlns:a16="http://schemas.microsoft.com/office/drawing/2014/main" id="{1814808D-8F88-6A3E-6BAB-B0B0BFA0AC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83106" y="5878294"/>
                <a:ext cx="89660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SzPct val="75000"/>
                  <a:buFont typeface="Arial" panose="020B0604020202020204" pitchFamily="34" charset="0"/>
                  <a:buChar char="►"/>
                  <a:defRPr kumimoji="1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6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Wingdings 2" panose="05020102010507070707" pitchFamily="18" charset="2"/>
                  <a:buChar char="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>
                  <a:spcBef>
                    <a:spcPct val="50000"/>
                  </a:spcBef>
                  <a:buSzTx/>
                  <a:buFontTx/>
                  <a:buNone/>
                </a:pPr>
                <a:r>
                  <a:rPr kumimoji="0" lang="zh-TW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平口</a:t>
                </a:r>
                <a:r>
                  <a:rPr kumimoji="0" lang="en-US" altLang="zh-TW" sz="1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;TEOS</a:t>
                </a:r>
              </a:p>
            </p:txBody>
          </p:sp>
          <p:sp>
            <p:nvSpPr>
              <p:cNvPr id="20511" name="Text Box 70">
                <a:extLst>
                  <a:ext uri="{FF2B5EF4-FFF2-40B4-BE49-F238E27FC236}">
                    <a16:creationId xmlns:a16="http://schemas.microsoft.com/office/drawing/2014/main" id="{27A0DD99-C1A5-0997-BD8B-9438A143A4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63968" y="1774605"/>
                <a:ext cx="1008063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75000"/>
                  <a:buFont typeface="Arial" panose="020B0604020202020204" pitchFamily="34" charset="0"/>
                  <a:buChar char="►"/>
                  <a:defRPr kumimoji="1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6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▪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Wingdings 2" panose="05020102010507070707" pitchFamily="18" charset="2"/>
                  <a:buChar char=""/>
                  <a:defRPr sz="1400">
                    <a:solidFill>
                      <a:srgbClr val="646464"/>
                    </a:solidFill>
                    <a:latin typeface="Arial Unicode MS" pitchFamily="34" charset="-120"/>
                    <a:ea typeface="新細明體" panose="02020500000000000000" pitchFamily="18" charset="-120"/>
                    <a:cs typeface="Arial Unicode MS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rgbClr val="646464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 algn="ctr">
                  <a:spcBef>
                    <a:spcPct val="50000"/>
                  </a:spcBef>
                  <a:buSzTx/>
                  <a:buFontTx/>
                  <a:buNone/>
                </a:pPr>
                <a:r>
                  <a:rPr kumimoji="0" lang="en-US" altLang="zh-TW" sz="1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TEOS</a:t>
                </a:r>
              </a:p>
            </p:txBody>
          </p:sp>
        </p:grpSp>
        <p:sp>
          <p:nvSpPr>
            <p:cNvPr id="20506" name="Text Box 65">
              <a:extLst>
                <a:ext uri="{FF2B5EF4-FFF2-40B4-BE49-F238E27FC236}">
                  <a16:creationId xmlns:a16="http://schemas.microsoft.com/office/drawing/2014/main" id="{048EF4A6-C36B-86E0-FD17-73F655BDD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5537" y="5828241"/>
              <a:ext cx="792162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75000"/>
                <a:buFont typeface="Arial" panose="020B0604020202020204" pitchFamily="34" charset="0"/>
                <a:buChar char="►"/>
                <a:defRPr kumimoji="1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▪"/>
                <a:defRPr sz="16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▪"/>
                <a:defRPr sz="14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3pPr>
              <a:lvl4pPr marL="1600200" indent="-228600">
                <a:spcBef>
                  <a:spcPct val="20000"/>
                </a:spcBef>
                <a:buFont typeface="Wingdings 2" panose="05020102010507070707" pitchFamily="18" charset="2"/>
                <a:buChar char=""/>
                <a:defRPr sz="14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>
                <a:spcBef>
                  <a:spcPct val="50000"/>
                </a:spcBef>
                <a:buSzTx/>
                <a:buFontTx/>
                <a:buNone/>
              </a:pPr>
              <a:r>
                <a:rPr kumimoji="0" lang="en-US" altLang="zh-TW" sz="1200" dirty="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N2;</a:t>
              </a:r>
              <a:r>
                <a:rPr kumimoji="0" lang="en-US" altLang="zh-TW" sz="1200" dirty="0">
                  <a:solidFill>
                    <a:schemeClr val="tx1"/>
                  </a:solidFill>
                  <a:latin typeface="Arial" panose="020B0604020202020204" pitchFamily="34" charset="0"/>
                </a:rPr>
                <a:t>10</a:t>
              </a:r>
              <a:r>
                <a:rPr kumimoji="0" lang="en-US" altLang="zh-TW" sz="1200" dirty="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00</a:t>
              </a: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99F566DE-61BA-0D95-8252-CB58E2386DA5}"/>
              </a:ext>
            </a:extLst>
          </p:cNvPr>
          <p:cNvGrpSpPr/>
          <p:nvPr/>
        </p:nvGrpSpPr>
        <p:grpSpPr>
          <a:xfrm>
            <a:off x="8622411" y="2109858"/>
            <a:ext cx="1079499" cy="3313113"/>
            <a:chOff x="8216493" y="2061943"/>
            <a:chExt cx="1079499" cy="3313113"/>
          </a:xfrm>
        </p:grpSpPr>
        <p:pic>
          <p:nvPicPr>
            <p:cNvPr id="20508" name="Picture 67">
              <a:extLst>
                <a:ext uri="{FF2B5EF4-FFF2-40B4-BE49-F238E27FC236}">
                  <a16:creationId xmlns:a16="http://schemas.microsoft.com/office/drawing/2014/main" id="{13E0F3EB-A648-B37E-5A2B-B30484147A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2392" y="2350869"/>
              <a:ext cx="863600" cy="3024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2" name="Text Box 71">
              <a:extLst>
                <a:ext uri="{FF2B5EF4-FFF2-40B4-BE49-F238E27FC236}">
                  <a16:creationId xmlns:a16="http://schemas.microsoft.com/office/drawing/2014/main" id="{102AEC3F-C564-E24C-CE5B-F78CAA6042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6493" y="2061943"/>
              <a:ext cx="100806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75000"/>
                <a:buFont typeface="Arial" panose="020B0604020202020204" pitchFamily="34" charset="0"/>
                <a:buChar char="►"/>
                <a:defRPr kumimoji="1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▪"/>
                <a:defRPr sz="16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▪"/>
                <a:defRPr sz="14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3pPr>
              <a:lvl4pPr marL="1600200" indent="-228600">
                <a:spcBef>
                  <a:spcPct val="20000"/>
                </a:spcBef>
                <a:buFont typeface="Wingdings 2" panose="05020102010507070707" pitchFamily="18" charset="2"/>
                <a:buChar char=""/>
                <a:defRPr sz="1400">
                  <a:solidFill>
                    <a:srgbClr val="646464"/>
                  </a:solidFill>
                  <a:latin typeface="Arial Unicode MS" pitchFamily="34" charset="-120"/>
                  <a:ea typeface="新細明體" panose="02020500000000000000" pitchFamily="18" charset="-120"/>
                  <a:cs typeface="Arial Unicode MS" pitchFamily="34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rgbClr val="646464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>
                <a:spcBef>
                  <a:spcPct val="50000"/>
                </a:spcBef>
                <a:buSzTx/>
                <a:buFontTx/>
                <a:buNone/>
              </a:pPr>
              <a:r>
                <a:rPr kumimoji="0" lang="en-US" altLang="zh-TW" sz="1400">
                  <a:solidFill>
                    <a:schemeClr val="tx1"/>
                  </a:solidFill>
                  <a:latin typeface="Arial" panose="020B0604020202020204" pitchFamily="34" charset="0"/>
                </a:rPr>
                <a:t>PADDLE TC</a:t>
              </a:r>
            </a:p>
          </p:txBody>
        </p:sp>
      </p:grpSp>
      <p:sp>
        <p:nvSpPr>
          <p:cNvPr id="2" name="Text Box 74">
            <a:extLst>
              <a:ext uri="{FF2B5EF4-FFF2-40B4-BE49-F238E27FC236}">
                <a16:creationId xmlns:a16="http://schemas.microsoft.com/office/drawing/2014/main" id="{0B32BAF9-2FE3-0D28-FBFB-CC0D245C5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360" y="193132"/>
            <a:ext cx="54113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►"/>
              <a:defRPr kumimoji="1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▪"/>
              <a:defRPr sz="16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▪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Font typeface="Wingdings 2" panose="05020102010507070707" pitchFamily="18" charset="2"/>
              <a:buChar char="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kumimoji="0" lang="en-US" altLang="zh-TW" sz="4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LP</a:t>
            </a:r>
            <a:r>
              <a:rPr kumimoji="0" lang="zh-TW" altLang="en-US" sz="4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管</a:t>
            </a:r>
            <a:r>
              <a:rPr kumimoji="0" lang="en-US" altLang="zh-TW" sz="4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kumimoji="0" lang="zh-TW" altLang="en-US" sz="40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內外管構造</a:t>
            </a:r>
            <a:endParaRPr kumimoji="0" lang="en-US" altLang="zh-TW" sz="400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3755DF11-1807-D4E5-5783-11F8C545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00775"/>
            <a:ext cx="609600" cy="457200"/>
          </a:xfrm>
        </p:spPr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5</a:t>
            </a:fld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4">
            <a:extLst>
              <a:ext uri="{FF2B5EF4-FFF2-40B4-BE49-F238E27FC236}">
                <a16:creationId xmlns:a16="http://schemas.microsoft.com/office/drawing/2014/main" id="{0B32BAF9-2FE3-0D28-FBFB-CC0D245C5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360" y="193132"/>
            <a:ext cx="54113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►"/>
              <a:defRPr kumimoji="1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▪"/>
              <a:defRPr sz="16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▪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Font typeface="Wingdings 2" panose="05020102010507070707" pitchFamily="18" charset="2"/>
              <a:buChar char="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just">
              <a:spcBef>
                <a:spcPct val="50000"/>
              </a:spcBef>
              <a:buSzTx/>
              <a:buFontTx/>
              <a:buNone/>
            </a:pPr>
            <a:r>
              <a:rPr kumimoji="0" lang="zh-TW" altLang="en-US" sz="4000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裝管流程</a:t>
            </a:r>
            <a:r>
              <a:rPr kumimoji="0" lang="en-US" altLang="zh-TW" sz="4000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kumimoji="0" lang="zh-TW" altLang="en-US" sz="4000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外</a:t>
            </a:r>
            <a:r>
              <a:rPr kumimoji="0" lang="en-US" altLang="zh-TW" sz="4000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3755DF11-1807-D4E5-5783-11F8C545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00775"/>
            <a:ext cx="609600" cy="457200"/>
          </a:xfrm>
        </p:spPr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6</a:t>
            </a:fld>
            <a:endParaRPr lang="zh-TW" altLang="en-US" dirty="0"/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F27205FA-596A-0983-B664-F70CB7B8E0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86" b="5516"/>
          <a:stretch/>
        </p:blipFill>
        <p:spPr>
          <a:xfrm rot="5400000">
            <a:off x="7859693" y="648706"/>
            <a:ext cx="2431735" cy="3101294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8CEE495F-E569-ECFE-58AE-4A6A594132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16" y="983486"/>
            <a:ext cx="2830876" cy="2431734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0FB5FAE1-3AC4-FE73-304F-0704F721F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717" y="983486"/>
            <a:ext cx="3101295" cy="2445514"/>
          </a:xfrm>
          <a:prstGeom prst="rect">
            <a:avLst/>
          </a:prstGeom>
        </p:spPr>
      </p:pic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279106F7-939F-7208-99FF-F0A95BFB6C39}"/>
              </a:ext>
            </a:extLst>
          </p:cNvPr>
          <p:cNvCxnSpPr>
            <a:cxnSpLocks/>
          </p:cNvCxnSpPr>
          <p:nvPr/>
        </p:nvCxnSpPr>
        <p:spPr>
          <a:xfrm>
            <a:off x="3334012" y="2102726"/>
            <a:ext cx="49170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203DA9F-FCFD-B006-91A0-2952C502474C}"/>
              </a:ext>
            </a:extLst>
          </p:cNvPr>
          <p:cNvCxnSpPr>
            <a:cxnSpLocks/>
          </p:cNvCxnSpPr>
          <p:nvPr/>
        </p:nvCxnSpPr>
        <p:spPr>
          <a:xfrm>
            <a:off x="6981452" y="2102726"/>
            <a:ext cx="49170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4">
            <a:extLst>
              <a:ext uri="{FF2B5EF4-FFF2-40B4-BE49-F238E27FC236}">
                <a16:creationId xmlns:a16="http://schemas.microsoft.com/office/drawing/2014/main" id="{C52E512C-7106-23B0-4AB9-D18D7D25B5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3924" y="4071862"/>
            <a:ext cx="3103200" cy="2431736"/>
          </a:xfrm>
          <a:prstGeom prst="rect">
            <a:avLst/>
          </a:prstGeom>
        </p:spPr>
      </p:pic>
      <p:pic>
        <p:nvPicPr>
          <p:cNvPr id="18" name="Picture 7">
            <a:extLst>
              <a:ext uri="{FF2B5EF4-FFF2-40B4-BE49-F238E27FC236}">
                <a16:creationId xmlns:a16="http://schemas.microsoft.com/office/drawing/2014/main" id="{01577C54-11F2-8411-7D2C-7588917F18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495" y="4891178"/>
            <a:ext cx="1275047" cy="1198353"/>
          </a:xfrm>
          <a:prstGeom prst="rect">
            <a:avLst/>
          </a:prstGeom>
        </p:spPr>
      </p:pic>
      <p:pic>
        <p:nvPicPr>
          <p:cNvPr id="19" name="Picture 6">
            <a:extLst>
              <a:ext uri="{FF2B5EF4-FFF2-40B4-BE49-F238E27FC236}">
                <a16:creationId xmlns:a16="http://schemas.microsoft.com/office/drawing/2014/main" id="{94193696-CF0A-EE80-4481-C4335293E10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495" y="3472686"/>
            <a:ext cx="1257715" cy="1198352"/>
          </a:xfrm>
          <a:prstGeom prst="rect">
            <a:avLst/>
          </a:prstGeom>
        </p:spPr>
      </p:pic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B8DDF797-C982-C84A-8CC9-B3BA2EC7E03D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 flipV="1">
            <a:off x="10697124" y="4071862"/>
            <a:ext cx="153371" cy="121586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C92F01F9-F7D4-49B7-0D02-21959AC2C579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10697124" y="5287730"/>
            <a:ext cx="153371" cy="20262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F9134F33-3851-6F66-43AD-CC23E28BCC5C}"/>
              </a:ext>
            </a:extLst>
          </p:cNvPr>
          <p:cNvCxnSpPr>
            <a:cxnSpLocks/>
          </p:cNvCxnSpPr>
          <p:nvPr/>
        </p:nvCxnSpPr>
        <p:spPr>
          <a:xfrm>
            <a:off x="9143806" y="3438502"/>
            <a:ext cx="0" cy="63336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C1F65DD0-67A6-FC4C-CA3D-76956465DC4E}"/>
              </a:ext>
            </a:extLst>
          </p:cNvPr>
          <p:cNvCxnSpPr>
            <a:cxnSpLocks/>
          </p:cNvCxnSpPr>
          <p:nvPr/>
        </p:nvCxnSpPr>
        <p:spPr>
          <a:xfrm flipH="1">
            <a:off x="6981452" y="5287730"/>
            <a:ext cx="54346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6">
            <a:extLst>
              <a:ext uri="{FF2B5EF4-FFF2-40B4-BE49-F238E27FC236}">
                <a16:creationId xmlns:a16="http://schemas.microsoft.com/office/drawing/2014/main" id="{69B87DE6-444E-5E1F-16FD-6DE441ECD71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5653" y="4071862"/>
            <a:ext cx="3101294" cy="2490460"/>
          </a:xfrm>
          <a:prstGeom prst="rect">
            <a:avLst/>
          </a:prstGeom>
        </p:spPr>
      </p:pic>
      <p:pic>
        <p:nvPicPr>
          <p:cNvPr id="30" name="Picture 2">
            <a:extLst>
              <a:ext uri="{FF2B5EF4-FFF2-40B4-BE49-F238E27FC236}">
                <a16:creationId xmlns:a16="http://schemas.microsoft.com/office/drawing/2014/main" id="{DDBDF66D-217D-1153-019D-40D8BE17730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095" y="3601624"/>
            <a:ext cx="1637581" cy="1686106"/>
          </a:xfrm>
          <a:prstGeom prst="rect">
            <a:avLst/>
          </a:prstGeom>
        </p:spPr>
      </p:pic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6ED3EB31-1A95-F994-F993-A5F7B61A753B}"/>
              </a:ext>
            </a:extLst>
          </p:cNvPr>
          <p:cNvCxnSpPr>
            <a:cxnSpLocks/>
          </p:cNvCxnSpPr>
          <p:nvPr/>
        </p:nvCxnSpPr>
        <p:spPr>
          <a:xfrm flipH="1">
            <a:off x="3282256" y="5232834"/>
            <a:ext cx="54346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6">
            <a:extLst>
              <a:ext uri="{FF2B5EF4-FFF2-40B4-BE49-F238E27FC236}">
                <a16:creationId xmlns:a16="http://schemas.microsoft.com/office/drawing/2014/main" id="{64E8427B-83B5-CD81-B70B-3D0D011162E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747" y="5389042"/>
            <a:ext cx="1699929" cy="1329488"/>
          </a:xfrm>
          <a:prstGeom prst="rect">
            <a:avLst/>
          </a:prstGeom>
        </p:spPr>
      </p:pic>
      <p:pic>
        <p:nvPicPr>
          <p:cNvPr id="33" name="Picture 4">
            <a:extLst>
              <a:ext uri="{FF2B5EF4-FFF2-40B4-BE49-F238E27FC236}">
                <a16:creationId xmlns:a16="http://schemas.microsoft.com/office/drawing/2014/main" id="{41035AC6-38E8-C208-651A-D5EA9974ECB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29201" y="4537409"/>
            <a:ext cx="969833" cy="95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94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3755DF11-1807-D4E5-5783-11F8C545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00775"/>
            <a:ext cx="609600" cy="457200"/>
          </a:xfrm>
        </p:spPr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7</a:t>
            </a:fld>
            <a:endParaRPr lang="zh-TW" altLang="en-US" dirty="0"/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152A10E8-3CBF-F9D9-92A5-6EAE7EE5EB1C}"/>
              </a:ext>
            </a:extLst>
          </p:cNvPr>
          <p:cNvCxnSpPr>
            <a:cxnSpLocks/>
          </p:cNvCxnSpPr>
          <p:nvPr/>
        </p:nvCxnSpPr>
        <p:spPr>
          <a:xfrm>
            <a:off x="3334012" y="2102726"/>
            <a:ext cx="491705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D94F6336-D490-4BEA-B0C7-300192A7330C}"/>
              </a:ext>
            </a:extLst>
          </p:cNvPr>
          <p:cNvCxnSpPr>
            <a:cxnSpLocks/>
          </p:cNvCxnSpPr>
          <p:nvPr/>
        </p:nvCxnSpPr>
        <p:spPr>
          <a:xfrm>
            <a:off x="6981452" y="2102726"/>
            <a:ext cx="491705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Box 74">
            <a:extLst>
              <a:ext uri="{FF2B5EF4-FFF2-40B4-BE49-F238E27FC236}">
                <a16:creationId xmlns:a16="http://schemas.microsoft.com/office/drawing/2014/main" id="{2AE61D1D-294B-860C-A14C-0456337FB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359" y="193132"/>
            <a:ext cx="805627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►"/>
              <a:defRPr kumimoji="1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▪"/>
              <a:defRPr sz="16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▪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Font typeface="Wingdings 2" panose="05020102010507070707" pitchFamily="18" charset="2"/>
              <a:buChar char="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just">
              <a:spcBef>
                <a:spcPct val="50000"/>
              </a:spcBef>
              <a:buSzTx/>
              <a:buFontTx/>
              <a:buNone/>
            </a:pPr>
            <a:r>
              <a:rPr kumimoji="0" lang="zh-TW" altLang="en-US" sz="4000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裝管流程</a:t>
            </a:r>
            <a:r>
              <a:rPr kumimoji="0" lang="en-US" altLang="zh-TW" sz="4000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kumimoji="0" lang="zh-TW" altLang="en-US" sz="4000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內</a:t>
            </a:r>
            <a:r>
              <a:rPr kumimoji="0" lang="en-US" altLang="zh-TW" sz="4000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6" name="Picture 4">
            <a:extLst>
              <a:ext uri="{FF2B5EF4-FFF2-40B4-BE49-F238E27FC236}">
                <a16:creationId xmlns:a16="http://schemas.microsoft.com/office/drawing/2014/main" id="{69DD067B-9371-B808-2EF1-261E451A5D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39" y="1056835"/>
            <a:ext cx="2563646" cy="2381667"/>
          </a:xfrm>
          <a:prstGeom prst="rect">
            <a:avLst/>
          </a:prstGeom>
        </p:spPr>
      </p:pic>
      <p:pic>
        <p:nvPicPr>
          <p:cNvPr id="37" name="Picture 6">
            <a:extLst>
              <a:ext uri="{FF2B5EF4-FFF2-40B4-BE49-F238E27FC236}">
                <a16:creationId xmlns:a16="http://schemas.microsoft.com/office/drawing/2014/main" id="{F51D5FA2-3D1E-170E-8CAE-B983A75A11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88850" y="770770"/>
            <a:ext cx="2381667" cy="2953798"/>
          </a:xfrm>
          <a:prstGeom prst="rect">
            <a:avLst/>
          </a:prstGeom>
        </p:spPr>
      </p:pic>
      <p:pic>
        <p:nvPicPr>
          <p:cNvPr id="38" name="Picture 2">
            <a:extLst>
              <a:ext uri="{FF2B5EF4-FFF2-40B4-BE49-F238E27FC236}">
                <a16:creationId xmlns:a16="http://schemas.microsoft.com/office/drawing/2014/main" id="{F1F0E57A-98E7-4B8F-F190-96B41A11A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528" y="1055440"/>
            <a:ext cx="3076947" cy="2364058"/>
          </a:xfrm>
          <a:prstGeom prst="rect">
            <a:avLst/>
          </a:prstGeom>
        </p:spPr>
      </p:pic>
      <p:pic>
        <p:nvPicPr>
          <p:cNvPr id="39" name="Picture 2">
            <a:extLst>
              <a:ext uri="{FF2B5EF4-FFF2-40B4-BE49-F238E27FC236}">
                <a16:creationId xmlns:a16="http://schemas.microsoft.com/office/drawing/2014/main" id="{B1B150A1-C9D9-EAAF-03B8-05A655D139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420" y="4182482"/>
            <a:ext cx="2686136" cy="2236280"/>
          </a:xfrm>
          <a:prstGeom prst="rect">
            <a:avLst/>
          </a:prstGeom>
        </p:spPr>
      </p:pic>
      <p:pic>
        <p:nvPicPr>
          <p:cNvPr id="40" name="Picture 4">
            <a:extLst>
              <a:ext uri="{FF2B5EF4-FFF2-40B4-BE49-F238E27FC236}">
                <a16:creationId xmlns:a16="http://schemas.microsoft.com/office/drawing/2014/main" id="{097F374F-4719-5701-0863-D89FEA1FB1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843" y="4182481"/>
            <a:ext cx="2291481" cy="2236281"/>
          </a:xfrm>
          <a:prstGeom prst="rect">
            <a:avLst/>
          </a:prstGeom>
        </p:spPr>
      </p:pic>
      <p:pic>
        <p:nvPicPr>
          <p:cNvPr id="41" name="Picture 6">
            <a:extLst>
              <a:ext uri="{FF2B5EF4-FFF2-40B4-BE49-F238E27FC236}">
                <a16:creationId xmlns:a16="http://schemas.microsoft.com/office/drawing/2014/main" id="{2800B975-B097-7EA6-5AF4-FB67199F14A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507" y="4182482"/>
            <a:ext cx="2509878" cy="2236280"/>
          </a:xfrm>
          <a:prstGeom prst="rect">
            <a:avLst/>
          </a:prstGeom>
        </p:spPr>
      </p:pic>
      <p:cxnSp>
        <p:nvCxnSpPr>
          <p:cNvPr id="42" name="接點: 肘形 41">
            <a:extLst>
              <a:ext uri="{FF2B5EF4-FFF2-40B4-BE49-F238E27FC236}">
                <a16:creationId xmlns:a16="http://schemas.microsoft.com/office/drawing/2014/main" id="{6653622E-AF88-59D4-9C83-4EC060C71874}"/>
              </a:ext>
            </a:extLst>
          </p:cNvPr>
          <p:cNvCxnSpPr>
            <a:cxnSpLocks/>
            <a:stCxn id="38" idx="3"/>
            <a:endCxn id="40" idx="3"/>
          </p:cNvCxnSpPr>
          <p:nvPr/>
        </p:nvCxnSpPr>
        <p:spPr>
          <a:xfrm flipH="1">
            <a:off x="10360324" y="2237469"/>
            <a:ext cx="279151" cy="3063153"/>
          </a:xfrm>
          <a:prstGeom prst="bentConnector3">
            <a:avLst>
              <a:gd name="adj1" fmla="val -295117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800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3755DF11-1807-D4E5-5783-11F8C545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377654"/>
            <a:ext cx="609600" cy="457200"/>
          </a:xfrm>
        </p:spPr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8</a:t>
            </a:fld>
            <a:endParaRPr lang="zh-TW" alt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CDBC868-9EAA-A717-7A22-34DBE0BE4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59" y="3468864"/>
            <a:ext cx="4326118" cy="3196004"/>
          </a:xfrm>
          <a:prstGeom prst="rect">
            <a:avLst/>
          </a:prstGeom>
        </p:spPr>
      </p:pic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3F16E7D-7D48-67BB-FA07-C7F86B15021F}"/>
              </a:ext>
            </a:extLst>
          </p:cNvPr>
          <p:cNvCxnSpPr>
            <a:cxnSpLocks/>
          </p:cNvCxnSpPr>
          <p:nvPr/>
        </p:nvCxnSpPr>
        <p:spPr>
          <a:xfrm>
            <a:off x="2988962" y="2099591"/>
            <a:ext cx="491705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8347EED8-C772-2BD9-B9DE-0F152E5BE95B}"/>
              </a:ext>
            </a:extLst>
          </p:cNvPr>
          <p:cNvCxnSpPr>
            <a:cxnSpLocks/>
          </p:cNvCxnSpPr>
          <p:nvPr/>
        </p:nvCxnSpPr>
        <p:spPr>
          <a:xfrm>
            <a:off x="6489751" y="2102963"/>
            <a:ext cx="491705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74">
            <a:extLst>
              <a:ext uri="{FF2B5EF4-FFF2-40B4-BE49-F238E27FC236}">
                <a16:creationId xmlns:a16="http://schemas.microsoft.com/office/drawing/2014/main" id="{6E6D8149-913D-C493-19CA-9134173EE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359" y="193132"/>
            <a:ext cx="805627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►"/>
              <a:defRPr kumimoji="1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▪"/>
              <a:defRPr sz="16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▪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Font typeface="Wingdings 2" panose="05020102010507070707" pitchFamily="18" charset="2"/>
              <a:buChar char="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just">
              <a:spcBef>
                <a:spcPct val="50000"/>
              </a:spcBef>
              <a:buSzTx/>
              <a:buFontTx/>
              <a:buNone/>
            </a:pPr>
            <a:r>
              <a:rPr kumimoji="0" lang="zh-TW" altLang="en-US" sz="4000" dirty="0">
                <a:solidFill>
                  <a:srgbClr val="FFCC99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周邊作業</a:t>
            </a:r>
            <a:endParaRPr kumimoji="0" lang="en-US" altLang="zh-TW" sz="4000" dirty="0">
              <a:solidFill>
                <a:srgbClr val="FFCC99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897E9810-26F3-A91E-A0E7-839E96B386D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59"/>
          <a:stretch/>
        </p:blipFill>
        <p:spPr>
          <a:xfrm>
            <a:off x="388467" y="990907"/>
            <a:ext cx="2546858" cy="2223637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E64BE942-8AC0-37AB-F1EC-D641A53215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426" y="998079"/>
            <a:ext cx="2934992" cy="2229905"/>
          </a:xfrm>
          <a:prstGeom prst="rect">
            <a:avLst/>
          </a:prstGeom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1BC13EA1-86ED-88A8-E3C3-8979023473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335" y="990907"/>
            <a:ext cx="2778233" cy="2223634"/>
          </a:xfrm>
          <a:prstGeom prst="rect">
            <a:avLst/>
          </a:prstGeom>
        </p:spPr>
      </p:pic>
      <p:pic>
        <p:nvPicPr>
          <p:cNvPr id="20" name="Picture 4">
            <a:extLst>
              <a:ext uri="{FF2B5EF4-FFF2-40B4-BE49-F238E27FC236}">
                <a16:creationId xmlns:a16="http://schemas.microsoft.com/office/drawing/2014/main" id="{A29F4F3D-78B5-CDCA-FBAC-B1538AC9FC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5366" y="990907"/>
            <a:ext cx="1829087" cy="2223634"/>
          </a:xfrm>
          <a:prstGeom prst="rect">
            <a:avLst/>
          </a:prstGeom>
        </p:spPr>
      </p:pic>
      <p:pic>
        <p:nvPicPr>
          <p:cNvPr id="24" name="Picture 6">
            <a:extLst>
              <a:ext uri="{FF2B5EF4-FFF2-40B4-BE49-F238E27FC236}">
                <a16:creationId xmlns:a16="http://schemas.microsoft.com/office/drawing/2014/main" id="{711CFBD1-C8DB-C315-9FB2-4D8FB35DD9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7537" y="3487896"/>
            <a:ext cx="3414019" cy="3185598"/>
          </a:xfrm>
          <a:prstGeom prst="rect">
            <a:avLst/>
          </a:prstGeom>
        </p:spPr>
      </p:pic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62DF906B-D33F-8068-ADA4-AFAA2D3D4608}"/>
              </a:ext>
            </a:extLst>
          </p:cNvPr>
          <p:cNvCxnSpPr>
            <a:cxnSpLocks/>
          </p:cNvCxnSpPr>
          <p:nvPr/>
        </p:nvCxnSpPr>
        <p:spPr>
          <a:xfrm flipH="1">
            <a:off x="8711556" y="5032857"/>
            <a:ext cx="662888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72C084D8-8EE6-55F0-6F33-F64818C577D2}"/>
              </a:ext>
            </a:extLst>
          </p:cNvPr>
          <p:cNvCxnSpPr>
            <a:cxnSpLocks/>
          </p:cNvCxnSpPr>
          <p:nvPr/>
        </p:nvCxnSpPr>
        <p:spPr>
          <a:xfrm flipH="1">
            <a:off x="4832477" y="5032857"/>
            <a:ext cx="377878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20199181-1F50-64C7-98B1-7F725942B832}"/>
              </a:ext>
            </a:extLst>
          </p:cNvPr>
          <p:cNvCxnSpPr>
            <a:cxnSpLocks/>
          </p:cNvCxnSpPr>
          <p:nvPr/>
        </p:nvCxnSpPr>
        <p:spPr>
          <a:xfrm>
            <a:off x="10886248" y="3227984"/>
            <a:ext cx="0" cy="415476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6">
            <a:extLst>
              <a:ext uri="{FF2B5EF4-FFF2-40B4-BE49-F238E27FC236}">
                <a16:creationId xmlns:a16="http://schemas.microsoft.com/office/drawing/2014/main" id="{53217B7A-0668-4B6B-79AC-568F33112580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50"/>
          <a:stretch/>
        </p:blipFill>
        <p:spPr>
          <a:xfrm rot="5400000">
            <a:off x="9068093" y="3927967"/>
            <a:ext cx="2966986" cy="238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49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3755DF11-1807-D4E5-5783-11F8C545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377654"/>
            <a:ext cx="609600" cy="457200"/>
          </a:xfrm>
        </p:spPr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9</a:t>
            </a:fld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3A5F042E-2E3E-33A9-078A-FCC472335229}"/>
              </a:ext>
            </a:extLst>
          </p:cNvPr>
          <p:cNvCxnSpPr>
            <a:cxnSpLocks/>
          </p:cNvCxnSpPr>
          <p:nvPr/>
        </p:nvCxnSpPr>
        <p:spPr>
          <a:xfrm>
            <a:off x="2704291" y="2654165"/>
            <a:ext cx="491705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Box 74">
            <a:extLst>
              <a:ext uri="{FF2B5EF4-FFF2-40B4-BE49-F238E27FC236}">
                <a16:creationId xmlns:a16="http://schemas.microsoft.com/office/drawing/2014/main" id="{AFF8E38B-AD28-4637-1015-274646608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359" y="193132"/>
            <a:ext cx="805627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►"/>
              <a:defRPr kumimoji="1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▪"/>
              <a:defRPr sz="16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▪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Font typeface="Wingdings 2" panose="05020102010507070707" pitchFamily="18" charset="2"/>
              <a:buChar char="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just">
              <a:spcBef>
                <a:spcPct val="50000"/>
              </a:spcBef>
              <a:buSzTx/>
              <a:buFontTx/>
              <a:buNone/>
            </a:pPr>
            <a:r>
              <a:rPr kumimoji="0" lang="zh-TW" altLang="en-US" sz="4000" dirty="0">
                <a:solidFill>
                  <a:srgbClr val="FFCC99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周邊作業</a:t>
            </a:r>
            <a:endParaRPr kumimoji="0" lang="en-US" altLang="zh-TW" sz="4000" dirty="0">
              <a:solidFill>
                <a:srgbClr val="FFCC99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2F30F87-6EB5-A045-29F9-FB9011F88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008" y="1080101"/>
            <a:ext cx="4387018" cy="2982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815F869-C9CB-D36D-DC6A-A7205D8B1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905" y="4241500"/>
            <a:ext cx="2060787" cy="204695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26E3DF99-D4E1-CF7E-5956-5EC305716B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36" t="19316" r="31767" b="40764"/>
          <a:stretch/>
        </p:blipFill>
        <p:spPr>
          <a:xfrm>
            <a:off x="499533" y="1249296"/>
            <a:ext cx="2098431" cy="2737709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712099A5-56FE-F4DF-34D6-2B2CB56EF1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51" t="31299" b="19075"/>
          <a:stretch/>
        </p:blipFill>
        <p:spPr>
          <a:xfrm>
            <a:off x="8213027" y="4322707"/>
            <a:ext cx="3010845" cy="136245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DDB2416-D8C7-89C6-4A83-56108EDCD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738"/>
          <a:stretch/>
        </p:blipFill>
        <p:spPr>
          <a:xfrm>
            <a:off x="8180755" y="1281422"/>
            <a:ext cx="3230957" cy="2745486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2F929211-7748-A1FA-407D-CDAD68484082}"/>
              </a:ext>
            </a:extLst>
          </p:cNvPr>
          <p:cNvSpPr txBox="1"/>
          <p:nvPr/>
        </p:nvSpPr>
        <p:spPr>
          <a:xfrm>
            <a:off x="429768" y="4498848"/>
            <a:ext cx="48533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確認傳送過程中無異常</a:t>
            </a:r>
            <a:endParaRPr lang="en-US" altLang="zh-TW" sz="2400" dirty="0"/>
          </a:p>
          <a:p>
            <a:endParaRPr lang="en-US" sz="2400" dirty="0"/>
          </a:p>
          <a:p>
            <a:r>
              <a:rPr lang="en-US" sz="2400" dirty="0" err="1"/>
              <a:t>Ex:Fork</a:t>
            </a:r>
            <a:r>
              <a:rPr lang="zh-TW" altLang="en-US" sz="2400" dirty="0"/>
              <a:t> 過低導致刮傷、</a:t>
            </a:r>
            <a:r>
              <a:rPr lang="en-US" altLang="zh-TW" sz="2400" dirty="0"/>
              <a:t>Wafer</a:t>
            </a:r>
            <a:r>
              <a:rPr lang="zh-TW" altLang="en-US" sz="2400" dirty="0"/>
              <a:t> 突出、異常偏左偏右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84345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3755DF11-1807-D4E5-5783-11F8C545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377654"/>
            <a:ext cx="609600" cy="457200"/>
          </a:xfrm>
        </p:spPr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10</a:t>
            </a:fld>
            <a:endParaRPr lang="zh-TW" altLang="en-US" dirty="0"/>
          </a:p>
        </p:txBody>
      </p:sp>
      <p:cxnSp>
        <p:nvCxnSpPr>
          <p:cNvPr id="2" name="直線單箭頭接點 1">
            <a:extLst>
              <a:ext uri="{FF2B5EF4-FFF2-40B4-BE49-F238E27FC236}">
                <a16:creationId xmlns:a16="http://schemas.microsoft.com/office/drawing/2014/main" id="{CABE881C-1C90-E8B6-9529-496B97AE6E0D}"/>
              </a:ext>
            </a:extLst>
          </p:cNvPr>
          <p:cNvCxnSpPr>
            <a:cxnSpLocks/>
          </p:cNvCxnSpPr>
          <p:nvPr/>
        </p:nvCxnSpPr>
        <p:spPr>
          <a:xfrm>
            <a:off x="4688366" y="2403109"/>
            <a:ext cx="1407634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74">
            <a:extLst>
              <a:ext uri="{FF2B5EF4-FFF2-40B4-BE49-F238E27FC236}">
                <a16:creationId xmlns:a16="http://schemas.microsoft.com/office/drawing/2014/main" id="{677BE03C-40A0-709D-B98F-C49C5C9F2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359" y="193132"/>
            <a:ext cx="805627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►"/>
              <a:defRPr kumimoji="1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▪"/>
              <a:defRPr sz="16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▪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Font typeface="Wingdings 2" panose="05020102010507070707" pitchFamily="18" charset="2"/>
              <a:buChar char="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just">
              <a:spcBef>
                <a:spcPct val="50000"/>
              </a:spcBef>
              <a:buSzTx/>
              <a:buFontTx/>
              <a:buNone/>
            </a:pPr>
            <a:r>
              <a:rPr kumimoji="0" lang="zh-TW" altLang="en-US" sz="4000" dirty="0">
                <a:solidFill>
                  <a:srgbClr val="92D05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壓力測試</a:t>
            </a:r>
            <a:endParaRPr kumimoji="0" lang="en-US" altLang="zh-TW" sz="4000" dirty="0">
              <a:solidFill>
                <a:srgbClr val="92D05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86DAE266-DFEC-D6B0-7EF0-9BE9A307D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66" y="1184652"/>
            <a:ext cx="4103129" cy="248370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9">
            <a:extLst>
              <a:ext uri="{FF2B5EF4-FFF2-40B4-BE49-F238E27FC236}">
                <a16:creationId xmlns:a16="http://schemas.microsoft.com/office/drawing/2014/main" id="{B8C50283-F798-1FAE-0755-0B1418100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828" y="1161256"/>
            <a:ext cx="4921701" cy="2483706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B4B8E7B-4711-8624-098A-1A281A180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495772"/>
              </p:ext>
            </p:extLst>
          </p:nvPr>
        </p:nvGraphicFramePr>
        <p:xfrm>
          <a:off x="2032000" y="3905200"/>
          <a:ext cx="8127999" cy="1483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3007418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847247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297414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Leak rate(torr)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 (sec)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9681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Poly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956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Nitride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9622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TEOS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7235351"/>
                  </a:ext>
                </a:extLst>
              </a:tr>
            </a:tbl>
          </a:graphicData>
        </a:graphic>
      </p:graphicFrame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0EB9491F-5D83-300E-26EF-BDA256D1CCFE}"/>
              </a:ext>
            </a:extLst>
          </p:cNvPr>
          <p:cNvCxnSpPr>
            <a:cxnSpLocks/>
          </p:cNvCxnSpPr>
          <p:nvPr/>
        </p:nvCxnSpPr>
        <p:spPr>
          <a:xfrm>
            <a:off x="6095999" y="5503652"/>
            <a:ext cx="0" cy="513998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D2ECBC3-1FD3-9E38-FFF5-E4120A34D12F}"/>
              </a:ext>
            </a:extLst>
          </p:cNvPr>
          <p:cNvSpPr txBox="1"/>
          <p:nvPr/>
        </p:nvSpPr>
        <p:spPr>
          <a:xfrm>
            <a:off x="3381556" y="6081623"/>
            <a:ext cx="571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PG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2318CD3-BD5F-9965-5C21-AE8779C1E532}"/>
              </a:ext>
            </a:extLst>
          </p:cNvPr>
          <p:cNvSpPr txBox="1"/>
          <p:nvPr/>
        </p:nvSpPr>
        <p:spPr>
          <a:xfrm>
            <a:off x="7112718" y="6081623"/>
            <a:ext cx="25574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RUN</a:t>
            </a:r>
            <a:endParaRPr lang="zh-TW" altLang="en-US" sz="3200" dirty="0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571BBCC5-CBE4-927B-0C40-BF5ED7193BFC}"/>
              </a:ext>
            </a:extLst>
          </p:cNvPr>
          <p:cNvSpPr/>
          <p:nvPr/>
        </p:nvSpPr>
        <p:spPr>
          <a:xfrm>
            <a:off x="3196561" y="6017650"/>
            <a:ext cx="6314534" cy="67813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接點: 肘形 25">
            <a:extLst>
              <a:ext uri="{FF2B5EF4-FFF2-40B4-BE49-F238E27FC236}">
                <a16:creationId xmlns:a16="http://schemas.microsoft.com/office/drawing/2014/main" id="{0A8D192C-1B86-B985-C231-E8AE54EF4C65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5279366" y="6374010"/>
            <a:ext cx="1833352" cy="1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078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2D5A-2149-8D11-5CD0-CF89AA551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FE3414-B468-FA18-9807-708CAB71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11</a:t>
            </a:fld>
            <a:endParaRPr lang="zh-TW" alt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B90F36BF-3895-51A9-CF37-91CC96431E51}"/>
              </a:ext>
            </a:extLst>
          </p:cNvPr>
          <p:cNvGrpSpPr/>
          <p:nvPr/>
        </p:nvGrpSpPr>
        <p:grpSpPr>
          <a:xfrm>
            <a:off x="426377" y="56008"/>
            <a:ext cx="4989383" cy="6603872"/>
            <a:chOff x="426377" y="56008"/>
            <a:chExt cx="4989383" cy="6603872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24B79B19-75F0-2197-BD07-8CD163EDA311}"/>
                </a:ext>
              </a:extLst>
            </p:cNvPr>
            <p:cNvGrpSpPr/>
            <p:nvPr/>
          </p:nvGrpSpPr>
          <p:grpSpPr>
            <a:xfrm>
              <a:off x="438571" y="56008"/>
              <a:ext cx="4977189" cy="6603872"/>
              <a:chOff x="968923" y="63628"/>
              <a:chExt cx="4977189" cy="6603872"/>
            </a:xfrm>
          </p:grpSpPr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B53B9E16-2254-BD48-A2C1-CA4BE33C56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68925" y="63628"/>
                <a:ext cx="4977187" cy="6603872"/>
              </a:xfrm>
              <a:prstGeom prst="rect">
                <a:avLst/>
              </a:prstGeom>
              <a:ln w="38100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sp>
            <p:nvSpPr>
              <p:cNvPr id="8" name="矩形: 圓角 7">
                <a:extLst>
                  <a:ext uri="{FF2B5EF4-FFF2-40B4-BE49-F238E27FC236}">
                    <a16:creationId xmlns:a16="http://schemas.microsoft.com/office/drawing/2014/main" id="{4BB3AB8C-F74C-923F-4682-49DF577E7171}"/>
                  </a:ext>
                </a:extLst>
              </p:cNvPr>
              <p:cNvSpPr/>
              <p:nvPr/>
            </p:nvSpPr>
            <p:spPr>
              <a:xfrm>
                <a:off x="968925" y="2633472"/>
                <a:ext cx="3593931" cy="448056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矩形: 圓角 9">
                <a:extLst>
                  <a:ext uri="{FF2B5EF4-FFF2-40B4-BE49-F238E27FC236}">
                    <a16:creationId xmlns:a16="http://schemas.microsoft.com/office/drawing/2014/main" id="{C3FCE4C4-E89D-42DE-6E80-0294A7139F28}"/>
                  </a:ext>
                </a:extLst>
              </p:cNvPr>
              <p:cNvSpPr/>
              <p:nvPr/>
            </p:nvSpPr>
            <p:spPr>
              <a:xfrm>
                <a:off x="968924" y="1920874"/>
                <a:ext cx="3593932" cy="448056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8918EFE8-787B-17A6-F772-CF17D8276738}"/>
                  </a:ext>
                </a:extLst>
              </p:cNvPr>
              <p:cNvSpPr/>
              <p:nvPr/>
            </p:nvSpPr>
            <p:spPr>
              <a:xfrm>
                <a:off x="968924" y="488630"/>
                <a:ext cx="3593932" cy="1303594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矩形: 圓角 8">
                <a:extLst>
                  <a:ext uri="{FF2B5EF4-FFF2-40B4-BE49-F238E27FC236}">
                    <a16:creationId xmlns:a16="http://schemas.microsoft.com/office/drawing/2014/main" id="{DF6E2DA0-1510-4C27-54FB-DF4AEE7A1655}"/>
                  </a:ext>
                </a:extLst>
              </p:cNvPr>
              <p:cNvSpPr/>
              <p:nvPr/>
            </p:nvSpPr>
            <p:spPr>
              <a:xfrm>
                <a:off x="968923" y="3344574"/>
                <a:ext cx="3593931" cy="154813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D3189B3A-DC9B-7E0E-3111-37967E2FE0C7}"/>
                  </a:ext>
                </a:extLst>
              </p:cNvPr>
              <p:cNvSpPr/>
              <p:nvPr/>
            </p:nvSpPr>
            <p:spPr>
              <a:xfrm>
                <a:off x="968923" y="3642644"/>
                <a:ext cx="3593931" cy="154813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09762F65-7E2F-68B1-6342-5E4B5190F842}"/>
                  </a:ext>
                </a:extLst>
              </p:cNvPr>
              <p:cNvSpPr/>
              <p:nvPr/>
            </p:nvSpPr>
            <p:spPr>
              <a:xfrm>
                <a:off x="968923" y="3922776"/>
                <a:ext cx="3593931" cy="446532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" name="矩形: 圓角 19">
              <a:extLst>
                <a:ext uri="{FF2B5EF4-FFF2-40B4-BE49-F238E27FC236}">
                  <a16:creationId xmlns:a16="http://schemas.microsoft.com/office/drawing/2014/main" id="{86CE0958-00DA-CD1C-CD87-C3DB544BE279}"/>
                </a:ext>
              </a:extLst>
            </p:cNvPr>
            <p:cNvSpPr/>
            <p:nvPr/>
          </p:nvSpPr>
          <p:spPr>
            <a:xfrm>
              <a:off x="426377" y="5065550"/>
              <a:ext cx="3593931" cy="154813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710ADC50-6D40-25C1-BC9C-D9E8CC59D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393051"/>
              </p:ext>
            </p:extLst>
          </p:nvPr>
        </p:nvGraphicFramePr>
        <p:xfrm>
          <a:off x="6096000" y="678858"/>
          <a:ext cx="5000018" cy="508021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00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786"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機台保養</a:t>
                      </a:r>
                      <a:endParaRPr lang="en-US" sz="1800" dirty="0"/>
                    </a:p>
                  </a:txBody>
                  <a:tcPr marT="45714" marB="45714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獨立完成進度</a:t>
                      </a:r>
                      <a:endParaRPr lang="en-US" sz="1800" dirty="0"/>
                    </a:p>
                  </a:txBody>
                  <a:tcPr marT="45714" marB="45714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LP-P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LP-T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LP-T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LP-N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LP-N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QPM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YPM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POCL3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WSIX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80%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GRD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MPM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80%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RTP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25PM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0%</a:t>
                      </a:r>
                      <a:endParaRPr 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090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A3AFE85-F812-BA9F-7828-F1121FE6B9E9}"/>
              </a:ext>
            </a:extLst>
          </p:cNvPr>
          <p:cNvSpPr txBox="1"/>
          <p:nvPr/>
        </p:nvSpPr>
        <p:spPr bwMode="auto">
          <a:xfrm>
            <a:off x="5449824" y="2971127"/>
            <a:ext cx="429768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742660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Form" ma:contentTypeID="0x01010100D00E37CF3D36214C86886AA9339343DC" ma:contentTypeVersion="19" ma:contentTypeDescription="Fill out this form." ma:contentTypeScope="" ma:versionID="d154febea10c3930e3b6cfd035b4dd24">
  <xsd:schema xmlns:xsd="http://www.w3.org/2001/XMLSchema" xmlns:xs="http://www.w3.org/2001/XMLSchema" xmlns:p="http://schemas.microsoft.com/office/2006/metadata/properties" xmlns:ns1="http://schemas.microsoft.com/sharepoint/v3" xmlns:ns2="4bdc6d95-7621-47b1-8f62-a702a7a9d98f" xmlns:ns3="6ba3a8a8-b9e2-49cb-aadf-2c093bcf632e" targetNamespace="http://schemas.microsoft.com/office/2006/metadata/properties" ma:root="true" ma:fieldsID="bf1d05ee2c4926ad76d21e31f2dd363e" ns1:_="" ns2:_="" ns3:_="">
    <xsd:import namespace="http://schemas.microsoft.com/sharepoint/v3"/>
    <xsd:import namespace="4bdc6d95-7621-47b1-8f62-a702a7a9d98f"/>
    <xsd:import namespace="6ba3a8a8-b9e2-49cb-aadf-2c093bcf632e"/>
    <xsd:element name="properties">
      <xsd:complexType>
        <xsd:sequence>
          <xsd:element name="documentManagement">
            <xsd:complexType>
              <xsd:all>
                <xsd:element ref="ns1:ShowCombineView" minOccurs="0"/>
                <xsd:element ref="ns1:ShowRepairView" minOccurs="0"/>
                <xsd:element ref="ns1:TemplateUrl" minOccurs="0"/>
                <xsd:element ref="ns1:xd_Prog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CombineView" ma:index="8" nillable="true" ma:displayName="Show Combine View" ma:hidden="true" ma:internalName="ShowCombineView">
      <xsd:simpleType>
        <xsd:restriction base="dms:Text"/>
      </xsd:simpleType>
    </xsd:element>
    <xsd:element name="ShowRepairView" ma:index="10" nillable="true" ma:displayName="Show Repair View" ma:hidden="true" ma:internalName="ShowRepairView">
      <xsd:simpleType>
        <xsd:restriction base="dms:Text"/>
      </xsd:simpleType>
    </xsd:element>
    <xsd:element name="TemplateUrl" ma:index="11" nillable="true" ma:displayName="Template Link" ma:hidden="true" ma:internalName="TemplateUrl">
      <xsd:simpleType>
        <xsd:restriction base="dms:Text"/>
      </xsd:simpleType>
    </xsd:element>
    <xsd:element name="xd_ProgID" ma:index="12" nillable="true" ma:displayName="HTML File Link" ma:hidden="true" ma:internalName="xd_ProgID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c6d95-7621-47b1-8f62-a702a7a9d9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5c8c406-6428-484e-a244-685067247f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a3a8a8-b9e2-49cb-aadf-2c093bcf632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8ff5065e-c2e5-47fd-b089-eb006bc5ae7a}" ma:internalName="TaxCatchAll" ma:showField="CatchAllData" ma:web="6ba3a8a8-b9e2-49cb-aadf-2c093bcf63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TaxCatchAll xmlns="6ba3a8a8-b9e2-49cb-aadf-2c093bcf632e" xsi:nil="true"/>
    <ShowRepairView xmlns="http://schemas.microsoft.com/sharepoint/v3" xsi:nil="true"/>
    <lcf76f155ced4ddcb4097134ff3c332f xmlns="4bdc6d95-7621-47b1-8f62-a702a7a9d98f">
      <Terms xmlns="http://schemas.microsoft.com/office/infopath/2007/PartnerControls"/>
    </lcf76f155ced4ddcb4097134ff3c332f>
    <ShowCombineView xmlns="http://schemas.microsoft.com/sharepoint/v3" xsi:nil="true"/>
    <xd_ProgID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C639397-4672-474C-B371-FA9AFAFE7E51}"/>
</file>

<file path=customXml/itemProps2.xml><?xml version="1.0" encoding="utf-8"?>
<ds:datastoreItem xmlns:ds="http://schemas.openxmlformats.org/officeDocument/2006/customXml" ds:itemID="{2B9AB7F4-AB0E-4584-92EF-D1D6B033CD90}"/>
</file>

<file path=customXml/itemProps3.xml><?xml version="1.0" encoding="utf-8"?>
<ds:datastoreItem xmlns:ds="http://schemas.openxmlformats.org/officeDocument/2006/customXml" ds:itemID="{EE168CA0-4EDC-48A2-97D6-B8B6BD74A4D1}"/>
</file>

<file path=docProps/app.xml><?xml version="1.0" encoding="utf-8"?>
<Properties xmlns="http://schemas.openxmlformats.org/officeDocument/2006/extended-properties" xmlns:vt="http://schemas.openxmlformats.org/officeDocument/2006/docPropsVTypes">
  <TotalTime>30119</TotalTime>
  <Words>473</Words>
  <Application>Microsoft Office PowerPoint</Application>
  <PresentationFormat>寬螢幕</PresentationFormat>
  <Paragraphs>158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12</vt:i4>
      </vt:variant>
    </vt:vector>
  </HeadingPairs>
  <TitlesOfParts>
    <vt:vector size="21" baseType="lpstr">
      <vt:lpstr>Arial</vt:lpstr>
      <vt:lpstr>Calibri</vt:lpstr>
      <vt:lpstr>Franklin Gothic Book</vt:lpstr>
      <vt:lpstr>Times New Roman</vt:lpstr>
      <vt:lpstr>Wingdings</vt:lpstr>
      <vt:lpstr>Wingdings 2</vt:lpstr>
      <vt:lpstr>Nuvoton佈景主題</vt:lpstr>
      <vt:lpstr>Nuvoton佈景主題</vt:lpstr>
      <vt:lpstr>Nuvoton佈景主題</vt:lpstr>
      <vt:lpstr>爐管新人學習進度報告</vt:lpstr>
      <vt:lpstr>報告內容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爐管新人學習進度報告</dc:title>
  <dc:creator>S220 CWChen27</dc:creator>
  <cp:lastModifiedBy>S220 JXOu</cp:lastModifiedBy>
  <cp:revision>318</cp:revision>
  <dcterms:created xsi:type="dcterms:W3CDTF">2024-08-30T08:59:27Z</dcterms:created>
  <dcterms:modified xsi:type="dcterms:W3CDTF">2025-04-30T00:22:43Z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0x01010100D00E37CF3D36214C86886AA9339343DC</vt:lpwstr>
  </property>
</Properties>
</file>