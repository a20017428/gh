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7"/>
  </p:notesMasterIdLst>
  <p:sldIdLst>
    <p:sldId id="257" r:id="rId4"/>
    <p:sldId id="262" r:id="rId5"/>
    <p:sldId id="258" r:id="rId6"/>
    <p:sldId id="415" r:id="rId7"/>
    <p:sldId id="446" r:id="rId8"/>
    <p:sldId id="447" r:id="rId9"/>
    <p:sldId id="448" r:id="rId10"/>
    <p:sldId id="419" r:id="rId11"/>
    <p:sldId id="449" r:id="rId12"/>
    <p:sldId id="450" r:id="rId13"/>
    <p:sldId id="451" r:id="rId14"/>
    <p:sldId id="414" r:id="rId15"/>
    <p:sldId id="39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258"/>
            <p14:sldId id="415"/>
            <p14:sldId id="446"/>
            <p14:sldId id="447"/>
            <p14:sldId id="448"/>
            <p14:sldId id="419"/>
            <p14:sldId id="449"/>
            <p14:sldId id="450"/>
            <p14:sldId id="451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2025/7/9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 dirty="0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EC348-F9E7-40CF-A068-836F961C15B7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07EA6-6A5D-42EE-A684-5E2C352940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FAFA-BF8A-4615-B678-9E93429EC401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1F85D-47E0-47FB-8D3F-5A0955AC54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59AA-BA96-454E-8C92-78295E73C683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89686-D657-4D1C-8F00-13410ADAFB5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8240A-06B7-49A2-AFEE-07D61E0EACF6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2619-D13C-4AD6-85EC-540D22427CA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DBEB015-20B6-4694-BF68-639EDEBCBE74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30A7008-FFE4-4D95-B96C-DE3B8D1427A2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2DB4AA9-204E-472C-AE8F-EFD35BC94D36}" type="datetime1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2025.06.23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2025.07.04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RMS 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基本功能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G/C 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基本功能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90EC69-AA1D-6BEA-2E14-978368AD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248" y="6202680"/>
            <a:ext cx="609600" cy="4572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2188233" y="471724"/>
            <a:ext cx="7815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b="1" dirty="0">
                <a:latin typeface="+mj-ea"/>
                <a:ea typeface="+mj-ea"/>
              </a:rPr>
              <a:t>學習</a:t>
            </a:r>
            <a:r>
              <a:rPr kumimoji="0" lang="zh-TW" altLang="en-US" sz="4000" b="1" dirty="0">
                <a:latin typeface="+mj-ea"/>
                <a:ea typeface="+mj-ea"/>
              </a:rPr>
              <a:t>進度表</a:t>
            </a:r>
            <a:endParaRPr kumimoji="0" lang="en-US" sz="4000" b="1" dirty="0">
              <a:latin typeface="+mj-ea"/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81646"/>
              </p:ext>
            </p:extLst>
          </p:nvPr>
        </p:nvGraphicFramePr>
        <p:xfrm>
          <a:off x="828134" y="1283015"/>
          <a:ext cx="10535730" cy="482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WSIX-2A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Replace hook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WSIX-1D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2025/06/30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值日生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8C752A54-408F-8A95-3E32-6ADE43D6CD7B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7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74B1F2-BE2A-F2B7-E989-67FB261B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Basic Function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7AD3091A-F706-8367-BF1D-F9DA4B941DD5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AF188E-786A-98EF-75F8-41B038350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396" y="1760335"/>
            <a:ext cx="5856452" cy="343783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F96D09E-84D9-85D9-4B12-131595A20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96" y="1247470"/>
            <a:ext cx="2715004" cy="436305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950EE46-F16F-1EA4-82AA-A11302826BD3}"/>
              </a:ext>
            </a:extLst>
          </p:cNvPr>
          <p:cNvSpPr txBox="1"/>
          <p:nvPr/>
        </p:nvSpPr>
        <p:spPr bwMode="auto">
          <a:xfrm>
            <a:off x="460537" y="786384"/>
            <a:ext cx="6583680" cy="44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 Logs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kumimoji="0"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PF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reference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Furnace notebook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9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B0AE5-A075-83AE-B7B8-E6F59E00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E5B0E926-2AE0-7998-710E-DFA4D93C382B}"/>
              </a:ext>
            </a:extLst>
          </p:cNvPr>
          <p:cNvSpPr txBox="1"/>
          <p:nvPr/>
        </p:nvSpPr>
        <p:spPr bwMode="auto">
          <a:xfrm>
            <a:off x="460537" y="786384"/>
            <a:ext cx="6583680" cy="44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Logs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kumimoji="0"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PF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reference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Furnace notebook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DBFD30-74E0-2F74-2B2A-45A6AF2D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Basic Function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7AD6A0E-0901-9719-3C67-1E7A59120D38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9B508F8-C432-2430-87D3-96108A254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684"/>
          <a:stretch/>
        </p:blipFill>
        <p:spPr>
          <a:xfrm>
            <a:off x="5670959" y="1070102"/>
            <a:ext cx="4667901" cy="27625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BB71188-64AC-562D-F80F-4004508E4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9" y="4116350"/>
            <a:ext cx="10869542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7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7CAF-9B6F-D414-3E1C-CE285447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65B27DCF-D45C-E1E9-B357-8056749D3479}"/>
              </a:ext>
            </a:extLst>
          </p:cNvPr>
          <p:cNvSpPr txBox="1"/>
          <p:nvPr/>
        </p:nvSpPr>
        <p:spPr bwMode="auto">
          <a:xfrm>
            <a:off x="460537" y="786384"/>
            <a:ext cx="6583680" cy="44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Logs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kumimoji="0"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PF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Reference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Furnace Notebook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4658491-EF0D-EEB7-CBEB-97246268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Basic Function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ABF1753E-AEB5-6CE3-41A5-CFB668083C84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FF3DCA-8B70-CA20-5182-7E40505F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89"/>
          <a:stretch/>
        </p:blipFill>
        <p:spPr>
          <a:xfrm>
            <a:off x="5372041" y="933887"/>
            <a:ext cx="4706007" cy="295894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64E3F3B-C8A7-CD82-39DE-B12BA3C1ED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755"/>
          <a:stretch/>
        </p:blipFill>
        <p:spPr>
          <a:xfrm>
            <a:off x="4095514" y="4444640"/>
            <a:ext cx="7259063" cy="194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8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B0E4-CA93-44E9-51AE-52B056A7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EC5B516D-B5AC-BF8B-4D8B-E991411E94F7}"/>
              </a:ext>
            </a:extLst>
          </p:cNvPr>
          <p:cNvSpPr txBox="1"/>
          <p:nvPr/>
        </p:nvSpPr>
        <p:spPr bwMode="auto">
          <a:xfrm>
            <a:off x="460537" y="786384"/>
            <a:ext cx="6583680" cy="44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Logs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kumimoji="0"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PF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Reference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Furnace Notebook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endParaRPr kumimoji="0"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9FBFD04-23B4-3345-29C1-8DA9EB74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Basic Function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4DC16F93-5264-9E55-4995-328CDD410EA0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D900C4E-D927-987A-59CE-CD10BC4B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068" y="685795"/>
            <a:ext cx="2705478" cy="423921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7F79BD1-FC34-682B-DB1F-AF05C032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49" y="5025601"/>
            <a:ext cx="10938999" cy="12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835-5CFC-705F-F3AD-0C6387F5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A42E9B-B037-F19E-4D17-E6BD1522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Control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76A86E99-F002-2DBE-AD12-6445527A4744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8A41B9-6FB3-D799-B891-D38B40C064DC}"/>
              </a:ext>
            </a:extLst>
          </p:cNvPr>
          <p:cNvSpPr txBox="1"/>
          <p:nvPr/>
        </p:nvSpPr>
        <p:spPr bwMode="auto">
          <a:xfrm>
            <a:off x="738265" y="1142922"/>
            <a:ext cx="797101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lnSpc>
                <a:spcPct val="20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常用功能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查看記憶體容量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Check 310/330 memory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系統重開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Systemreboot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監控爐管連線狀態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Communication State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進入主機重啟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CHARON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AutoNum type="arabicPeriod"/>
              <a:defRPr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EB2C178-6F04-7943-46EB-AE9A0C4A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41"/>
          <a:stretch/>
        </p:blipFill>
        <p:spPr>
          <a:xfrm>
            <a:off x="6691861" y="2508738"/>
            <a:ext cx="5312570" cy="314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3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C0E-FD89-CEA4-4F8B-918BA196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49877-25F0-56C5-EC3F-CCF5F1DF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Control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749437EB-AC7A-E9B4-5AC5-6732B34B24A0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65703D7-D75E-7E5D-87BE-5530D42773A6}"/>
              </a:ext>
            </a:extLst>
          </p:cNvPr>
          <p:cNvSpPr txBox="1"/>
          <p:nvPr/>
        </p:nvSpPr>
        <p:spPr bwMode="auto">
          <a:xfrm>
            <a:off x="738265" y="1142922"/>
            <a:ext cx="797101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lnSpc>
                <a:spcPct val="20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常用功能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查看記憶體容量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Check 310/330 memory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系統重開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Systemreboot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監控爐管連線狀態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Communication State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進入主機重啟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CHARON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AutoNum type="arabicPeriod"/>
              <a:defRPr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220" name="圖片 4">
            <a:extLst>
              <a:ext uri="{FF2B5EF4-FFF2-40B4-BE49-F238E27FC236}">
                <a16:creationId xmlns:a16="http://schemas.microsoft.com/office/drawing/2014/main" id="{4380D347-77DC-09EA-9987-A4C6B43B1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731" y="2135358"/>
            <a:ext cx="4950189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圖片 5">
            <a:extLst>
              <a:ext uri="{FF2B5EF4-FFF2-40B4-BE49-F238E27FC236}">
                <a16:creationId xmlns:a16="http://schemas.microsoft.com/office/drawing/2014/main" id="{4DD137C9-260D-0C4D-1852-10299CE6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83755"/>
            <a:ext cx="5581888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4031D56-68BA-17ED-D5B0-934CADD4E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399" y="238148"/>
            <a:ext cx="4565666" cy="18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0930-4DD6-FFC9-B7DC-49197207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3533C2-A6D5-0794-F540-492513FD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Control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C193203A-7A2B-1C3C-C511-9D7F37AAA378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5D41BF-0163-912F-8E01-9A527C174BC2}"/>
              </a:ext>
            </a:extLst>
          </p:cNvPr>
          <p:cNvSpPr txBox="1"/>
          <p:nvPr/>
        </p:nvSpPr>
        <p:spPr bwMode="auto">
          <a:xfrm>
            <a:off x="738265" y="1142922"/>
            <a:ext cx="797101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lnSpc>
                <a:spcPct val="20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常用功能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查看記憶體容量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Check 310/330 memory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系統重開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Systemreboot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監控爐管狀態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Communication State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進入主機重啟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CHARON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AutoNum type="arabicPeriod"/>
              <a:defRPr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1268" name="Picture 5">
            <a:extLst>
              <a:ext uri="{FF2B5EF4-FFF2-40B4-BE49-F238E27FC236}">
                <a16:creationId xmlns:a16="http://schemas.microsoft.com/office/drawing/2014/main" id="{F3C78A98-EA03-6B20-6191-760DE8E2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443" y="3429000"/>
            <a:ext cx="4619805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圖片 1">
            <a:extLst>
              <a:ext uri="{FF2B5EF4-FFF2-40B4-BE49-F238E27FC236}">
                <a16:creationId xmlns:a16="http://schemas.microsoft.com/office/drawing/2014/main" id="{393FC4E9-0AE6-EC87-9822-C59BC3F82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443" y="196226"/>
            <a:ext cx="461980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74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127A-6F59-BC89-86FE-BC4386BB1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55F9016-10FA-5102-A33F-95C925A3A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32" y="2829641"/>
            <a:ext cx="4729016" cy="362000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9D07811-3C9F-EF18-A9E4-1D410BFA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0"/>
            <a:ext cx="10363200" cy="78638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Control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C675B7F-D95E-97D8-D103-582807C01C03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8F83B7D-8CC9-E4F5-0444-6D1E232B1234}"/>
              </a:ext>
            </a:extLst>
          </p:cNvPr>
          <p:cNvSpPr txBox="1"/>
          <p:nvPr/>
        </p:nvSpPr>
        <p:spPr bwMode="auto">
          <a:xfrm>
            <a:off x="738265" y="1142922"/>
            <a:ext cx="797101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lnSpc>
                <a:spcPct val="20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常用功能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查看記憶體容量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Check 310/330 memory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系統重開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Systemreboot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監控爐管連線狀態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Communication State )</a:t>
            </a:r>
          </a:p>
          <a:p>
            <a:pPr marL="342900" indent="-342900" algn="just">
              <a:lnSpc>
                <a:spcPct val="200000"/>
              </a:lnSpc>
              <a:buAutoNum type="arabicPeriod"/>
              <a:defRPr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進入主機重啟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CHARON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AutoNum type="arabicPeriod"/>
              <a:defRPr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6613B86B-6CE2-DD03-EECB-A7EDD6570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32" y="789075"/>
            <a:ext cx="3519774" cy="1813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1C45A79-B5AB-DAB7-06E0-E79F418A760F}"/>
              </a:ext>
            </a:extLst>
          </p:cNvPr>
          <p:cNvSpPr txBox="1"/>
          <p:nvPr/>
        </p:nvSpPr>
        <p:spPr bwMode="auto">
          <a:xfrm>
            <a:off x="916115" y="5608647"/>
            <a:ext cx="609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P10.12.244.101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91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36" y="127064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60%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4430493" y="3044279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653D8A1-81CC-4F73-B28B-7106C7D36C2D}"/>
</file>

<file path=customXml/itemProps2.xml><?xml version="1.0" encoding="utf-8"?>
<ds:datastoreItem xmlns:ds="http://schemas.openxmlformats.org/officeDocument/2006/customXml" ds:itemID="{C200E75E-A89C-4D35-B70F-CB18EA00ADB6}"/>
</file>

<file path=customXml/itemProps3.xml><?xml version="1.0" encoding="utf-8"?>
<ds:datastoreItem xmlns:ds="http://schemas.openxmlformats.org/officeDocument/2006/customXml" ds:itemID="{F72155D7-5282-4DD9-8CCB-C0FA874C9356}"/>
</file>

<file path=docProps/app.xml><?xml version="1.0" encoding="utf-8"?>
<Properties xmlns="http://schemas.openxmlformats.org/officeDocument/2006/extended-properties" xmlns:vt="http://schemas.openxmlformats.org/officeDocument/2006/docPropsVTypes">
  <TotalTime>17553</TotalTime>
  <Words>353</Words>
  <Application>Microsoft Office PowerPoint</Application>
  <PresentationFormat>寬螢幕</PresentationFormat>
  <Paragraphs>139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Calibri</vt:lpstr>
      <vt:lpstr>Franklin Gothic Book</vt:lpstr>
      <vt:lpstr>Times New Roman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RMS Basic Function</vt:lpstr>
      <vt:lpstr>RMS Basic Function</vt:lpstr>
      <vt:lpstr>RMS Basic Function</vt:lpstr>
      <vt:lpstr>RMS Basic Function</vt:lpstr>
      <vt:lpstr>Group Control</vt:lpstr>
      <vt:lpstr>Group Control</vt:lpstr>
      <vt:lpstr>Group Control</vt:lpstr>
      <vt:lpstr>Group Control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161</cp:revision>
  <dcterms:created xsi:type="dcterms:W3CDTF">2024-08-30T08:59:27Z</dcterms:created>
  <dcterms:modified xsi:type="dcterms:W3CDTF">2025-07-09T00:49:23Z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