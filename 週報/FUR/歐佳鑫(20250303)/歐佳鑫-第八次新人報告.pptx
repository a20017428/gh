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notesSlides/notesSlide1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5126" r:id="rId1"/>
    <p:sldMasterId id="2147486561" r:id="rId2"/>
    <p:sldMasterId id="2147486562" r:id="rId3"/>
  </p:sldMasterIdLst>
  <p:notesMasterIdLst>
    <p:notesMasterId r:id="rId12"/>
  </p:notesMasterIdLst>
  <p:sldIdLst>
    <p:sldId id="257" r:id="rId4"/>
    <p:sldId id="262" r:id="rId5"/>
    <p:sldId id="258" r:id="rId6"/>
    <p:sldId id="396" r:id="rId7"/>
    <p:sldId id="397" r:id="rId8"/>
    <p:sldId id="398" r:id="rId9"/>
    <p:sldId id="414" r:id="rId10"/>
    <p:sldId id="39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15A48709-1322-4E05-97E7-9A291CDB9E39}">
          <p14:sldIdLst>
            <p14:sldId id="257"/>
            <p14:sldId id="262"/>
            <p14:sldId id="258"/>
            <p14:sldId id="396"/>
            <p14:sldId id="397"/>
            <p14:sldId id="398"/>
            <p14:sldId id="414"/>
            <p14:sldId id="39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50"/>
    <a:srgbClr val="FFCC66"/>
    <a:srgbClr val="3399FF"/>
    <a:srgbClr val="0033CC"/>
    <a:srgbClr val="FFCC00"/>
    <a:srgbClr val="FFFFFF"/>
    <a:srgbClr val="FFFF99"/>
    <a:srgbClr val="FF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458" autoAdjust="0"/>
    <p:restoredTop sz="94941" autoAdjust="0"/>
  </p:normalViewPr>
  <p:slideViewPr>
    <p:cSldViewPr snapToGrid="0">
      <p:cViewPr varScale="1">
        <p:scale>
          <a:sx n="105" d="100"/>
          <a:sy n="105" d="100"/>
        </p:scale>
        <p:origin x="750" y="10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presProps" Target="presProps.xml"/><Relationship Id="rId18" Type="http://schemas.openxmlformats.org/officeDocument/2006/relationships/customXml" Target="../customXml/item2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notesMaster" Target="notesMasters/notesMaster1.xml"/><Relationship Id="rId17" Type="http://schemas.openxmlformats.org/officeDocument/2006/relationships/customXml" Target="../customXml/item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customXml" Target="../customXml/item3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603CBA-556B-494F-B75C-E8C7055D8952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E8AE13-1A93-4F37-9380-BD77ABBAA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3791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Image Placeholder 1">
            <a:extLst>
              <a:ext uri="{FF2B5EF4-FFF2-40B4-BE49-F238E27FC236}">
                <a16:creationId xmlns:a16="http://schemas.microsoft.com/office/drawing/2014/main" id="{1383A579-E5BC-4769-0BD8-5479F1E6576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Notes Placeholder 2">
            <a:extLst>
              <a:ext uri="{FF2B5EF4-FFF2-40B4-BE49-F238E27FC236}">
                <a16:creationId xmlns:a16="http://schemas.microsoft.com/office/drawing/2014/main" id="{C024931E-E5D8-1D57-013A-32417A92BA2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9220" name="Date Placeholder 3">
            <a:extLst>
              <a:ext uri="{FF2B5EF4-FFF2-40B4-BE49-F238E27FC236}">
                <a16:creationId xmlns:a16="http://schemas.microsoft.com/office/drawing/2014/main" id="{5A24A3B2-D382-15B5-CF08-F504697ADBE3}"/>
              </a:ext>
            </a:extLst>
          </p:cNvPr>
          <p:cNvSpPr>
            <a:spLocks noGrp="1"/>
          </p:cNvSpPr>
          <p:nvPr>
            <p:ph type="dt" sz="quarter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A73B7C94-5FE6-4279-BE34-E7BBA22CE8B4}" type="datetime1">
              <a:rPr lang="zh-TW" altLang="en-US" smtClean="0"/>
              <a:pPr>
                <a:spcBef>
                  <a:spcPct val="0"/>
                </a:spcBef>
              </a:pPr>
              <a:t>2025/6/25</a:t>
            </a:fld>
            <a:endParaRPr lang="zh-TW" altLang="en-US"/>
          </a:p>
        </p:txBody>
      </p:sp>
      <p:sp>
        <p:nvSpPr>
          <p:cNvPr id="9221" name="Slide Number Placeholder 4">
            <a:extLst>
              <a:ext uri="{FF2B5EF4-FFF2-40B4-BE49-F238E27FC236}">
                <a16:creationId xmlns:a16="http://schemas.microsoft.com/office/drawing/2014/main" id="{030C96D0-3EE2-BD9A-62F0-3F9CCD2884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851D3B89-92F8-4AE4-BBFB-64AB9BF8DFC7}" type="slidenum">
              <a:rPr lang="zh-TW" altLang="en-US" smtClean="0"/>
              <a:pPr>
                <a:spcBef>
                  <a:spcPct val="0"/>
                </a:spcBef>
              </a:pPr>
              <a:t>1</a:t>
            </a:fld>
            <a:endParaRPr lang="zh-TW" altLang="en-US"/>
          </a:p>
        </p:txBody>
      </p:sp>
      <p:sp>
        <p:nvSpPr>
          <p:cNvPr id="9222" name="Footer Placeholder 1">
            <a:extLst>
              <a:ext uri="{FF2B5EF4-FFF2-40B4-BE49-F238E27FC236}">
                <a16:creationId xmlns:a16="http://schemas.microsoft.com/office/drawing/2014/main" id="{0D5776AA-C13E-9951-8404-0D9616AFBBF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TW"/>
              <a:t>Confidential</a:t>
            </a:r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1">
            <a:extLst>
              <a:ext uri="{FF2B5EF4-FFF2-40B4-BE49-F238E27FC236}">
                <a16:creationId xmlns:a16="http://schemas.microsoft.com/office/drawing/2014/main" id="{93948964-B601-5F74-9FEF-0E14E8779D1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 useBgFill="1">
        <p:nvSpPr>
          <p:cNvPr id="3" name="圓角矩形 14">
            <a:extLst>
              <a:ext uri="{FF2B5EF4-FFF2-40B4-BE49-F238E27FC236}">
                <a16:creationId xmlns:a16="http://schemas.microsoft.com/office/drawing/2014/main" id="{071881FD-7BCE-F5E6-9E91-AEAF6541FEDE}"/>
              </a:ext>
            </a:extLst>
          </p:cNvPr>
          <p:cNvSpPr/>
          <p:nvPr/>
        </p:nvSpPr>
        <p:spPr>
          <a:xfrm>
            <a:off x="86785" y="69851"/>
            <a:ext cx="12018433" cy="6691313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4" name="矩形 15">
            <a:extLst>
              <a:ext uri="{FF2B5EF4-FFF2-40B4-BE49-F238E27FC236}">
                <a16:creationId xmlns:a16="http://schemas.microsoft.com/office/drawing/2014/main" id="{C6B33A2E-5248-9D08-3064-022F4E755D5C}"/>
              </a:ext>
            </a:extLst>
          </p:cNvPr>
          <p:cNvSpPr/>
          <p:nvPr/>
        </p:nvSpPr>
        <p:spPr>
          <a:xfrm>
            <a:off x="84667" y="1449389"/>
            <a:ext cx="12026900" cy="15271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5" name="矩形 16">
            <a:extLst>
              <a:ext uri="{FF2B5EF4-FFF2-40B4-BE49-F238E27FC236}">
                <a16:creationId xmlns:a16="http://schemas.microsoft.com/office/drawing/2014/main" id="{4EA2F337-C835-EC00-838D-BDC1B13434DA}"/>
              </a:ext>
            </a:extLst>
          </p:cNvPr>
          <p:cNvSpPr/>
          <p:nvPr/>
        </p:nvSpPr>
        <p:spPr>
          <a:xfrm>
            <a:off x="84667" y="1397000"/>
            <a:ext cx="12026900" cy="12065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6" name="矩形 17">
            <a:extLst>
              <a:ext uri="{FF2B5EF4-FFF2-40B4-BE49-F238E27FC236}">
                <a16:creationId xmlns:a16="http://schemas.microsoft.com/office/drawing/2014/main" id="{210A62F9-4E5B-4E49-5C0B-3AF46F5E690A}"/>
              </a:ext>
            </a:extLst>
          </p:cNvPr>
          <p:cNvSpPr/>
          <p:nvPr/>
        </p:nvSpPr>
        <p:spPr>
          <a:xfrm>
            <a:off x="84667" y="2976564"/>
            <a:ext cx="12026900" cy="1111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pic>
        <p:nvPicPr>
          <p:cNvPr id="7" name="Picture 16" descr="PPT-1">
            <a:extLst>
              <a:ext uri="{FF2B5EF4-FFF2-40B4-BE49-F238E27FC236}">
                <a16:creationId xmlns:a16="http://schemas.microsoft.com/office/drawing/2014/main" id="{8E17E82D-72D5-5FC1-2991-754BE273E7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1727200" y="3200400"/>
            <a:ext cx="85344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TW" altLang="en-US"/>
              <a:t>按一下以編輯母片副標題樣式</a:t>
            </a:r>
            <a:endParaRPr 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609600" y="1505931"/>
            <a:ext cx="109728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10" name="日期版面配置區 27">
            <a:extLst>
              <a:ext uri="{FF2B5EF4-FFF2-40B4-BE49-F238E27FC236}">
                <a16:creationId xmlns:a16="http://schemas.microsoft.com/office/drawing/2014/main" id="{BD2FD556-1E8D-978D-8031-64CEA7920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3EC348-F9E7-40CF-A068-836F961C15B7}" type="datetime1">
              <a:rPr lang="zh-TW" altLang="en-US" smtClean="0"/>
              <a:t>2025/6/25</a:t>
            </a:fld>
            <a:endParaRPr lang="zh-TW" altLang="en-US"/>
          </a:p>
        </p:txBody>
      </p:sp>
      <p:sp>
        <p:nvSpPr>
          <p:cNvPr id="11" name="頁尾版面配置區 16">
            <a:extLst>
              <a:ext uri="{FF2B5EF4-FFF2-40B4-BE49-F238E27FC236}">
                <a16:creationId xmlns:a16="http://schemas.microsoft.com/office/drawing/2014/main" id="{C5F589C9-7FD9-AA97-C2F2-D7CBDCB37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2" name="投影片編號版面配置區 28">
            <a:extLst>
              <a:ext uri="{FF2B5EF4-FFF2-40B4-BE49-F238E27FC236}">
                <a16:creationId xmlns:a16="http://schemas.microsoft.com/office/drawing/2014/main" id="{915A38FB-B35C-36A1-E93D-FFE8CC5B3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607EA6-6A5D-42EE-A684-5E2C35294015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334028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3">
            <a:extLst>
              <a:ext uri="{FF2B5EF4-FFF2-40B4-BE49-F238E27FC236}">
                <a16:creationId xmlns:a16="http://schemas.microsoft.com/office/drawing/2014/main" id="{B60C7712-2490-64CE-C962-04CB51C66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4BFAFA-BF8A-4615-B678-9E93429EC401}" type="datetime1">
              <a:rPr lang="zh-TW" altLang="en-US" smtClean="0"/>
              <a:t>2025/6/25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979A2AF1-0C91-E757-702C-CB434F965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投影片編號版面配置區 22">
            <a:extLst>
              <a:ext uri="{FF2B5EF4-FFF2-40B4-BE49-F238E27FC236}">
                <a16:creationId xmlns:a16="http://schemas.microsoft.com/office/drawing/2014/main" id="{BF39A63A-9021-EF74-F7F5-EB1BB0E4F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91F85D-47E0-47FB-8D3F-5A0955AC54F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7539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8" name="內容版面配置區 7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10363200" cy="45720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3" name="日期版面配置區 13">
            <a:extLst>
              <a:ext uri="{FF2B5EF4-FFF2-40B4-BE49-F238E27FC236}">
                <a16:creationId xmlns:a16="http://schemas.microsoft.com/office/drawing/2014/main" id="{F82F6023-397D-654B-AB6C-9555436C9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0159AA-BA96-454E-8C92-78295E73C683}" type="datetime1">
              <a:rPr lang="zh-TW" altLang="en-US" smtClean="0"/>
              <a:t>2025/6/25</a:t>
            </a:fld>
            <a:endParaRPr lang="zh-TW" altLang="en-US"/>
          </a:p>
        </p:txBody>
      </p:sp>
      <p:sp>
        <p:nvSpPr>
          <p:cNvPr id="4" name="頁尾版面配置區 2">
            <a:extLst>
              <a:ext uri="{FF2B5EF4-FFF2-40B4-BE49-F238E27FC236}">
                <a16:creationId xmlns:a16="http://schemas.microsoft.com/office/drawing/2014/main" id="{A8E9F694-C3E7-AF0A-9ECA-7FFC4D481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投影片編號版面配置區 22">
            <a:extLst>
              <a:ext uri="{FF2B5EF4-FFF2-40B4-BE49-F238E27FC236}">
                <a16:creationId xmlns:a16="http://schemas.microsoft.com/office/drawing/2014/main" id="{AE2A6D49-CC69-5D57-9870-3871589DB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A89686-D657-4D1C-8F00-13410ADAFB5B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44859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8" name="內容版面配置區 7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10363200" cy="45720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3" name="日期版面配置區 13">
            <a:extLst>
              <a:ext uri="{FF2B5EF4-FFF2-40B4-BE49-F238E27FC236}">
                <a16:creationId xmlns:a16="http://schemas.microsoft.com/office/drawing/2014/main" id="{7564BF86-3697-513D-39F9-7C704EDB5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38240A-06B7-49A2-AFEE-07D61E0EACF6}" type="datetime1">
              <a:rPr lang="zh-TW" altLang="en-US" smtClean="0"/>
              <a:t>2025/6/25</a:t>
            </a:fld>
            <a:endParaRPr lang="zh-TW" altLang="en-US"/>
          </a:p>
        </p:txBody>
      </p:sp>
      <p:sp>
        <p:nvSpPr>
          <p:cNvPr id="4" name="頁尾版面配置區 2">
            <a:extLst>
              <a:ext uri="{FF2B5EF4-FFF2-40B4-BE49-F238E27FC236}">
                <a16:creationId xmlns:a16="http://schemas.microsoft.com/office/drawing/2014/main" id="{76723FDB-FBC5-5A03-2D5C-4483C7883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投影片編號版面配置區 22">
            <a:extLst>
              <a:ext uri="{FF2B5EF4-FFF2-40B4-BE49-F238E27FC236}">
                <a16:creationId xmlns:a16="http://schemas.microsoft.com/office/drawing/2014/main" id="{032736D5-1B51-8418-6BF1-5592C9C5B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742619-D13C-4AD6-85EC-540D22427CA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57100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384337C9-2388-5B28-8909-95D171FE6E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 useBgFill="1">
        <p:nvSpPr>
          <p:cNvPr id="8" name="圓角矩形 7">
            <a:extLst>
              <a:ext uri="{FF2B5EF4-FFF2-40B4-BE49-F238E27FC236}">
                <a16:creationId xmlns:a16="http://schemas.microsoft.com/office/drawing/2014/main" id="{E17E8D88-9880-F96A-CD67-62736BD5CF7F}"/>
              </a:ext>
            </a:extLst>
          </p:cNvPr>
          <p:cNvSpPr/>
          <p:nvPr/>
        </p:nvSpPr>
        <p:spPr>
          <a:xfrm>
            <a:off x="84668" y="69850"/>
            <a:ext cx="12018433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1028" name="標題版面配置區 21">
            <a:extLst>
              <a:ext uri="{FF2B5EF4-FFF2-40B4-BE49-F238E27FC236}">
                <a16:creationId xmlns:a16="http://schemas.microsoft.com/office/drawing/2014/main" id="{36A36B28-B404-E590-EFA8-2D4B450D459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219200" y="274638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  <a:endParaRPr lang="en-US" altLang="zh-TW"/>
          </a:p>
        </p:txBody>
      </p:sp>
      <p:sp>
        <p:nvSpPr>
          <p:cNvPr id="1029" name="文字版面配置區 12">
            <a:extLst>
              <a:ext uri="{FF2B5EF4-FFF2-40B4-BE49-F238E27FC236}">
                <a16:creationId xmlns:a16="http://schemas.microsoft.com/office/drawing/2014/main" id="{2E57F6BA-72D7-9D4C-46D3-362B2D29BF3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219200" y="1447800"/>
            <a:ext cx="103632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altLang="zh-TW"/>
          </a:p>
        </p:txBody>
      </p:sp>
      <p:sp>
        <p:nvSpPr>
          <p:cNvPr id="14" name="日期版面配置區 13">
            <a:extLst>
              <a:ext uri="{FF2B5EF4-FFF2-40B4-BE49-F238E27FC236}">
                <a16:creationId xmlns:a16="http://schemas.microsoft.com/office/drawing/2014/main" id="{FA88CDDF-ECBA-E57B-B025-ADB3AA3EAB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4DBEB015-20B6-4694-BF68-639EDEBCBE74}" type="datetime1">
              <a:rPr lang="zh-TW" altLang="en-US" smtClean="0"/>
              <a:t>2025/6/25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7CE5C686-2E65-18C9-5570-74F302188E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3" name="投影片編號版面配置區 22">
            <a:extLst>
              <a:ext uri="{FF2B5EF4-FFF2-40B4-BE49-F238E27FC236}">
                <a16:creationId xmlns:a16="http://schemas.microsoft.com/office/drawing/2014/main" id="{2B3E8A65-EFC1-37C3-95FC-8EE7152B94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733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prstTxWarp prst="textNoShape">
              <a:avLst/>
            </a:prstTxWarp>
            <a:noAutofit/>
          </a:bodyPr>
          <a:lstStyle>
            <a:lvl1pPr algn="ctr" eaLnBrk="1" hangingPunct="1">
              <a:defRPr kumimoji="0" sz="1400">
                <a:solidFill>
                  <a:srgbClr val="FFFFFF"/>
                </a:solidFill>
                <a:latin typeface="Franklin Gothic Book" panose="020B0503020102020204" pitchFamily="34" charset="0"/>
                <a:ea typeface="微軟正黑體" panose="020B0604030504040204" pitchFamily="34" charset="-120"/>
              </a:defRPr>
            </a:lvl1pPr>
          </a:lstStyle>
          <a:p>
            <a:pPr>
              <a:defRPr/>
            </a:pPr>
            <a:fld id="{0F5D8898-DB19-44FA-BEDD-D7F23B2A9E7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  <p:pic>
        <p:nvPicPr>
          <p:cNvPr id="1033" name="Picture 13" descr="PPT-2">
            <a:extLst>
              <a:ext uri="{FF2B5EF4-FFF2-40B4-BE49-F238E27FC236}">
                <a16:creationId xmlns:a16="http://schemas.microsoft.com/office/drawing/2014/main" id="{FD57725F-858F-F77B-6A82-9B35521260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4" name="Picture 4">
            <a:extLst>
              <a:ext uri="{FF2B5EF4-FFF2-40B4-BE49-F238E27FC236}">
                <a16:creationId xmlns:a16="http://schemas.microsoft.com/office/drawing/2014/main" id="{268BFE68-CF8B-4DF8-64A7-989D3D7147F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6560" r:id="rId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384337C9-2388-5B28-8909-95D171FE6E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 useBgFill="1">
        <p:nvSpPr>
          <p:cNvPr id="8" name="圓角矩形 7">
            <a:extLst>
              <a:ext uri="{FF2B5EF4-FFF2-40B4-BE49-F238E27FC236}">
                <a16:creationId xmlns:a16="http://schemas.microsoft.com/office/drawing/2014/main" id="{E17E8D88-9880-F96A-CD67-62736BD5CF7F}"/>
              </a:ext>
            </a:extLst>
          </p:cNvPr>
          <p:cNvSpPr/>
          <p:nvPr/>
        </p:nvSpPr>
        <p:spPr>
          <a:xfrm>
            <a:off x="84668" y="69850"/>
            <a:ext cx="12018433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1028" name="標題版面配置區 21">
            <a:extLst>
              <a:ext uri="{FF2B5EF4-FFF2-40B4-BE49-F238E27FC236}">
                <a16:creationId xmlns:a16="http://schemas.microsoft.com/office/drawing/2014/main" id="{36A36B28-B404-E590-EFA8-2D4B450D459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219200" y="274638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  <a:endParaRPr lang="en-US" altLang="zh-TW"/>
          </a:p>
        </p:txBody>
      </p:sp>
      <p:sp>
        <p:nvSpPr>
          <p:cNvPr id="1029" name="文字版面配置區 12">
            <a:extLst>
              <a:ext uri="{FF2B5EF4-FFF2-40B4-BE49-F238E27FC236}">
                <a16:creationId xmlns:a16="http://schemas.microsoft.com/office/drawing/2014/main" id="{2E57F6BA-72D7-9D4C-46D3-362B2D29BF3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219200" y="1447800"/>
            <a:ext cx="103632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altLang="zh-TW"/>
          </a:p>
        </p:txBody>
      </p:sp>
      <p:sp>
        <p:nvSpPr>
          <p:cNvPr id="14" name="日期版面配置區 13">
            <a:extLst>
              <a:ext uri="{FF2B5EF4-FFF2-40B4-BE49-F238E27FC236}">
                <a16:creationId xmlns:a16="http://schemas.microsoft.com/office/drawing/2014/main" id="{FA88CDDF-ECBA-E57B-B025-ADB3AA3EAB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E30A7008-FFE4-4D95-B96C-DE3B8D1427A2}" type="datetime1">
              <a:rPr lang="zh-TW" altLang="en-US" smtClean="0"/>
              <a:t>2025/6/25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7CE5C686-2E65-18C9-5570-74F302188E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3" name="投影片編號版面配置區 22">
            <a:extLst>
              <a:ext uri="{FF2B5EF4-FFF2-40B4-BE49-F238E27FC236}">
                <a16:creationId xmlns:a16="http://schemas.microsoft.com/office/drawing/2014/main" id="{2B3E8A65-EFC1-37C3-95FC-8EE7152B94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733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prstTxWarp prst="textNoShape">
              <a:avLst/>
            </a:prstTxWarp>
            <a:noAutofit/>
          </a:bodyPr>
          <a:lstStyle>
            <a:lvl1pPr algn="ctr" eaLnBrk="1" hangingPunct="1">
              <a:defRPr kumimoji="0" sz="1400">
                <a:solidFill>
                  <a:srgbClr val="FFFFFF"/>
                </a:solidFill>
                <a:latin typeface="Franklin Gothic Book" panose="020B0503020102020204" pitchFamily="34" charset="0"/>
                <a:ea typeface="微軟正黑體" panose="020B0604030504040204" pitchFamily="34" charset="-120"/>
              </a:defRPr>
            </a:lvl1pPr>
          </a:lstStyle>
          <a:p>
            <a:pPr>
              <a:defRPr/>
            </a:pPr>
            <a:fld id="{0F5D8898-DB19-44FA-BEDD-D7F23B2A9E7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  <p:pic>
        <p:nvPicPr>
          <p:cNvPr id="1033" name="Picture 13" descr="PPT-2">
            <a:extLst>
              <a:ext uri="{FF2B5EF4-FFF2-40B4-BE49-F238E27FC236}">
                <a16:creationId xmlns:a16="http://schemas.microsoft.com/office/drawing/2014/main" id="{FD57725F-858F-F77B-6A82-9B35521260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4" name="Picture 4">
            <a:extLst>
              <a:ext uri="{FF2B5EF4-FFF2-40B4-BE49-F238E27FC236}">
                <a16:creationId xmlns:a16="http://schemas.microsoft.com/office/drawing/2014/main" id="{268BFE68-CF8B-4DF8-64A7-989D3D7147F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6556" r:id="rId1"/>
    <p:sldLayoutId id="2147486563" r:id="rId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8ACA367A-882D-7192-B17B-44C2A3D2CE2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 useBgFill="1">
        <p:nvSpPr>
          <p:cNvPr id="8" name="圓角矩形 7">
            <a:extLst>
              <a:ext uri="{FF2B5EF4-FFF2-40B4-BE49-F238E27FC236}">
                <a16:creationId xmlns:a16="http://schemas.microsoft.com/office/drawing/2014/main" id="{A38EBA1D-A29F-EDA1-7BB2-9C61F6B0300E}"/>
              </a:ext>
            </a:extLst>
          </p:cNvPr>
          <p:cNvSpPr/>
          <p:nvPr/>
        </p:nvSpPr>
        <p:spPr>
          <a:xfrm>
            <a:off x="84668" y="69850"/>
            <a:ext cx="12018433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1028" name="標題版面配置區 21">
            <a:extLst>
              <a:ext uri="{FF2B5EF4-FFF2-40B4-BE49-F238E27FC236}">
                <a16:creationId xmlns:a16="http://schemas.microsoft.com/office/drawing/2014/main" id="{7A5413F6-6096-01DE-B28D-A1F8553331AB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219200" y="274638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  <a:endParaRPr lang="en-US" altLang="zh-TW"/>
          </a:p>
        </p:txBody>
      </p:sp>
      <p:sp>
        <p:nvSpPr>
          <p:cNvPr id="1029" name="文字版面配置區 12">
            <a:extLst>
              <a:ext uri="{FF2B5EF4-FFF2-40B4-BE49-F238E27FC236}">
                <a16:creationId xmlns:a16="http://schemas.microsoft.com/office/drawing/2014/main" id="{42ADAA46-1516-E7C5-92A1-B9503EA074B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219200" y="1447800"/>
            <a:ext cx="103632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altLang="zh-TW"/>
          </a:p>
        </p:txBody>
      </p:sp>
      <p:sp>
        <p:nvSpPr>
          <p:cNvPr id="14" name="日期版面配置區 13">
            <a:extLst>
              <a:ext uri="{FF2B5EF4-FFF2-40B4-BE49-F238E27FC236}">
                <a16:creationId xmlns:a16="http://schemas.microsoft.com/office/drawing/2014/main" id="{3BABAF81-C92D-D039-F2FD-9F301A2F58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B2DB4AA9-204E-472C-AE8F-EFD35BC94D36}" type="datetime1">
              <a:rPr lang="zh-TW" altLang="en-US" smtClean="0"/>
              <a:t>2025/6/25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263C295-83C0-24B3-8214-0782E42423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3" name="投影片編號版面配置區 22">
            <a:extLst>
              <a:ext uri="{FF2B5EF4-FFF2-40B4-BE49-F238E27FC236}">
                <a16:creationId xmlns:a16="http://schemas.microsoft.com/office/drawing/2014/main" id="{E6CE4E58-7DDF-F2CF-81B2-432A9B4196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733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prstTxWarp prst="textNoShape">
              <a:avLst/>
            </a:prstTxWarp>
            <a:noAutofit/>
          </a:bodyPr>
          <a:lstStyle>
            <a:lvl1pPr algn="ctr" eaLnBrk="1" hangingPunct="1">
              <a:defRPr kumimoji="0" sz="1400">
                <a:solidFill>
                  <a:srgbClr val="FFFFFF"/>
                </a:solidFill>
                <a:latin typeface="Franklin Gothic Book" panose="020B0503020102020204" pitchFamily="34" charset="0"/>
                <a:ea typeface="微軟正黑體" panose="020B0604030504040204" pitchFamily="34" charset="-120"/>
              </a:defRPr>
            </a:lvl1pPr>
          </a:lstStyle>
          <a:p>
            <a:pPr>
              <a:defRPr/>
            </a:pPr>
            <a:fld id="{477A85AA-6901-49A4-8B15-B60C7FA1975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  <p:pic>
        <p:nvPicPr>
          <p:cNvPr id="1033" name="Picture 13" descr="PPT-2">
            <a:extLst>
              <a:ext uri="{FF2B5EF4-FFF2-40B4-BE49-F238E27FC236}">
                <a16:creationId xmlns:a16="http://schemas.microsoft.com/office/drawing/2014/main" id="{37EDA9CC-080B-1272-0277-96202D80AF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4" name="Picture 4">
            <a:extLst>
              <a:ext uri="{FF2B5EF4-FFF2-40B4-BE49-F238E27FC236}">
                <a16:creationId xmlns:a16="http://schemas.microsoft.com/office/drawing/2014/main" id="{EC591AF3-19AB-CD23-F56F-F2E37EC8638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640" r:id="rId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973BE4E2-D419-379C-FF06-550F961007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38501" y="1785938"/>
            <a:ext cx="5707063" cy="1808162"/>
          </a:xfrm>
        </p:spPr>
        <p:txBody>
          <a:bodyPr/>
          <a:lstStyle/>
          <a:p>
            <a:pPr eaLnBrk="1" hangingPunct="1"/>
            <a:r>
              <a:rPr lang="zh-TW" altLang="en-US" b="1" dirty="0">
                <a:solidFill>
                  <a:srgbClr val="FF0000"/>
                </a:solidFill>
                <a:latin typeface="+mj-ea"/>
              </a:rPr>
              <a:t>爐管新人學習進度報告</a:t>
            </a:r>
          </a:p>
        </p:txBody>
      </p:sp>
      <p:sp>
        <p:nvSpPr>
          <p:cNvPr id="8195" name="TextBox 2">
            <a:extLst>
              <a:ext uri="{FF2B5EF4-FFF2-40B4-BE49-F238E27FC236}">
                <a16:creationId xmlns:a16="http://schemas.microsoft.com/office/drawing/2014/main" id="{0AA403FC-31D4-B034-8843-465897B928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13" y="3929064"/>
            <a:ext cx="432276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200" dirty="0">
                <a:solidFill>
                  <a:schemeClr val="bg2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2025.06.09</a:t>
            </a:r>
            <a:r>
              <a:rPr lang="zh-TW" altLang="en-US" sz="3200" dirty="0">
                <a:solidFill>
                  <a:schemeClr val="bg2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200" dirty="0">
                <a:solidFill>
                  <a:schemeClr val="bg2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~</a:t>
            </a:r>
            <a:r>
              <a:rPr lang="zh-TW" altLang="en-US" sz="3200" dirty="0">
                <a:solidFill>
                  <a:schemeClr val="bg2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200" dirty="0">
                <a:solidFill>
                  <a:schemeClr val="bg2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2025.06.20</a:t>
            </a:r>
            <a:endParaRPr lang="zh-TW" altLang="en-US" sz="3200" dirty="0">
              <a:solidFill>
                <a:schemeClr val="bg2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B2B95EB6-525A-1DAA-77C4-908C6CD23B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7703" y="5483543"/>
            <a:ext cx="4322762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solidFill>
                  <a:schemeClr val="bg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JXOu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400" dirty="0">
                <a:solidFill>
                  <a:schemeClr val="bg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歐佳鑫</a:t>
            </a:r>
          </a:p>
        </p:txBody>
      </p:sp>
    </p:spTree>
    <p:extLst>
      <p:ext uri="{BB962C8B-B14F-4D97-AF65-F5344CB8AC3E}">
        <p14:creationId xmlns:p14="http://schemas.microsoft.com/office/powerpoint/2010/main" val="24339336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標題 1">
            <a:extLst>
              <a:ext uri="{FF2B5EF4-FFF2-40B4-BE49-F238E27FC236}">
                <a16:creationId xmlns:a16="http://schemas.microsoft.com/office/drawing/2014/main" id="{2FEE92D0-4D5D-5396-1EE0-2AED1E8D2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報告內容</a:t>
            </a:r>
          </a:p>
        </p:txBody>
      </p:sp>
      <p:sp>
        <p:nvSpPr>
          <p:cNvPr id="10243" name="內容版面配置區 2">
            <a:extLst>
              <a:ext uri="{FF2B5EF4-FFF2-40B4-BE49-F238E27FC236}">
                <a16:creationId xmlns:a16="http://schemas.microsoft.com/office/drawing/2014/main" id="{4813D479-8C75-6C8A-D2D6-76560027E02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219200" y="1630680"/>
            <a:ext cx="10363200" cy="4572000"/>
          </a:xfrm>
        </p:spPr>
        <p:txBody>
          <a:bodyPr/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  <a:defRPr/>
            </a:pPr>
            <a:r>
              <a:rPr lang="zh-TW" altLang="en-US" sz="2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兩週學習內容</a:t>
            </a:r>
            <a:endParaRPr lang="en-US" altLang="zh-TW" sz="28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US" altLang="zh-TW" sz="2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Replace Driver &amp;</a:t>
            </a:r>
            <a:r>
              <a:rPr lang="zh-TW" altLang="en-US" sz="2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Replace TEOS </a:t>
            </a:r>
            <a:r>
              <a:rPr lang="zh-TW" altLang="en-US" sz="2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鋼瓶流程</a:t>
            </a:r>
            <a:endParaRPr lang="en-US" altLang="zh-TW" sz="28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  <a:defRPr/>
            </a:pPr>
            <a:endParaRPr lang="en-US" altLang="zh-TW" sz="28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>
              <a:defRPr/>
            </a:pPr>
            <a:endParaRPr lang="en-US" altLang="zh-TW" dirty="0">
              <a:latin typeface="+mj-ea"/>
              <a:ea typeface="+mj-ea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990EC69-AA1D-6BEA-2E14-978368AD4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248" y="6202680"/>
            <a:ext cx="609600" cy="457200"/>
          </a:xfrm>
          <a:solidFill>
            <a:schemeClr val="bg1"/>
          </a:solidFill>
          <a:ln>
            <a:solidFill>
              <a:schemeClr val="bg1"/>
            </a:solidFill>
          </a:ln>
        </p:spPr>
        <p:txBody>
          <a:bodyPr/>
          <a:lstStyle/>
          <a:p>
            <a:pPr>
              <a:defRPr/>
            </a:pPr>
            <a:r>
              <a:rPr lang="en-US" altLang="zh-TW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84663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2AC4840B-C244-D3B5-A99D-692D4843859C}"/>
              </a:ext>
            </a:extLst>
          </p:cNvPr>
          <p:cNvSpPr txBox="1"/>
          <p:nvPr/>
        </p:nvSpPr>
        <p:spPr bwMode="auto">
          <a:xfrm>
            <a:off x="2188233" y="471724"/>
            <a:ext cx="7815531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algn="ctr">
              <a:buFont typeface="Wingdings 2" panose="05020102010507070707" pitchFamily="18" charset="2"/>
              <a:buNone/>
            </a:pPr>
            <a:r>
              <a:rPr lang="zh-TW" altLang="en-US" sz="4000" b="1" dirty="0">
                <a:latin typeface="+mj-ea"/>
                <a:ea typeface="+mj-ea"/>
              </a:rPr>
              <a:t>學習</a:t>
            </a:r>
            <a:r>
              <a:rPr kumimoji="0" lang="zh-TW" altLang="en-US" sz="4000" b="1" dirty="0">
                <a:latin typeface="+mj-ea"/>
                <a:ea typeface="+mj-ea"/>
              </a:rPr>
              <a:t>進度表</a:t>
            </a:r>
            <a:endParaRPr kumimoji="0" lang="en-US" sz="4000" b="1" dirty="0">
              <a:latin typeface="+mj-ea"/>
              <a:ea typeface="+mj-ea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D0794E7C-4C19-67EB-C198-C9B7DB9AA7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3700628"/>
              </p:ext>
            </p:extLst>
          </p:nvPr>
        </p:nvGraphicFramePr>
        <p:xfrm>
          <a:off x="828134" y="1283015"/>
          <a:ext cx="10535730" cy="48265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8160">
                  <a:extLst>
                    <a:ext uri="{9D8B030D-6E8A-4147-A177-3AD203B41FA5}">
                      <a16:colId xmlns:a16="http://schemas.microsoft.com/office/drawing/2014/main" val="499691193"/>
                    </a:ext>
                  </a:extLst>
                </a:gridCol>
                <a:gridCol w="3959525">
                  <a:extLst>
                    <a:ext uri="{9D8B030D-6E8A-4147-A177-3AD203B41FA5}">
                      <a16:colId xmlns:a16="http://schemas.microsoft.com/office/drawing/2014/main" val="2763126434"/>
                    </a:ext>
                  </a:extLst>
                </a:gridCol>
                <a:gridCol w="1984075">
                  <a:extLst>
                    <a:ext uri="{9D8B030D-6E8A-4147-A177-3AD203B41FA5}">
                      <a16:colId xmlns:a16="http://schemas.microsoft.com/office/drawing/2014/main" val="1514208284"/>
                    </a:ext>
                  </a:extLst>
                </a:gridCol>
                <a:gridCol w="2863970">
                  <a:extLst>
                    <a:ext uri="{9D8B030D-6E8A-4147-A177-3AD203B41FA5}">
                      <a16:colId xmlns:a16="http://schemas.microsoft.com/office/drawing/2014/main" val="3810114816"/>
                    </a:ext>
                  </a:extLst>
                </a:gridCol>
              </a:tblGrid>
              <a:tr h="509968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日期</a:t>
                      </a:r>
                      <a:endParaRPr lang="en-US" sz="20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課程</a:t>
                      </a:r>
                      <a:endParaRPr lang="en-US" sz="20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機台</a:t>
                      </a:r>
                      <a:endParaRPr lang="en-US" sz="20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內容</a:t>
                      </a:r>
                      <a:endParaRPr lang="en-US" sz="20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5326607"/>
                  </a:ext>
                </a:extLst>
              </a:tr>
              <a:tr h="413346">
                <a:tc>
                  <a:txBody>
                    <a:bodyPr/>
                    <a:lstStyle/>
                    <a:p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2025/06/09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一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None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None</a:t>
                      </a:r>
                      <a:endParaRPr kumimoji="0" lang="en-US" sz="18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值日生</a:t>
                      </a:r>
                      <a:endParaRPr lang="en-US" alt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7426244"/>
                  </a:ext>
                </a:extLst>
              </a:tr>
              <a:tr h="41334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2025/06/10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二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None</a:t>
                      </a:r>
                      <a:endParaRPr kumimoji="0" lang="en-US" sz="18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None</a:t>
                      </a:r>
                      <a:endParaRPr kumimoji="0" lang="en-US" sz="18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值日生</a:t>
                      </a:r>
                      <a:endParaRPr lang="en-US" alt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3149379"/>
                  </a:ext>
                </a:extLst>
              </a:tr>
              <a:tr h="41334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2025/06/11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三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None</a:t>
                      </a:r>
                      <a:endParaRPr lang="en-US" alt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None</a:t>
                      </a:r>
                      <a:endParaRPr kumimoji="0" lang="en-US" altLang="zh-TW" sz="18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值日生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3853667"/>
                  </a:ext>
                </a:extLst>
              </a:tr>
              <a:tr h="41334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2025/06/12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四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None</a:t>
                      </a:r>
                      <a:endParaRPr kumimoji="0" lang="en-US" altLang="zh-TW" sz="18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None</a:t>
                      </a:r>
                      <a:endParaRPr kumimoji="0" lang="en-US" altLang="zh-TW" sz="18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值日生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1733930"/>
                  </a:ext>
                </a:extLst>
              </a:tr>
              <a:tr h="4284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2025/06/13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五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None</a:t>
                      </a:r>
                      <a:endParaRPr kumimoji="0" lang="en-US" altLang="zh-TW" sz="18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None</a:t>
                      </a:r>
                      <a:endParaRPr kumimoji="0" lang="en-US" altLang="zh-TW" sz="18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值日生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091825"/>
                  </a:ext>
                </a:extLst>
              </a:tr>
              <a:tr h="47727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2025/06/16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一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None</a:t>
                      </a:r>
                      <a:endParaRPr kumimoji="0" lang="en-US" altLang="zh-TW" sz="18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None</a:t>
                      </a:r>
                      <a:endParaRPr kumimoji="0" lang="en-US" altLang="zh-TW" sz="18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值日生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9974424"/>
                  </a:ext>
                </a:extLst>
              </a:tr>
              <a:tr h="47727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2025/06/17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二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None</a:t>
                      </a:r>
                      <a:endParaRPr lang="en-US" alt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None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值日生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6029885"/>
                  </a:ext>
                </a:extLst>
              </a:tr>
              <a:tr h="3895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2025/06/18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三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None</a:t>
                      </a:r>
                      <a:endParaRPr lang="en-US" alt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None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值日生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8531898"/>
                  </a:ext>
                </a:extLst>
              </a:tr>
              <a:tr h="41334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2025/06/19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四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None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None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值日生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6916339"/>
                  </a:ext>
                </a:extLst>
              </a:tr>
              <a:tr h="47727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2025/06/20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五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None</a:t>
                      </a:r>
                      <a:endParaRPr lang="en-US" alt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None</a:t>
                      </a:r>
                      <a:endParaRPr lang="en-US" sz="1800" b="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值日生</a:t>
                      </a:r>
                      <a:endParaRPr lang="en-US" sz="1800" b="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9352506"/>
                  </a:ext>
                </a:extLst>
              </a:tr>
            </a:tbl>
          </a:graphicData>
        </a:graphic>
      </p:graphicFrame>
      <p:sp>
        <p:nvSpPr>
          <p:cNvPr id="7" name="投影片編號版面配置區 3">
            <a:extLst>
              <a:ext uri="{FF2B5EF4-FFF2-40B4-BE49-F238E27FC236}">
                <a16:creationId xmlns:a16="http://schemas.microsoft.com/office/drawing/2014/main" id="{8C752A54-408F-8A95-3E32-6ADE43D6CD7B}"/>
              </a:ext>
            </a:extLst>
          </p:cNvPr>
          <p:cNvSpPr txBox="1">
            <a:spLocks/>
          </p:cNvSpPr>
          <p:nvPr/>
        </p:nvSpPr>
        <p:spPr>
          <a:xfrm>
            <a:off x="11509248" y="6202680"/>
            <a:ext cx="6096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vert="horz" wrap="none" lIns="0" tIns="0" rIns="0" bIns="0" numCol="1" anchor="ctr" anchorCtr="1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sz="1400" kern="1200">
                <a:solidFill>
                  <a:srgbClr val="FFFFFF"/>
                </a:solidFill>
                <a:latin typeface="Franklin Gothic Book" panose="020B0503020102020204" pitchFamily="34" charset="0"/>
                <a:ea typeface="微軟正黑體" panose="020B0604030504040204" pitchFamily="34" charset="-12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TW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66764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AD44D3E-BCC2-5151-1B52-481646E72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154" y="0"/>
            <a:ext cx="10363200" cy="838200"/>
          </a:xfrm>
        </p:spPr>
        <p:txBody>
          <a:bodyPr/>
          <a:lstStyle/>
          <a:p>
            <a:r>
              <a:rPr lang="en-US" altLang="zh-TW" sz="40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Driver Check and Replace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E03FB55-4012-1701-864F-9A18F31292A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586154" y="1224476"/>
            <a:ext cx="10363200" cy="4285370"/>
          </a:xfrm>
        </p:spPr>
        <p:txBody>
          <a:bodyPr/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STOP/RUN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Adjust voltage STOP/RUN (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Elevator 0.18/0.38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other all 0.13/0.33)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driver can’t working, replace driver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parts HALF or FULL motion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motion normal and adjust voltage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94FCFC9-1420-968F-BC9D-912A5B73FD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154" y="4838699"/>
            <a:ext cx="6430272" cy="1057423"/>
          </a:xfrm>
          <a:prstGeom prst="rect">
            <a:avLst/>
          </a:prstGeom>
        </p:spPr>
      </p:pic>
      <p:sp>
        <p:nvSpPr>
          <p:cNvPr id="7" name="投影片編號版面配置區 3">
            <a:extLst>
              <a:ext uri="{FF2B5EF4-FFF2-40B4-BE49-F238E27FC236}">
                <a16:creationId xmlns:a16="http://schemas.microsoft.com/office/drawing/2014/main" id="{11065DEA-8D32-0611-1A06-B569EF97E0D8}"/>
              </a:ext>
            </a:extLst>
          </p:cNvPr>
          <p:cNvSpPr txBox="1">
            <a:spLocks/>
          </p:cNvSpPr>
          <p:nvPr/>
        </p:nvSpPr>
        <p:spPr>
          <a:xfrm>
            <a:off x="11509248" y="6202680"/>
            <a:ext cx="6096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vert="horz" wrap="none" lIns="0" tIns="0" rIns="0" bIns="0" numCol="1" anchor="ctr" anchorCtr="1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sz="1400" kern="1200">
                <a:solidFill>
                  <a:srgbClr val="FFFFFF"/>
                </a:solidFill>
                <a:latin typeface="Franklin Gothic Book" panose="020B0503020102020204" pitchFamily="34" charset="0"/>
                <a:ea typeface="微軟正黑體" panose="020B0604030504040204" pitchFamily="34" charset="-12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TW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 descr="一張含有 電子產品, 文字, 電子工程, 纜線 的圖片&#10;&#10;AI 產生的內容可能不正確。">
            <a:extLst>
              <a:ext uri="{FF2B5EF4-FFF2-40B4-BE49-F238E27FC236}">
                <a16:creationId xmlns:a16="http://schemas.microsoft.com/office/drawing/2014/main" id="{DDF79F4A-0239-CFBB-9E33-9083F4CC82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7687809" y="2548951"/>
            <a:ext cx="3131768" cy="4175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944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D781F-6197-4F6F-C668-E6856B719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B870E91-9D0F-66BC-764A-12E3234BF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154" y="0"/>
            <a:ext cx="10363200" cy="838200"/>
          </a:xfrm>
        </p:spPr>
        <p:txBody>
          <a:bodyPr/>
          <a:lstStyle/>
          <a:p>
            <a:r>
              <a:rPr lang="en-US" altLang="zh-TW" sz="40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Replace TEOS bottle</a:t>
            </a:r>
            <a:r>
              <a:rPr lang="zh-TW" altLang="en-US" sz="40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TW" sz="40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(1)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投影片編號版面配置區 3">
            <a:extLst>
              <a:ext uri="{FF2B5EF4-FFF2-40B4-BE49-F238E27FC236}">
                <a16:creationId xmlns:a16="http://schemas.microsoft.com/office/drawing/2014/main" id="{EB7E7A04-A98B-4B42-5065-4A08A6E37C6C}"/>
              </a:ext>
            </a:extLst>
          </p:cNvPr>
          <p:cNvSpPr txBox="1">
            <a:spLocks/>
          </p:cNvSpPr>
          <p:nvPr/>
        </p:nvSpPr>
        <p:spPr>
          <a:xfrm>
            <a:off x="11509248" y="6202680"/>
            <a:ext cx="6096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vert="horz" wrap="none" lIns="0" tIns="0" rIns="0" bIns="0" numCol="1" anchor="ctr" anchorCtr="1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sz="1400" kern="1200">
                <a:solidFill>
                  <a:srgbClr val="FFFFFF"/>
                </a:solidFill>
                <a:latin typeface="Franklin Gothic Book" panose="020B0503020102020204" pitchFamily="34" charset="0"/>
                <a:ea typeface="微軟正黑體" panose="020B0604030504040204" pitchFamily="34" charset="-12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TW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DBC0A5E-1034-ED77-DAD2-8A8C5D748C5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02690" y="738554"/>
            <a:ext cx="10363200" cy="6315456"/>
          </a:xfrm>
        </p:spPr>
        <p:txBody>
          <a:bodyPr/>
          <a:lstStyle/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zh-TW" altLang="en-US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更換 </a:t>
            </a:r>
            <a:r>
              <a:rPr lang="en-US" altLang="zh-TW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BOTTLE </a:t>
            </a:r>
            <a:r>
              <a:rPr lang="zh-TW" altLang="en-US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前，務必確認機台為 </a:t>
            </a:r>
            <a:r>
              <a:rPr lang="en-US" altLang="zh-TW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IDLE </a:t>
            </a:r>
            <a:r>
              <a:rPr lang="zh-TW" altLang="en-US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狀態。 </a:t>
            </a:r>
            <a:endParaRPr lang="en-US" altLang="zh-TW" sz="1800" dirty="0">
              <a:solidFill>
                <a:srgbClr val="00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LOADCELL </a:t>
            </a:r>
            <a:r>
              <a:rPr lang="zh-TW" altLang="en-US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顯示</a:t>
            </a:r>
            <a:r>
              <a:rPr lang="en-US" altLang="zh-TW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"</a:t>
            </a:r>
            <a:r>
              <a:rPr lang="en-US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LO" </a:t>
            </a:r>
            <a:r>
              <a:rPr lang="zh-TW" altLang="en-US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即可更換 </a:t>
            </a:r>
            <a:r>
              <a:rPr lang="en-US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TEOS BOTTLE。 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zh-TW" altLang="en-US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把 </a:t>
            </a:r>
            <a:r>
              <a:rPr lang="en-US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BOTTLE </a:t>
            </a:r>
            <a:r>
              <a:rPr lang="zh-TW" altLang="en-US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上之 </a:t>
            </a:r>
            <a:r>
              <a:rPr lang="en-US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MANUAL VALVE </a:t>
            </a:r>
            <a:r>
              <a:rPr lang="zh-TW" altLang="en-US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關閉 </a:t>
            </a:r>
            <a:r>
              <a:rPr lang="en-US" altLang="zh-TW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</a:t>
            </a:r>
            <a:r>
              <a:rPr lang="en-US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HV13、HV14)。 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zh-TW" altLang="en-US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按下 </a:t>
            </a:r>
            <a:r>
              <a:rPr lang="en-US" altLang="zh-TW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"</a:t>
            </a:r>
            <a:r>
              <a:rPr lang="en-US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CHARGE" </a:t>
            </a:r>
            <a:r>
              <a:rPr lang="zh-TW" altLang="en-US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後，</a:t>
            </a:r>
            <a:r>
              <a:rPr lang="en-US" altLang="zh-TW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"</a:t>
            </a:r>
            <a:r>
              <a:rPr lang="en-US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COMPLETE" </a:t>
            </a:r>
            <a:r>
              <a:rPr lang="zh-TW" altLang="en-US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燈亮。 </a:t>
            </a:r>
            <a:endParaRPr lang="en-US" altLang="zh-TW" sz="180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zh-TW" altLang="en-US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按下 </a:t>
            </a:r>
            <a:r>
              <a:rPr lang="en-US" altLang="zh-TW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"</a:t>
            </a:r>
            <a:r>
              <a:rPr lang="en-US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FREE+CONFIRM" </a:t>
            </a:r>
            <a:r>
              <a:rPr lang="zh-TW" altLang="en-US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後，</a:t>
            </a:r>
            <a:r>
              <a:rPr lang="en-US" altLang="zh-TW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"</a:t>
            </a:r>
            <a:r>
              <a:rPr lang="en-US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FREE" </a:t>
            </a:r>
            <a:r>
              <a:rPr lang="zh-TW" altLang="en-US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燈亮。 </a:t>
            </a:r>
            <a:endParaRPr lang="en-US" altLang="zh-TW" sz="180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zh-TW" altLang="en-US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依序開 </a:t>
            </a:r>
            <a:r>
              <a:rPr lang="en-US" altLang="zh-TW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HV13</a:t>
            </a:r>
            <a:r>
              <a:rPr lang="zh-TW" altLang="en-US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、</a:t>
            </a:r>
            <a:r>
              <a:rPr lang="en-US" altLang="zh-TW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V19</a:t>
            </a:r>
            <a:r>
              <a:rPr lang="zh-TW" altLang="en-US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、</a:t>
            </a:r>
            <a:r>
              <a:rPr lang="en-US" altLang="zh-TW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V21</a:t>
            </a:r>
            <a:r>
              <a:rPr lang="zh-TW" altLang="en-US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、計時 </a:t>
            </a:r>
            <a:r>
              <a:rPr lang="en-US" altLang="zh-TW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90 </a:t>
            </a:r>
            <a:r>
              <a:rPr lang="zh-TW" altLang="en-US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秒。 </a:t>
            </a:r>
            <a:endParaRPr lang="en-US" altLang="zh-TW" sz="180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zh-TW" altLang="en-US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依序關 </a:t>
            </a:r>
            <a:r>
              <a:rPr lang="en-US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HV13、V19、V21。 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zh-TW" altLang="en-US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依序開 </a:t>
            </a:r>
            <a:r>
              <a:rPr lang="en-US" altLang="zh-TW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V18</a:t>
            </a:r>
            <a:r>
              <a:rPr lang="zh-TW" altLang="en-US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、</a:t>
            </a:r>
            <a:r>
              <a:rPr lang="en-US" altLang="zh-TW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V19</a:t>
            </a:r>
            <a:r>
              <a:rPr lang="zh-TW" altLang="en-US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、</a:t>
            </a:r>
            <a:r>
              <a:rPr lang="en-US" altLang="zh-TW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30 </a:t>
            </a:r>
            <a:r>
              <a:rPr lang="zh-TW" altLang="en-US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秒後再開 </a:t>
            </a:r>
            <a:r>
              <a:rPr lang="en-US" altLang="zh-TW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HV14 </a:t>
            </a:r>
            <a:r>
              <a:rPr lang="zh-TW" altLang="en-US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等、</a:t>
            </a:r>
            <a:r>
              <a:rPr lang="en-US" altLang="zh-TW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60</a:t>
            </a:r>
            <a:r>
              <a:rPr lang="zh-TW" altLang="en-US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秒。 </a:t>
            </a:r>
            <a:endParaRPr lang="en-US" altLang="zh-TW" sz="1800" dirty="0">
              <a:solidFill>
                <a:srgbClr val="00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zh-TW" altLang="en-US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依序關 </a:t>
            </a:r>
            <a:r>
              <a:rPr lang="en-US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HV14、V19、V18。 </a:t>
            </a:r>
            <a:r>
              <a:rPr lang="zh-TW" altLang="en-US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重複六至九步驟一次。 </a:t>
            </a:r>
            <a:endParaRPr lang="en-US" altLang="zh-TW" sz="1800" dirty="0">
              <a:solidFill>
                <a:srgbClr val="00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5" name="圖片 4" descr="一張含有 圓柱, 機器, 文字, 電氣線路 的圖片&#10;&#10;AI 產生的內容可能不正確。">
            <a:extLst>
              <a:ext uri="{FF2B5EF4-FFF2-40B4-BE49-F238E27FC236}">
                <a16:creationId xmlns:a16="http://schemas.microsoft.com/office/drawing/2014/main" id="{2F283B1B-015B-DF0B-691C-EDA8A43B8F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2558"/>
          <a:stretch/>
        </p:blipFill>
        <p:spPr>
          <a:xfrm>
            <a:off x="8063015" y="4636946"/>
            <a:ext cx="3024554" cy="1913206"/>
          </a:xfrm>
          <a:prstGeom prst="rect">
            <a:avLst/>
          </a:prstGeom>
        </p:spPr>
      </p:pic>
      <p:pic>
        <p:nvPicPr>
          <p:cNvPr id="10" name="圖片 9" descr="一張含有 文字, 電子產品, 螢幕擷取畫面, 控制台 的圖片&#10;&#10;AI 產生的內容可能不正確。">
            <a:extLst>
              <a:ext uri="{FF2B5EF4-FFF2-40B4-BE49-F238E27FC236}">
                <a16:creationId xmlns:a16="http://schemas.microsoft.com/office/drawing/2014/main" id="{92EFB59B-CE7B-244E-2F83-CDF207D5D8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2048" y="660361"/>
            <a:ext cx="4876800" cy="3831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2355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E9348-87EC-CA8A-6C98-21994A3F3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52F1A3B-1D28-0167-0917-1D93631A3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154" y="0"/>
            <a:ext cx="10363200" cy="838200"/>
          </a:xfrm>
        </p:spPr>
        <p:txBody>
          <a:bodyPr/>
          <a:lstStyle/>
          <a:p>
            <a:r>
              <a:rPr lang="en-US" altLang="zh-TW" sz="40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Replace TEOS bottle</a:t>
            </a:r>
            <a:r>
              <a:rPr lang="zh-TW" altLang="en-US" sz="40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TW" sz="40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(2)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投影片編號版面配置區 3">
            <a:extLst>
              <a:ext uri="{FF2B5EF4-FFF2-40B4-BE49-F238E27FC236}">
                <a16:creationId xmlns:a16="http://schemas.microsoft.com/office/drawing/2014/main" id="{D14ABBDF-A2A1-2C03-CCF5-FCBCD33E5A11}"/>
              </a:ext>
            </a:extLst>
          </p:cNvPr>
          <p:cNvSpPr txBox="1">
            <a:spLocks/>
          </p:cNvSpPr>
          <p:nvPr/>
        </p:nvSpPr>
        <p:spPr>
          <a:xfrm>
            <a:off x="11509248" y="6202680"/>
            <a:ext cx="6096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vert="horz" wrap="none" lIns="0" tIns="0" rIns="0" bIns="0" numCol="1" anchor="ctr" anchorCtr="1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sz="1400" kern="1200">
                <a:solidFill>
                  <a:srgbClr val="FFFFFF"/>
                </a:solidFill>
                <a:latin typeface="Franklin Gothic Book" panose="020B0503020102020204" pitchFamily="34" charset="0"/>
                <a:ea typeface="微軟正黑體" panose="020B0604030504040204" pitchFamily="34" charset="-12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TW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47DE6F1-9B64-6A47-A0D5-25C51E052D23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82293" y="656492"/>
            <a:ext cx="6959755" cy="6315456"/>
          </a:xfrm>
        </p:spPr>
        <p:txBody>
          <a:bodyPr/>
          <a:lstStyle/>
          <a:p>
            <a:pPr marL="342900" indent="-342900" algn="just">
              <a:lnSpc>
                <a:spcPct val="150000"/>
              </a:lnSpc>
              <a:buFont typeface="+mj-lt"/>
              <a:buAutoNum type="arabicPeriod" startAt="10"/>
            </a:pPr>
            <a:r>
              <a:rPr lang="zh-TW" altLang="en-US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按下 </a:t>
            </a:r>
            <a:r>
              <a:rPr lang="en-US" altLang="zh-TW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"</a:t>
            </a:r>
            <a:r>
              <a:rPr lang="en-US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CYCLINDER CHANGE"+"CONFIRM" </a:t>
            </a:r>
            <a:r>
              <a:rPr lang="zh-TW" altLang="en-US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後燈亮起，再確認 </a:t>
            </a:r>
            <a:r>
              <a:rPr lang="en-US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HV13、HV14 </a:t>
            </a:r>
            <a:r>
              <a:rPr lang="zh-TW" altLang="en-US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是關著的。 </a:t>
            </a:r>
            <a:endParaRPr lang="en-US" altLang="zh-TW" sz="180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228600" indent="-228600" algn="just">
              <a:lnSpc>
                <a:spcPct val="150000"/>
              </a:lnSpc>
              <a:buFont typeface="+mj-lt"/>
              <a:buAutoNum type="arabicPeriod" startAt="10"/>
            </a:pPr>
            <a:r>
              <a:rPr lang="zh-TW" altLang="en-US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按下 </a:t>
            </a:r>
            <a:r>
              <a:rPr lang="en-US" altLang="zh-TW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"</a:t>
            </a:r>
            <a:r>
              <a:rPr lang="en-US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CONFIRM" </a:t>
            </a:r>
            <a:r>
              <a:rPr lang="zh-TW" altLang="en-US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後，開始自動 </a:t>
            </a:r>
            <a:r>
              <a:rPr lang="en-US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VACUUM/PURGE。 </a:t>
            </a:r>
          </a:p>
          <a:p>
            <a:pPr marL="228600" indent="-228600" algn="just">
              <a:lnSpc>
                <a:spcPct val="150000"/>
              </a:lnSpc>
              <a:buFont typeface="+mj-lt"/>
              <a:buAutoNum type="arabicPeriod" startAt="10"/>
            </a:pPr>
            <a:r>
              <a:rPr lang="zh-TW" altLang="en-US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當 </a:t>
            </a:r>
            <a:r>
              <a:rPr lang="en-US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VACUUM/PURGE </a:t>
            </a:r>
            <a:r>
              <a:rPr lang="zh-TW" altLang="en-US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完成後 </a:t>
            </a:r>
            <a:r>
              <a:rPr lang="en-US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ALARM </a:t>
            </a:r>
            <a:r>
              <a:rPr lang="zh-TW" altLang="en-US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響起，按下 </a:t>
            </a:r>
            <a:r>
              <a:rPr lang="en-US" altLang="zh-TW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"</a:t>
            </a:r>
            <a:r>
              <a:rPr lang="en-US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RESET" </a:t>
            </a:r>
            <a:r>
              <a:rPr lang="zh-TW" altLang="en-US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進行更換 </a:t>
            </a:r>
            <a:r>
              <a:rPr lang="en-US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BOTTLE </a:t>
            </a:r>
            <a:r>
              <a:rPr lang="zh-TW" altLang="en-US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動作。 </a:t>
            </a:r>
            <a:endParaRPr lang="en-US" altLang="zh-TW" sz="180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228600" indent="-228600" algn="just">
              <a:lnSpc>
                <a:spcPct val="150000"/>
              </a:lnSpc>
              <a:buFont typeface="+mj-lt"/>
              <a:buAutoNum type="arabicPeriod" startAt="10"/>
            </a:pPr>
            <a:r>
              <a:rPr lang="zh-TW" altLang="en-US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換好</a:t>
            </a:r>
            <a:r>
              <a:rPr lang="en-US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BOTTLE，</a:t>
            </a:r>
            <a:r>
              <a:rPr lang="zh-TW" altLang="en-US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確定</a:t>
            </a:r>
            <a:r>
              <a:rPr lang="en-US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HV13、HV14 </a:t>
            </a:r>
            <a:r>
              <a:rPr lang="zh-TW" altLang="en-US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是關著的，再按下</a:t>
            </a:r>
            <a:r>
              <a:rPr lang="en-US" altLang="zh-TW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"</a:t>
            </a:r>
            <a:r>
              <a:rPr lang="en-US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CONFIRM" </a:t>
            </a:r>
            <a:r>
              <a:rPr lang="zh-TW" altLang="en-US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進行 </a:t>
            </a:r>
            <a:r>
              <a:rPr lang="en-US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VACUUM/PURGE。 </a:t>
            </a:r>
          </a:p>
          <a:p>
            <a:pPr marL="228600" indent="-228600" algn="just">
              <a:lnSpc>
                <a:spcPct val="150000"/>
              </a:lnSpc>
              <a:buFont typeface="+mj-lt"/>
              <a:buAutoNum type="arabicPeriod" startAt="10"/>
            </a:pPr>
            <a:r>
              <a:rPr lang="zh-TW" altLang="en-US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當 </a:t>
            </a:r>
            <a:r>
              <a:rPr lang="en-US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VACUUM/PURGE </a:t>
            </a:r>
            <a:r>
              <a:rPr lang="zh-TW" altLang="en-US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完成後</a:t>
            </a:r>
            <a:r>
              <a:rPr lang="en-US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ALARM </a:t>
            </a:r>
            <a:r>
              <a:rPr lang="zh-TW" altLang="en-US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響起按下</a:t>
            </a:r>
            <a:r>
              <a:rPr lang="en-US" altLang="zh-TW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"</a:t>
            </a:r>
            <a:r>
              <a:rPr lang="en-US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RESET"， "COMPLETE" </a:t>
            </a:r>
            <a:r>
              <a:rPr lang="zh-TW" altLang="en-US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燈亮起。 </a:t>
            </a:r>
            <a:endParaRPr lang="en-US" altLang="zh-TW" sz="180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228600" indent="-228600" algn="just">
              <a:lnSpc>
                <a:spcPct val="150000"/>
              </a:lnSpc>
              <a:buFont typeface="+mj-lt"/>
              <a:buAutoNum type="arabicPeriod" startAt="10"/>
            </a:pPr>
            <a:r>
              <a:rPr lang="zh-TW" altLang="en-US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按下 </a:t>
            </a:r>
            <a:r>
              <a:rPr lang="en-US" altLang="zh-TW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"</a:t>
            </a:r>
            <a:r>
              <a:rPr lang="en-US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FREE"+"CONFIRM" </a:t>
            </a:r>
            <a:r>
              <a:rPr lang="zh-TW" altLang="en-US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後，開 </a:t>
            </a:r>
            <a:r>
              <a:rPr lang="en-US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V18、V19 </a:t>
            </a:r>
            <a:r>
              <a:rPr lang="zh-TW" altLang="en-US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作 </a:t>
            </a:r>
            <a:r>
              <a:rPr lang="en-US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SNOOP </a:t>
            </a:r>
            <a:r>
              <a:rPr lang="zh-TW" altLang="en-US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測漏，關 </a:t>
            </a:r>
            <a:r>
              <a:rPr lang="en-US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V18、V19。 </a:t>
            </a:r>
          </a:p>
          <a:p>
            <a:pPr marL="228600" indent="-228600" algn="just">
              <a:lnSpc>
                <a:spcPct val="150000"/>
              </a:lnSpc>
              <a:buFont typeface="+mj-lt"/>
              <a:buAutoNum type="arabicPeriod" startAt="10"/>
            </a:pPr>
            <a:r>
              <a:rPr lang="zh-TW" altLang="en-US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按下 </a:t>
            </a:r>
            <a:r>
              <a:rPr lang="en-US" altLang="zh-TW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"</a:t>
            </a:r>
            <a:r>
              <a:rPr lang="en-US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COMPLETE"+"CONFIRM" </a:t>
            </a:r>
            <a:r>
              <a:rPr lang="zh-TW" altLang="en-US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後，開 </a:t>
            </a:r>
            <a:r>
              <a:rPr lang="en-US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HV13、HV14。 </a:t>
            </a:r>
          </a:p>
          <a:p>
            <a:pPr marL="228600" indent="-228600" algn="just">
              <a:lnSpc>
                <a:spcPct val="150000"/>
              </a:lnSpc>
              <a:buFont typeface="+mj-lt"/>
              <a:buAutoNum type="arabicPeriod" startAt="10"/>
            </a:pPr>
            <a:r>
              <a:rPr lang="zh-TW" altLang="en-US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按下 </a:t>
            </a:r>
            <a:r>
              <a:rPr lang="en-US" altLang="zh-TW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"</a:t>
            </a:r>
            <a:r>
              <a:rPr lang="en-US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CHARGE"，</a:t>
            </a:r>
            <a:r>
              <a:rPr lang="zh-TW" altLang="en-US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完成更換步驟</a:t>
            </a:r>
            <a:endParaRPr lang="en-US" sz="28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6" name="圖片 5" descr="一張含有 文字, 電子產品, 螢幕擷取畫面, 控制台 的圖片&#10;&#10;AI 產生的內容可能不正確。">
            <a:extLst>
              <a:ext uri="{FF2B5EF4-FFF2-40B4-BE49-F238E27FC236}">
                <a16:creationId xmlns:a16="http://schemas.microsoft.com/office/drawing/2014/main" id="{6D510202-5161-32D6-7C53-F3863F9A8A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79" t="18296" r="5845" b="18559"/>
          <a:stretch/>
        </p:blipFill>
        <p:spPr>
          <a:xfrm>
            <a:off x="7310274" y="1231392"/>
            <a:ext cx="4599433" cy="2404872"/>
          </a:xfrm>
          <a:prstGeom prst="rect">
            <a:avLst/>
          </a:prstGeom>
        </p:spPr>
      </p:pic>
      <p:pic>
        <p:nvPicPr>
          <p:cNvPr id="9" name="圖片 8" descr="一張含有 圓柱, 機器, 文字, 電氣線路 的圖片&#10;&#10;AI 產生的內容可能不正確。">
            <a:extLst>
              <a:ext uri="{FF2B5EF4-FFF2-40B4-BE49-F238E27FC236}">
                <a16:creationId xmlns:a16="http://schemas.microsoft.com/office/drawing/2014/main" id="{3C9D2411-9F65-A3D8-7C7B-E9AD43EBB5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2558"/>
          <a:stretch/>
        </p:blipFill>
        <p:spPr>
          <a:xfrm>
            <a:off x="8097713" y="4188890"/>
            <a:ext cx="3024554" cy="1913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6328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72D5A-2149-8D11-5CD0-CF89AA551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2FE3414-B468-FA18-9807-708CAB71E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742619-D13C-4AD6-85EC-540D22427CA0}" type="slidenum">
              <a:rPr lang="zh-TW" altLang="en-US" smtClean="0"/>
              <a:pPr>
                <a:defRPr/>
              </a:pPr>
              <a:t>7</a:t>
            </a:fld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B53B9E16-2254-BD48-A2C1-CA4BE33C56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136" y="127064"/>
            <a:ext cx="4977187" cy="660387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aphicFrame>
        <p:nvGraphicFramePr>
          <p:cNvPr id="21" name="表格 20">
            <a:extLst>
              <a:ext uri="{FF2B5EF4-FFF2-40B4-BE49-F238E27FC236}">
                <a16:creationId xmlns:a16="http://schemas.microsoft.com/office/drawing/2014/main" id="{710ADC50-6D40-25C1-BC9C-D9E8CC59DDB1}"/>
              </a:ext>
            </a:extLst>
          </p:cNvPr>
          <p:cNvGraphicFramePr>
            <a:graphicFrameLocks noGrp="1"/>
          </p:cNvGraphicFramePr>
          <p:nvPr/>
        </p:nvGraphicFramePr>
        <p:xfrm>
          <a:off x="6096000" y="678858"/>
          <a:ext cx="5000018" cy="508021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5000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00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0786">
                <a:tc>
                  <a:txBody>
                    <a:bodyPr/>
                    <a:lstStyle/>
                    <a:p>
                      <a:r>
                        <a:rPr lang="zh-TW" altLang="en-US" sz="1800" dirty="0"/>
                        <a:t>機台保養</a:t>
                      </a:r>
                      <a:endParaRPr lang="en-US" sz="1800" dirty="0"/>
                    </a:p>
                  </a:txBody>
                  <a:tcPr marT="45714" marB="45714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800" dirty="0"/>
                        <a:t>獨立完成進度</a:t>
                      </a:r>
                      <a:endParaRPr lang="en-US" sz="1800" dirty="0"/>
                    </a:p>
                  </a:txBody>
                  <a:tcPr marT="45714" marB="45714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786"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LP-P</a:t>
                      </a:r>
                      <a:r>
                        <a:rPr lang="zh-TW" altLang="en-US" sz="1800" dirty="0"/>
                        <a:t> </a:t>
                      </a:r>
                      <a:r>
                        <a:rPr lang="en-US" altLang="zh-TW" sz="1800" dirty="0"/>
                        <a:t>SPM</a:t>
                      </a:r>
                      <a:endParaRPr 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標楷體"/>
                          <a:cs typeface="+mn-cs"/>
                        </a:rPr>
                        <a:t>90%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標楷體"/>
                        <a:cs typeface="+mn-cs"/>
                      </a:endParaRP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7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/>
                        <a:t>LP-P</a:t>
                      </a:r>
                      <a:r>
                        <a:rPr lang="zh-TW" altLang="en-US" sz="1800" dirty="0"/>
                        <a:t> </a:t>
                      </a:r>
                      <a:r>
                        <a:rPr lang="en-US" altLang="zh-TW" sz="1800" dirty="0"/>
                        <a:t>BPM</a:t>
                      </a:r>
                      <a:endParaRPr 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標楷體"/>
                          <a:cs typeface="+mn-cs"/>
                        </a:rPr>
                        <a:t>90%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標楷體"/>
                        <a:cs typeface="+mn-cs"/>
                      </a:endParaRP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7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/>
                        <a:t>LP-T</a:t>
                      </a:r>
                      <a:r>
                        <a:rPr lang="zh-TW" altLang="en-US" sz="1800" dirty="0"/>
                        <a:t> </a:t>
                      </a:r>
                      <a:r>
                        <a:rPr lang="en-US" altLang="zh-TW" sz="1800" dirty="0"/>
                        <a:t>SPM</a:t>
                      </a:r>
                      <a:endParaRPr 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標楷體"/>
                          <a:cs typeface="+mn-cs"/>
                        </a:rPr>
                        <a:t>90%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標楷體"/>
                        <a:cs typeface="+mn-cs"/>
                      </a:endParaRP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7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/>
                        <a:t>LP-T</a:t>
                      </a:r>
                      <a:r>
                        <a:rPr lang="zh-TW" altLang="en-US" sz="1800" dirty="0"/>
                        <a:t> </a:t>
                      </a:r>
                      <a:r>
                        <a:rPr lang="en-US" altLang="zh-TW" sz="1800" dirty="0"/>
                        <a:t>BPM</a:t>
                      </a:r>
                      <a:endParaRPr 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標楷體"/>
                          <a:cs typeface="+mn-cs"/>
                        </a:rPr>
                        <a:t>90%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標楷體"/>
                        <a:cs typeface="+mn-cs"/>
                      </a:endParaRP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7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/>
                        <a:t>LP-N</a:t>
                      </a:r>
                      <a:r>
                        <a:rPr lang="zh-TW" altLang="en-US" sz="1800" dirty="0"/>
                        <a:t> </a:t>
                      </a:r>
                      <a:r>
                        <a:rPr lang="en-US" altLang="zh-TW" sz="1800" dirty="0"/>
                        <a:t>SPM</a:t>
                      </a:r>
                      <a:endParaRPr 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標楷體"/>
                          <a:cs typeface="+mn-cs"/>
                        </a:rPr>
                        <a:t>90%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標楷體"/>
                        <a:cs typeface="+mn-cs"/>
                      </a:endParaRP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07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/>
                        <a:t>LP-N</a:t>
                      </a:r>
                      <a:r>
                        <a:rPr lang="zh-TW" altLang="en-US" sz="1800" dirty="0"/>
                        <a:t> </a:t>
                      </a:r>
                      <a:r>
                        <a:rPr lang="en-US" altLang="zh-TW" sz="1800" dirty="0"/>
                        <a:t>BPM</a:t>
                      </a:r>
                      <a:endParaRPr 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標楷體"/>
                          <a:cs typeface="+mn-cs"/>
                        </a:rPr>
                        <a:t>90%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標楷體"/>
                        <a:cs typeface="+mn-cs"/>
                      </a:endParaRP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0786"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AP</a:t>
                      </a:r>
                      <a:r>
                        <a:rPr lang="zh-TW" altLang="en-US" sz="1800" dirty="0"/>
                        <a:t> </a:t>
                      </a:r>
                      <a:r>
                        <a:rPr lang="en-US" altLang="zh-TW" sz="1800" dirty="0"/>
                        <a:t>QPM</a:t>
                      </a:r>
                      <a:endParaRPr 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標楷體"/>
                          <a:cs typeface="+mn-cs"/>
                        </a:rPr>
                        <a:t>90%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標楷體"/>
                        <a:cs typeface="+mn-cs"/>
                      </a:endParaRP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0786"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AP</a:t>
                      </a:r>
                      <a:r>
                        <a:rPr lang="zh-TW" altLang="en-US" sz="1800" dirty="0"/>
                        <a:t> </a:t>
                      </a:r>
                      <a:r>
                        <a:rPr lang="en-US" altLang="zh-TW" sz="1800" dirty="0"/>
                        <a:t>YPM</a:t>
                      </a:r>
                      <a:endParaRPr 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標楷體"/>
                          <a:cs typeface="+mn-cs"/>
                        </a:rPr>
                        <a:t>90%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標楷體"/>
                        <a:cs typeface="+mn-cs"/>
                      </a:endParaRP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0786"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POCL3</a:t>
                      </a:r>
                      <a:r>
                        <a:rPr lang="zh-TW" altLang="en-US" sz="1800" dirty="0"/>
                        <a:t> </a:t>
                      </a:r>
                      <a:r>
                        <a:rPr lang="en-US" altLang="zh-TW" sz="1800" dirty="0"/>
                        <a:t>BPM</a:t>
                      </a:r>
                      <a:endParaRPr 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標楷體"/>
                          <a:cs typeface="+mn-cs"/>
                        </a:rPr>
                        <a:t>90%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標楷體"/>
                        <a:cs typeface="+mn-cs"/>
                      </a:endParaRP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0786"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WSIX</a:t>
                      </a:r>
                      <a:r>
                        <a:rPr lang="zh-TW" altLang="en-US" sz="1800" dirty="0"/>
                        <a:t> </a:t>
                      </a:r>
                      <a:r>
                        <a:rPr lang="en-US" altLang="zh-TW" sz="1800" dirty="0"/>
                        <a:t>BPM</a:t>
                      </a:r>
                      <a:endParaRPr 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標楷體"/>
                          <a:cs typeface="+mn-cs"/>
                        </a:rPr>
                        <a:t>90%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標楷體"/>
                        <a:cs typeface="+mn-cs"/>
                      </a:endParaRP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0786"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GRD</a:t>
                      </a:r>
                      <a:r>
                        <a:rPr lang="zh-TW" altLang="en-US" sz="1800" dirty="0"/>
                        <a:t> </a:t>
                      </a:r>
                      <a:r>
                        <a:rPr lang="en-US" altLang="zh-TW" sz="1800" dirty="0"/>
                        <a:t>MPM</a:t>
                      </a:r>
                      <a:endParaRPr 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標楷體"/>
                          <a:cs typeface="+mn-cs"/>
                        </a:rPr>
                        <a:t>90%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標楷體"/>
                        <a:cs typeface="+mn-cs"/>
                      </a:endParaRP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90786"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RTP</a:t>
                      </a:r>
                      <a:r>
                        <a:rPr lang="zh-TW" altLang="en-US" sz="1800" dirty="0"/>
                        <a:t> </a:t>
                      </a:r>
                      <a:r>
                        <a:rPr lang="en-US" altLang="zh-TW" sz="1800" dirty="0"/>
                        <a:t>25PM</a:t>
                      </a:r>
                      <a:endParaRPr 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60%</a:t>
                      </a:r>
                      <a:endParaRPr lang="en-US" sz="1800" dirty="0"/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90902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4A3AFE85-F812-BA9F-7828-F1121FE6B9E9}"/>
              </a:ext>
            </a:extLst>
          </p:cNvPr>
          <p:cNvSpPr txBox="1"/>
          <p:nvPr/>
        </p:nvSpPr>
        <p:spPr bwMode="auto">
          <a:xfrm>
            <a:off x="5449824" y="2971127"/>
            <a:ext cx="429768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algn="l">
              <a:buFont typeface="Wingdings 2" panose="05020102010507070707" pitchFamily="18" charset="2"/>
              <a:buNone/>
            </a:pPr>
            <a:r>
              <a:rPr kumimoji="0"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297426607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Nuvoton佈景主題">
  <a:themeElements>
    <a:clrScheme name="公正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自訂 1">
      <a:majorFont>
        <a:latin typeface="Calibri"/>
        <a:ea typeface="標楷體"/>
        <a:cs typeface=""/>
      </a:majorFont>
      <a:minorFont>
        <a:latin typeface="Calibri"/>
        <a:ea typeface="標楷體"/>
        <a:cs typeface=""/>
      </a:minorFont>
    </a:fontScheme>
    <a:fmtScheme name="公正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>
    <a:lnDef>
      <a:spPr/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/>
      <a:lstStyle>
        <a:defPPr algn="l">
          <a:buFont typeface="Wingdings 2" panose="05020102010507070707" pitchFamily="18" charset="2"/>
          <a:buNone/>
          <a:defRPr kumimoji="0" dirty="0"/>
        </a:defPPr>
      </a:lstStyle>
    </a:txDef>
  </a:objectDefaults>
  <a:extraClrSchemeLst/>
</a:theme>
</file>

<file path=ppt/theme/theme2.xml><?xml version="1.0" encoding="utf-8"?>
<a:theme xmlns:a="http://schemas.openxmlformats.org/drawingml/2006/main" name="Nuvoton佈景主題">
  <a:themeElements>
    <a:clrScheme name="公正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自訂 1">
      <a:majorFont>
        <a:latin typeface="Calibri"/>
        <a:ea typeface="標楷體"/>
        <a:cs typeface=""/>
      </a:majorFont>
      <a:minorFont>
        <a:latin typeface="Calibri"/>
        <a:ea typeface="標楷體"/>
        <a:cs typeface=""/>
      </a:minorFont>
    </a:fontScheme>
    <a:fmtScheme name="公正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>
    <a:lnDef>
      <a:spPr/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/>
      <a:lstStyle>
        <a:defPPr algn="l">
          <a:buFont typeface="Wingdings 2" panose="05020102010507070707" pitchFamily="18" charset="2"/>
          <a:buNone/>
          <a:defRPr kumimoji="0" dirty="0"/>
        </a:defPPr>
      </a:lstStyle>
    </a:txDef>
  </a:objectDefaults>
  <a:extraClrSchemeLst/>
</a:theme>
</file>

<file path=ppt/theme/theme3.xml><?xml version="1.0" encoding="utf-8"?>
<a:theme xmlns:a="http://schemas.openxmlformats.org/drawingml/2006/main" name="Nuvoton佈景主題">
  <a:themeElements>
    <a:clrScheme name="公正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自訂 1">
      <a:majorFont>
        <a:latin typeface="Calibri"/>
        <a:ea typeface="標楷體"/>
        <a:cs typeface=""/>
      </a:majorFont>
      <a:minorFont>
        <a:latin typeface="Calibri"/>
        <a:ea typeface="標楷體"/>
        <a:cs typeface=""/>
      </a:minorFont>
    </a:fontScheme>
    <a:fmtScheme name="公正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Form" ma:contentTypeID="0x01010100D00E37CF3D36214C86886AA9339343DC" ma:contentTypeVersion="19" ma:contentTypeDescription="Fill out this form." ma:contentTypeScope="" ma:versionID="d154febea10c3930e3b6cfd035b4dd24">
  <xsd:schema xmlns:xsd="http://www.w3.org/2001/XMLSchema" xmlns:xs="http://www.w3.org/2001/XMLSchema" xmlns:p="http://schemas.microsoft.com/office/2006/metadata/properties" xmlns:ns1="http://schemas.microsoft.com/sharepoint/v3" xmlns:ns2="4bdc6d95-7621-47b1-8f62-a702a7a9d98f" xmlns:ns3="6ba3a8a8-b9e2-49cb-aadf-2c093bcf632e" targetNamespace="http://schemas.microsoft.com/office/2006/metadata/properties" ma:root="true" ma:fieldsID="bf1d05ee2c4926ad76d21e31f2dd363e" ns1:_="" ns2:_="" ns3:_="">
    <xsd:import namespace="http://schemas.microsoft.com/sharepoint/v3"/>
    <xsd:import namespace="4bdc6d95-7621-47b1-8f62-a702a7a9d98f"/>
    <xsd:import namespace="6ba3a8a8-b9e2-49cb-aadf-2c093bcf632e"/>
    <xsd:element name="properties">
      <xsd:complexType>
        <xsd:sequence>
          <xsd:element name="documentManagement">
            <xsd:complexType>
              <xsd:all>
                <xsd:element ref="ns1:ShowCombineView" minOccurs="0"/>
                <xsd:element ref="ns1:ShowRepairView" minOccurs="0"/>
                <xsd:element ref="ns1:TemplateUrl" minOccurs="0"/>
                <xsd:element ref="ns1:xd_Prog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ShowCombineView" ma:index="8" nillable="true" ma:displayName="Show Combine View" ma:hidden="true" ma:internalName="ShowCombineView">
      <xsd:simpleType>
        <xsd:restriction base="dms:Text"/>
      </xsd:simpleType>
    </xsd:element>
    <xsd:element name="ShowRepairView" ma:index="10" nillable="true" ma:displayName="Show Repair View" ma:hidden="true" ma:internalName="ShowRepairView">
      <xsd:simpleType>
        <xsd:restriction base="dms:Text"/>
      </xsd:simpleType>
    </xsd:element>
    <xsd:element name="TemplateUrl" ma:index="11" nillable="true" ma:displayName="Template Link" ma:hidden="true" ma:internalName="TemplateUrl">
      <xsd:simpleType>
        <xsd:restriction base="dms:Text"/>
      </xsd:simpleType>
    </xsd:element>
    <xsd:element name="xd_ProgID" ma:index="12" nillable="true" ma:displayName="HTML File Link" ma:hidden="true" ma:internalName="xd_ProgID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dc6d95-7621-47b1-8f62-a702a7a9d98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b5c8c406-6428-484e-a244-685067247f4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a3a8a8-b9e2-49cb-aadf-2c093bcf632e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8ff5065e-c2e5-47fd-b089-eb006bc5ae7a}" ma:internalName="TaxCatchAll" ma:showField="CatchAllData" ma:web="6ba3a8a8-b9e2-49cb-aadf-2c093bcf632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emplateUrl xmlns="http://schemas.microsoft.com/sharepoint/v3" xsi:nil="true"/>
    <TaxCatchAll xmlns="6ba3a8a8-b9e2-49cb-aadf-2c093bcf632e" xsi:nil="true"/>
    <ShowRepairView xmlns="http://schemas.microsoft.com/sharepoint/v3" xsi:nil="true"/>
    <lcf76f155ced4ddcb4097134ff3c332f xmlns="4bdc6d95-7621-47b1-8f62-a702a7a9d98f">
      <Terms xmlns="http://schemas.microsoft.com/office/infopath/2007/PartnerControls"/>
    </lcf76f155ced4ddcb4097134ff3c332f>
    <ShowCombineView xmlns="http://schemas.microsoft.com/sharepoint/v3" xsi:nil="true"/>
    <xd_ProgID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C1D5654F-06BE-4460-B8D8-EE46879E0E33}"/>
</file>

<file path=customXml/itemProps2.xml><?xml version="1.0" encoding="utf-8"?>
<ds:datastoreItem xmlns:ds="http://schemas.openxmlformats.org/officeDocument/2006/customXml" ds:itemID="{02F82403-CCEF-4E80-8D89-BF099D52EFB6}"/>
</file>

<file path=customXml/itemProps3.xml><?xml version="1.0" encoding="utf-8"?>
<ds:datastoreItem xmlns:ds="http://schemas.openxmlformats.org/officeDocument/2006/customXml" ds:itemID="{07E0ACFB-98FC-4115-B35F-F0ADD4945EB7}"/>
</file>

<file path=docProps/app.xml><?xml version="1.0" encoding="utf-8"?>
<Properties xmlns="http://schemas.openxmlformats.org/officeDocument/2006/extended-properties" xmlns:vt="http://schemas.openxmlformats.org/officeDocument/2006/docPropsVTypes">
  <TotalTime>15672</TotalTime>
  <Words>465</Words>
  <Application>Microsoft Office PowerPoint</Application>
  <PresentationFormat>寬螢幕</PresentationFormat>
  <Paragraphs>113</Paragraphs>
  <Slides>8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3</vt:i4>
      </vt:variant>
      <vt:variant>
        <vt:lpstr>投影片標題</vt:lpstr>
      </vt:variant>
      <vt:variant>
        <vt:i4>8</vt:i4>
      </vt:variant>
    </vt:vector>
  </HeadingPairs>
  <TitlesOfParts>
    <vt:vector size="15" baseType="lpstr">
      <vt:lpstr>Calibri</vt:lpstr>
      <vt:lpstr>Franklin Gothic Book</vt:lpstr>
      <vt:lpstr>Times New Roman</vt:lpstr>
      <vt:lpstr>Wingdings 2</vt:lpstr>
      <vt:lpstr>Nuvoton佈景主題</vt:lpstr>
      <vt:lpstr>Nuvoton佈景主題</vt:lpstr>
      <vt:lpstr>Nuvoton佈景主題</vt:lpstr>
      <vt:lpstr>爐管新人學習進度報告</vt:lpstr>
      <vt:lpstr>報告內容</vt:lpstr>
      <vt:lpstr>PowerPoint 簡報</vt:lpstr>
      <vt:lpstr>Driver Check and Replace</vt:lpstr>
      <vt:lpstr>Replace TEOS bottle (1)</vt:lpstr>
      <vt:lpstr>Replace TEOS bottle (2)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爐管新人學習進度報告</dc:title>
  <dc:creator>S220 CWChen27</dc:creator>
  <cp:lastModifiedBy>S220 JXOu</cp:lastModifiedBy>
  <cp:revision>120</cp:revision>
  <dcterms:created xsi:type="dcterms:W3CDTF">2024-08-30T08:59:27Z</dcterms:created>
  <dcterms:modified xsi:type="dcterms:W3CDTF">2025-06-25T00:47:32Z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0x01010100D00E37CF3D36214C86886AA9339343DC</vt:lpwstr>
  </property>
</Properties>
</file>