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2"/>
  </p:notesMasterIdLst>
  <p:sldIdLst>
    <p:sldId id="257" r:id="rId4"/>
    <p:sldId id="262" r:id="rId5"/>
    <p:sldId id="258" r:id="rId6"/>
    <p:sldId id="415" r:id="rId7"/>
    <p:sldId id="417" r:id="rId8"/>
    <p:sldId id="418" r:id="rId9"/>
    <p:sldId id="414" r:id="rId10"/>
    <p:sldId id="39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258"/>
            <p14:sldId id="415"/>
            <p14:sldId id="417"/>
            <p14:sldId id="418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2025/7/22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 dirty="0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EC348-F9E7-40CF-A068-836F961C15B7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07EA6-6A5D-42EE-A684-5E2C3529401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BFAFA-BF8A-4615-B678-9E93429EC401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1F85D-47E0-47FB-8D3F-5A0955AC54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59AA-BA96-454E-8C92-78295E73C683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89686-D657-4D1C-8F00-13410ADAFB5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8240A-06B7-49A2-AFEE-07D61E0EACF6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2619-D13C-4AD6-85EC-540D22427CA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DBEB015-20B6-4694-BF68-639EDEBCBE74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30A7008-FFE4-4D95-B96C-DE3B8D1427A2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2DB4AA9-204E-472C-AE8F-EFD35BC94D36}" type="datetime1">
              <a:rPr lang="zh-TW" altLang="en-US" smtClean="0"/>
              <a:t>2025/7/22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2025.07.07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2025.07.18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Replace POLC3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Bottle</a:t>
            </a:r>
          </a:p>
          <a:p>
            <a:pPr>
              <a:defRPr/>
            </a:pP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90EC69-AA1D-6BEA-2E14-978368AD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248" y="6202680"/>
            <a:ext cx="609600" cy="4572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2188233" y="471724"/>
            <a:ext cx="78155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b="1" dirty="0">
                <a:latin typeface="+mj-ea"/>
                <a:ea typeface="+mj-ea"/>
              </a:rPr>
              <a:t>學習</a:t>
            </a:r>
            <a:r>
              <a:rPr kumimoji="0" lang="zh-TW" altLang="en-US" sz="4000" b="1" dirty="0">
                <a:latin typeface="+mj-ea"/>
                <a:ea typeface="+mj-ea"/>
              </a:rPr>
              <a:t>進度表</a:t>
            </a:r>
            <a:endParaRPr kumimoji="0" lang="en-US" sz="4000" b="1" dirty="0">
              <a:latin typeface="+mj-ea"/>
              <a:ea typeface="+mj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55239"/>
              </p:ext>
            </p:extLst>
          </p:nvPr>
        </p:nvGraphicFramePr>
        <p:xfrm>
          <a:off x="828134" y="1283015"/>
          <a:ext cx="10535730" cy="4826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2025/07/09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WSIX-2B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altLang="zh-TW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RTP-1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zh-TW" alt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值日生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2025/07/18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RCM-1</a:t>
                      </a:r>
                      <a:r>
                        <a:rPr kumimoji="0" lang="zh-TW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Replace bottle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8C752A54-408F-8A95-3E32-6ADE43D6CD7B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7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C3A906-E291-C981-5A3A-4C44B5E2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80" y="0"/>
            <a:ext cx="1036320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POCL3 Bottle</a:t>
            </a: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A683E7FE-AF0D-0A5F-09AD-30724103FF85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內容版面配置區 27">
            <a:extLst>
              <a:ext uri="{FF2B5EF4-FFF2-40B4-BE49-F238E27FC236}">
                <a16:creationId xmlns:a16="http://schemas.microsoft.com/office/drawing/2014/main" id="{4CCBB9D2-A0E7-7081-B870-465A1285FF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827" y="765911"/>
            <a:ext cx="8196722" cy="457200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POCL3 TANK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推出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底座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POCL3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瓶上的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</a:t>
            </a:r>
            <a:r>
              <a:rPr lang="zh-TW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兩個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VALVE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順時針鎖緊。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把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兩個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VALVE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上之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TEFLON LINE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螺帽旋開拔出，並取出溫度感測棒。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將需要更換的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POCL3 BOTTLE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從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M-DOT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取出。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zh-TW" altLang="en-US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TW" altLang="en-US" sz="1800" b="0" i="0" u="none" strike="noStrike" baseline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9" name="圖片 28" descr="一張含有 人員, 醫療設備, 技術人員, 機器 的圖片&#10;&#10;AI 產生的內容可能不正確。">
            <a:extLst>
              <a:ext uri="{FF2B5EF4-FFF2-40B4-BE49-F238E27FC236}">
                <a16:creationId xmlns:a16="http://schemas.microsoft.com/office/drawing/2014/main" id="{0D0B63AD-A42A-168A-D08A-0786600D7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4" b="42860"/>
          <a:stretch/>
        </p:blipFill>
        <p:spPr>
          <a:xfrm>
            <a:off x="4066650" y="3660648"/>
            <a:ext cx="3906767" cy="2139696"/>
          </a:xfrm>
          <a:prstGeom prst="rect">
            <a:avLst/>
          </a:prstGeom>
        </p:spPr>
      </p:pic>
      <p:pic>
        <p:nvPicPr>
          <p:cNvPr id="30" name="圖片 29" descr="一張含有 醫療設備, 科學儀器, 實驗室設備, 保健 的圖片&#10;&#10;AI 產生的內容可能不正確。">
            <a:extLst>
              <a:ext uri="{FF2B5EF4-FFF2-40B4-BE49-F238E27FC236}">
                <a16:creationId xmlns:a16="http://schemas.microsoft.com/office/drawing/2014/main" id="{FD1E0A58-56EA-BCDC-AF7E-D0315FFAB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10" r="33992" b="31646"/>
          <a:stretch/>
        </p:blipFill>
        <p:spPr>
          <a:xfrm>
            <a:off x="566845" y="3429000"/>
            <a:ext cx="3006128" cy="2532888"/>
          </a:xfrm>
          <a:prstGeom prst="rect">
            <a:avLst/>
          </a:prstGeom>
        </p:spPr>
      </p:pic>
      <p:pic>
        <p:nvPicPr>
          <p:cNvPr id="31" name="圖片 30" descr="一張含有 實驗室設備, 室內, 醫療設備, 透明材質 的圖片&#10;&#10;AI 產生的內容可能不正確。">
            <a:extLst>
              <a:ext uri="{FF2B5EF4-FFF2-40B4-BE49-F238E27FC236}">
                <a16:creationId xmlns:a16="http://schemas.microsoft.com/office/drawing/2014/main" id="{F6F78E6C-DC0B-20CE-0D8C-0C766AA94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6" r="20348" b="13049"/>
          <a:stretch/>
        </p:blipFill>
        <p:spPr>
          <a:xfrm>
            <a:off x="9093226" y="2467051"/>
            <a:ext cx="2263622" cy="394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7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F858-5EBF-BF65-1686-D91CB0C8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B4CF-2B0C-9B5C-CCC7-C67062F3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80" y="0"/>
            <a:ext cx="1036320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POCL3 Bottle</a:t>
            </a: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C57217D4-37CD-76C3-F6AE-C87A57F52492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內容版面配置區 27">
            <a:extLst>
              <a:ext uri="{FF2B5EF4-FFF2-40B4-BE49-F238E27FC236}">
                <a16:creationId xmlns:a16="http://schemas.microsoft.com/office/drawing/2014/main" id="{9508BB94-AC10-9B99-98ED-0AFB7CD7D6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42544" y="944880"/>
            <a:ext cx="10363200" cy="675436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在新瓶之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THERMOWELL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處加上潤滑油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約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1/3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滿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，並將新瓶裝上。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更換新瓶後將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之 </a:t>
            </a:r>
            <a:r>
              <a:rPr 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TEFLON LINE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接回並順時針方向鎖緊。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先逆時針方向慢慢旋開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 VALVE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至轉不動為止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此時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VALVE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已打開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，再逆時針方向慢慢旋開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 VALVE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至轉不動為止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此時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VALVE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已打開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。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3" name="圖片 12" descr="一張含有 塑膠, 下沉、洗碗槽, 骯髒, 車 的圖片&#10;&#10;AI 產生的內容可能不正確。">
            <a:extLst>
              <a:ext uri="{FF2B5EF4-FFF2-40B4-BE49-F238E27FC236}">
                <a16:creationId xmlns:a16="http://schemas.microsoft.com/office/drawing/2014/main" id="{85AE7A66-6845-C406-9AAD-506758B12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1" b="11786"/>
          <a:stretch/>
        </p:blipFill>
        <p:spPr>
          <a:xfrm>
            <a:off x="911132" y="3678080"/>
            <a:ext cx="2909250" cy="2673096"/>
          </a:xfrm>
          <a:prstGeom prst="rect">
            <a:avLst/>
          </a:prstGeom>
        </p:spPr>
      </p:pic>
      <p:pic>
        <p:nvPicPr>
          <p:cNvPr id="7" name="內容版面配置區 6" descr="一張含有 人員, 醫療設備, 技術人員, 機器 的圖片&#10;&#10;AI 產生的內容可能不正確。">
            <a:extLst>
              <a:ext uri="{FF2B5EF4-FFF2-40B4-BE49-F238E27FC236}">
                <a16:creationId xmlns:a16="http://schemas.microsoft.com/office/drawing/2014/main" id="{7FB09C3A-9CB6-6850-A0F9-4E540203A0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65"/>
          <a:stretch/>
        </p:blipFill>
        <p:spPr bwMode="auto">
          <a:xfrm>
            <a:off x="4188970" y="3429000"/>
            <a:ext cx="3429000" cy="291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16" descr="一張含有 醫療設備, 文字, 技術人員, 科學儀器 的圖片&#10;&#10;AI 產生的內容可能不正確。">
            <a:extLst>
              <a:ext uri="{FF2B5EF4-FFF2-40B4-BE49-F238E27FC236}">
                <a16:creationId xmlns:a16="http://schemas.microsoft.com/office/drawing/2014/main" id="{D3DB72C5-4631-318B-BCD3-CFD4B5C7F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426" y="2571752"/>
            <a:ext cx="2894646" cy="38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05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8CC5-2367-36AD-3985-DA3E76A4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31C9A3-B9E3-8088-5690-29965CCF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80" y="0"/>
            <a:ext cx="1036320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POCL3 Bottle</a:t>
            </a: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A0452221-C959-1201-2325-BF23F75957E4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內容版面配置區 27">
            <a:extLst>
              <a:ext uri="{FF2B5EF4-FFF2-40B4-BE49-F238E27FC236}">
                <a16:creationId xmlns:a16="http://schemas.microsoft.com/office/drawing/2014/main" id="{1DFD164C-8A8F-9419-5671-1F30746B79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42544" y="944880"/>
            <a:ext cx="11161776" cy="6754368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將溫度感測棒插入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THERMOWELL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處，溫度感測棒因與大氣接觸，溫度會上升，當感測棒插入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THERMOWELL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處，使其冷卻溫度下降，一般來說在更換後約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15~20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分鐘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TEMPERATURE ALARM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才會消除。 </a:t>
            </a:r>
            <a:endParaRPr lang="en-US" altLang="zh-TW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壓力在更換時會下降至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200~300mmHg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，更換後按壓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PUSH BUTTON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使壓力。 </a:t>
            </a:r>
            <a:endParaRPr lang="en-US" altLang="zh-TW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將蓋子蓋上並推入，按下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M-DOT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面板上 之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AMP TEST 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使其 </a:t>
            </a:r>
            <a:r>
              <a:rPr lang="en-US" altLang="zh-TW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RESET</a:t>
            </a:r>
            <a:r>
              <a:rPr lang="zh-TW" altLang="en-US" sz="1800" i="0" u="none" strike="noStrike" baseline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，即更換動作完成。 </a:t>
            </a:r>
          </a:p>
          <a:p>
            <a:pPr algn="just">
              <a:lnSpc>
                <a:spcPct val="150000"/>
              </a:lnSpc>
            </a:pPr>
            <a:endParaRPr lang="zh-TW" altLang="en-US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TW" altLang="en-US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800" i="0" u="none" strike="noStrike" baseline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1" name="圖片 10" descr="一張含有 機器, 人員, 工程, 技術人員 的圖片&#10;&#10;AI 產生的內容可能不正確。">
            <a:extLst>
              <a:ext uri="{FF2B5EF4-FFF2-40B4-BE49-F238E27FC236}">
                <a16:creationId xmlns:a16="http://schemas.microsoft.com/office/drawing/2014/main" id="{081498C5-8CCC-7B73-435A-EB40C511B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9" t="39810"/>
          <a:stretch/>
        </p:blipFill>
        <p:spPr>
          <a:xfrm>
            <a:off x="5110909" y="3989424"/>
            <a:ext cx="2575950" cy="2441856"/>
          </a:xfrm>
          <a:prstGeom prst="rect">
            <a:avLst/>
          </a:prstGeom>
        </p:spPr>
      </p:pic>
      <p:pic>
        <p:nvPicPr>
          <p:cNvPr id="15" name="圖片 14" descr="一張含有 文字, 工程, 氣體, 電氣線路 的圖片&#10;&#10;AI 產生的內容可能不正確。">
            <a:extLst>
              <a:ext uri="{FF2B5EF4-FFF2-40B4-BE49-F238E27FC236}">
                <a16:creationId xmlns:a16="http://schemas.microsoft.com/office/drawing/2014/main" id="{8DC937A4-BE5F-EB2A-7F23-3AE381485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99" t="20998" r="27935"/>
          <a:stretch/>
        </p:blipFill>
        <p:spPr>
          <a:xfrm>
            <a:off x="9069100" y="3823512"/>
            <a:ext cx="1115568" cy="2773680"/>
          </a:xfrm>
          <a:prstGeom prst="rect">
            <a:avLst/>
          </a:prstGeom>
        </p:spPr>
      </p:pic>
      <p:pic>
        <p:nvPicPr>
          <p:cNvPr id="9" name="圖片 8" descr="一張含有 機器, 工程, 科學儀器, 藍色 的圖片&#10;&#10;AI 產生的內容可能不正確。">
            <a:extLst>
              <a:ext uri="{FF2B5EF4-FFF2-40B4-BE49-F238E27FC236}">
                <a16:creationId xmlns:a16="http://schemas.microsoft.com/office/drawing/2014/main" id="{B373D757-027C-4D84-2FBC-F286DCC2B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0" b="17717"/>
          <a:stretch/>
        </p:blipFill>
        <p:spPr>
          <a:xfrm>
            <a:off x="1097280" y="3989424"/>
            <a:ext cx="3134187" cy="244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6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36" y="127064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499323"/>
              </p:ext>
            </p:extLst>
          </p:nvPr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95%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80%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4430493" y="3044279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37C2860-D1C6-4C30-8D9B-3FBEF374C92B}"/>
</file>

<file path=customXml/itemProps2.xml><?xml version="1.0" encoding="utf-8"?>
<ds:datastoreItem xmlns:ds="http://schemas.openxmlformats.org/officeDocument/2006/customXml" ds:itemID="{87B1FE66-5CF9-4839-9160-F64C71E356FD}"/>
</file>

<file path=customXml/itemProps3.xml><?xml version="1.0" encoding="utf-8"?>
<ds:datastoreItem xmlns:ds="http://schemas.openxmlformats.org/officeDocument/2006/customXml" ds:itemID="{9C890796-F765-4D63-94CD-5EE8B57E717B}"/>
</file>

<file path=docProps/app.xml><?xml version="1.0" encoding="utf-8"?>
<Properties xmlns="http://schemas.openxmlformats.org/officeDocument/2006/extended-properties" xmlns:vt="http://schemas.openxmlformats.org/officeDocument/2006/docPropsVTypes">
  <TotalTime>19309</TotalTime>
  <Words>398</Words>
  <Application>Microsoft Office PowerPoint</Application>
  <PresentationFormat>寬螢幕</PresentationFormat>
  <Paragraphs>105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微軟正黑體</vt:lpstr>
      <vt:lpstr>Calibri</vt:lpstr>
      <vt:lpstr>Franklin Gothic Book</vt:lpstr>
      <vt:lpstr>Times New Roman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Replace POCL3 Bottle</vt:lpstr>
      <vt:lpstr>Replace POCL3 Bottle</vt:lpstr>
      <vt:lpstr>Replace POCL3 Bottle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193</cp:revision>
  <dcterms:created xsi:type="dcterms:W3CDTF">2024-08-30T08:59:27Z</dcterms:created>
  <dcterms:modified xsi:type="dcterms:W3CDTF">2025-07-22T05:02:10Z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