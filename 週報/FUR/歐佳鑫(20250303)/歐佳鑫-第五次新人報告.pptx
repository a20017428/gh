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4"/>
    <p:sldMasterId id="2147486561" r:id="rId5"/>
    <p:sldMasterId id="2147486562" r:id="rId6"/>
  </p:sldMasterIdLst>
  <p:notesMasterIdLst>
    <p:notesMasterId r:id="rId18"/>
  </p:notesMasterIdLst>
  <p:sldIdLst>
    <p:sldId id="257" r:id="rId7"/>
    <p:sldId id="262" r:id="rId8"/>
    <p:sldId id="403" r:id="rId9"/>
    <p:sldId id="404" r:id="rId10"/>
    <p:sldId id="405" r:id="rId11"/>
    <p:sldId id="406" r:id="rId12"/>
    <p:sldId id="407" r:id="rId13"/>
    <p:sldId id="418" r:id="rId14"/>
    <p:sldId id="419" r:id="rId15"/>
    <p:sldId id="414" r:id="rId16"/>
    <p:sldId id="3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403"/>
            <p14:sldId id="404"/>
            <p14:sldId id="405"/>
            <p14:sldId id="406"/>
            <p14:sldId id="407"/>
            <p14:sldId id="418"/>
            <p14:sldId id="419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AB523C-5D0A-4125-BDF0-809104B824D2}" v="1" dt="2025-05-14T05:27:11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79515" autoAdjust="0"/>
  </p:normalViewPr>
  <p:slideViewPr>
    <p:cSldViewPr snapToGrid="0">
      <p:cViewPr>
        <p:scale>
          <a:sx n="160" d="100"/>
          <a:sy n="160" d="100"/>
        </p:scale>
        <p:origin x="114" y="-26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220 MCTsai4" userId="1ba96b6f-aea6-436e-958c-d82dfcfca752" providerId="ADAL" clId="{ECAB523C-5D0A-4125-BDF0-809104B824D2}"/>
    <pc:docChg chg="modSld">
      <pc:chgData name="S220 MCTsai4" userId="1ba96b6f-aea6-436e-958c-d82dfcfca752" providerId="ADAL" clId="{ECAB523C-5D0A-4125-BDF0-809104B824D2}" dt="2025-05-14T05:27:11.271" v="0" actId="14100"/>
      <pc:docMkLst>
        <pc:docMk/>
      </pc:docMkLst>
      <pc:sldChg chg="modSp">
        <pc:chgData name="S220 MCTsai4" userId="1ba96b6f-aea6-436e-958c-d82dfcfca752" providerId="ADAL" clId="{ECAB523C-5D0A-4125-BDF0-809104B824D2}" dt="2025-05-14T05:27:11.271" v="0" actId="14100"/>
        <pc:sldMkLst>
          <pc:docMk/>
          <pc:sldMk cId="1034237329" sldId="418"/>
        </pc:sldMkLst>
        <pc:picChg chg="mod">
          <ac:chgData name="S220 MCTsai4" userId="1ba96b6f-aea6-436e-958c-d82dfcfca752" providerId="ADAL" clId="{ECAB523C-5D0A-4125-BDF0-809104B824D2}" dt="2025-05-14T05:27:11.271" v="0" actId="14100"/>
          <ac:picMkLst>
            <pc:docMk/>
            <pc:sldMk cId="1034237329" sldId="418"/>
            <ac:picMk id="14340" creationId="{EB08E3ED-29A8-E99B-A43A-588B6CBF35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2025/5/14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spcBef>
                <a:spcPts val="575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Usable tooth (um) :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剩餘齒厚</a:t>
            </a:r>
          </a:p>
          <a:p>
            <a:pPr lvl="1">
              <a:spcBef>
                <a:spcPts val="575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Wheel wear (um/piece) :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每片耗損量</a:t>
            </a:r>
          </a:p>
          <a:p>
            <a:pPr lvl="1">
              <a:spcBef>
                <a:spcPts val="575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Estimated number of wafer :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剩餘齒厚預估可研磨之數量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 (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剩餘齒厚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機台最小極限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)/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每片耗損量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lang="zh-TW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lvl="1">
              <a:spcBef>
                <a:spcPts val="575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Ground wafers on </a:t>
            </a:r>
            <a:r>
              <a:rPr lang="en-US" altLang="zh-TW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Zx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: </a:t>
            </a:r>
            <a:r>
              <a:rPr lang="en-US" altLang="zh-TW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Zx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該研磨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wheel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所磨之累積片數</a:t>
            </a:r>
          </a:p>
          <a:p>
            <a:pPr lvl="1">
              <a:spcBef>
                <a:spcPts val="575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Total wafers : </a:t>
            </a:r>
            <a:r>
              <a:rPr lang="en-US" altLang="zh-TW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Zx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所磨之累積片數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24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8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9656" y="619125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2815B-3B18-418D-B516-12C628E57022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472" y="6227763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F607EA6-6A5D-42EE-A684-5E2C35294015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1026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D719-340B-40E2-8739-FC0A8544B441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061" y="617831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91F85D-47E0-47FB-8D3F-5A0955AC54FB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24158" y="6199158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3346-27D3-481A-8C7A-6A0EB667F506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1030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89686-D657-4D1C-8F00-13410ADAFB5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46521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0550-E663-40FF-856A-B38F1C92B34B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3B0C9C2-50F9-40FC-BB85-2B1795C26F4A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3E2DD6-0BDF-4503-BC14-47C51D598132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E574ECF-1BBC-425F-8F77-CCEDC8767859}" type="datetime1">
              <a:rPr lang="zh-TW" altLang="en-US" smtClean="0"/>
              <a:t>2025/5/14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2025.4.14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2025.04.25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研磨間保養機台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81774"/>
              </p:ext>
            </p:extLst>
          </p:nvPr>
        </p:nvGraphicFramePr>
        <p:xfrm>
          <a:off x="828134" y="1283015"/>
          <a:ext cx="10535730" cy="472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204426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2739174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GRD-3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2025/4/30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F37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Replace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勞動節放假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勞動節放假</a:t>
                      </a:r>
                      <a:endParaRPr kumimoji="0" lang="en-US" altLang="zh-TW" sz="1800" b="0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勞動節放假</a:t>
                      </a:r>
                      <a:endParaRPr kumimoji="0" lang="en-US" altLang="zh-TW" sz="1800" b="0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Replace Heater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377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GRD-5/paste-3/RIP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RTP-1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APC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clean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5PM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598650" y="494622"/>
            <a:ext cx="29036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dirty="0">
                <a:latin typeface="+mj-ea"/>
                <a:ea typeface="+mj-ea"/>
              </a:rPr>
              <a:t>學習</a:t>
            </a:r>
            <a:r>
              <a:rPr kumimoji="0" lang="zh-TW" altLang="en-US" sz="4000" dirty="0">
                <a:latin typeface="+mj-ea"/>
                <a:ea typeface="+mj-ea"/>
              </a:rPr>
              <a:t>進度表</a:t>
            </a:r>
            <a:endParaRPr kumimoji="0" lang="en-US" sz="4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47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640F-231A-E33E-D80B-BC6C544145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5424" y="1027176"/>
            <a:ext cx="11317224" cy="5402199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狀態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主畫面進入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Warm up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控制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開關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保養時關閉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，回到首頁進入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Machine Maintenance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，在進入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Unit Operation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選擇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Enter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，可將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上升。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首先將小白布鋪在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Chuck table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上，利用菜瓜布、水槍、小白布進行清潔刷洗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Z1/Z2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及前面研磨區域，清除研磨粉塵。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:High Gauge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是否達到規範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(100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±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l-GR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m)</a:t>
            </a:r>
            <a:r>
              <a:rPr lang="zh-TW" alt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Brush rotate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動作是否正常、真空值紀錄、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Wheel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機台狀況。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576" y="6400800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644F93B-14C8-8EDB-B800-A1D91124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7"/>
          <a:stretch/>
        </p:blipFill>
        <p:spPr>
          <a:xfrm>
            <a:off x="446503" y="2784348"/>
            <a:ext cx="11509197" cy="377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3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640F-231A-E33E-D80B-BC6C544145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5424" y="1027176"/>
            <a:ext cx="11317224" cy="5402199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狀態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主畫面進入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Warm up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控制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開關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保養時關閉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，回到首頁進入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Machine Maintenance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，在進入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Unit Operation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選擇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Enter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，可將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上升。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首先將小白布鋪在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Chuck table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上，利用菜瓜布、水槍、小白布進行清潔刷洗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Z1/Z2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及前面研磨區域，清除研磨粉塵。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:High Gauge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是否達到規範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(100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±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l-GR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m)</a:t>
            </a:r>
            <a:r>
              <a:rPr lang="zh-TW" alt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Brush rotate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動作是否正常、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檢查水平、真空值紀錄、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Wheel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機台狀況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status</a:t>
            </a:r>
            <a:r>
              <a:rPr lang="zh-TW" altLang="en-US" sz="2400" dirty="0">
                <a:solidFill>
                  <a:srgbClr val="1F1F1F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679F3BF-0299-4857-0572-1D83137C9D29}"/>
              </a:ext>
            </a:extLst>
          </p:cNvPr>
          <p:cNvGrpSpPr/>
          <p:nvPr/>
        </p:nvGrpSpPr>
        <p:grpSpPr>
          <a:xfrm>
            <a:off x="725423" y="4238319"/>
            <a:ext cx="11317225" cy="2191056"/>
            <a:chOff x="725424" y="896112"/>
            <a:chExt cx="11317225" cy="219105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3D86013-B5AB-B5C1-7A7E-2DCCCBB77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424" y="896112"/>
              <a:ext cx="3219899" cy="2191056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61B94E7E-7B91-96DA-3D38-1F04D5E94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5324" y="896112"/>
              <a:ext cx="3087802" cy="1781424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A4DBE2FD-7843-611E-46A3-FE792681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3" y="896112"/>
              <a:ext cx="2915058" cy="1781424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033DFF77-4EF5-46A3-75F3-9BA4E6620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470"/>
            <a:stretch/>
          </p:blipFill>
          <p:spPr>
            <a:xfrm>
              <a:off x="9127591" y="896112"/>
              <a:ext cx="2915058" cy="17814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055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640F-231A-E33E-D80B-BC6C544145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5424" y="1027176"/>
            <a:ext cx="11317224" cy="540219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</a:t>
            </a:r>
            <a:r>
              <a:rPr lang="zh-TW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:High Gauge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是否達到規範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(100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±</a:t>
            </a:r>
            <a:r>
              <a:rPr lang="en-US" altLang="zh-TW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l-GR" altLang="zh-TW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m)</a:t>
            </a:r>
            <a:r>
              <a:rPr lang="zh-TW" alt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Brush rotate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動作是否正常、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檢查水平、真空值紀錄、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Wheel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機台狀況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status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6FCC413A-CD22-B52A-7C3E-DC8456869C39}"/>
              </a:ext>
            </a:extLst>
          </p:cNvPr>
          <p:cNvGrpSpPr/>
          <p:nvPr/>
        </p:nvGrpSpPr>
        <p:grpSpPr>
          <a:xfrm>
            <a:off x="412840" y="2767540"/>
            <a:ext cx="6031496" cy="3291840"/>
            <a:chOff x="387096" y="896112"/>
            <a:chExt cx="6031496" cy="2375623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8C4C98F-E3F8-ED47-E3FF-26E27D3DA4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81" r="34081" b="23348"/>
            <a:stretch/>
          </p:blipFill>
          <p:spPr bwMode="auto">
            <a:xfrm>
              <a:off x="387096" y="896112"/>
              <a:ext cx="4117856" cy="2375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8FF0735-D1F5-0E3E-1F25-D37D5014D6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01" r="3103" b="23348"/>
            <a:stretch/>
          </p:blipFill>
          <p:spPr bwMode="auto">
            <a:xfrm>
              <a:off x="4504952" y="896112"/>
              <a:ext cx="1913640" cy="2375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2">
            <a:extLst>
              <a:ext uri="{FF2B5EF4-FFF2-40B4-BE49-F238E27FC236}">
                <a16:creationId xmlns:a16="http://schemas.microsoft.com/office/drawing/2014/main" id="{5E7DB0C1-14D7-C1DE-0712-045FFDCE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01A4C12-78FA-98AB-1778-712CB234A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968" y="2826047"/>
            <a:ext cx="4092112" cy="3291840"/>
          </a:xfrm>
          <a:prstGeom prst="rect">
            <a:avLst/>
          </a:prstGeom>
        </p:spPr>
      </p:pic>
      <p:pic>
        <p:nvPicPr>
          <p:cNvPr id="9" name="圖片 3">
            <a:extLst>
              <a:ext uri="{FF2B5EF4-FFF2-40B4-BE49-F238E27FC236}">
                <a16:creationId xmlns:a16="http://schemas.microsoft.com/office/drawing/2014/main" id="{A9DC3D74-6D31-3829-392A-2A4EE444B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572" y="2643759"/>
            <a:ext cx="3930859" cy="347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28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E7DB0C1-14D7-C1DE-0712-045FFDCE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圖片 4">
            <a:extLst>
              <a:ext uri="{FF2B5EF4-FFF2-40B4-BE49-F238E27FC236}">
                <a16:creationId xmlns:a16="http://schemas.microsoft.com/office/drawing/2014/main" id="{857111EA-FB17-5AC1-EB64-8679FF764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76" y="2267998"/>
            <a:ext cx="4488304" cy="336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" descr="Picture 126">
            <a:extLst>
              <a:ext uri="{FF2B5EF4-FFF2-40B4-BE49-F238E27FC236}">
                <a16:creationId xmlns:a16="http://schemas.microsoft.com/office/drawing/2014/main" id="{ECBD7A1D-943B-0FF1-A515-EC30FC128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673" y="1978907"/>
            <a:ext cx="4841989" cy="383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DE62C1F-EAAA-31CB-1B8E-EFE7D5560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647" y="2084261"/>
            <a:ext cx="3527425" cy="4116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49E79E2-CBDA-E1B2-8C43-44F184556E3C}"/>
              </a:ext>
            </a:extLst>
          </p:cNvPr>
          <p:cNvSpPr txBox="1"/>
          <p:nvPr/>
        </p:nvSpPr>
        <p:spPr>
          <a:xfrm>
            <a:off x="427476" y="847252"/>
            <a:ext cx="10705338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</a:t>
            </a:r>
            <a:r>
              <a:rPr lang="zh-TW" altLang="en-US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EAC8-43D9-C407-C9DB-9D96D079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FE7BB6-8557-F963-EA8D-0B9D6B25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6EF0480-3B39-D19E-51B9-4478011EB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38" name="標題 1">
            <a:extLst>
              <a:ext uri="{FF2B5EF4-FFF2-40B4-BE49-F238E27FC236}">
                <a16:creationId xmlns:a16="http://schemas.microsoft.com/office/drawing/2014/main" id="{0C069B64-3A80-EB87-1D70-D170CA99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164592"/>
            <a:ext cx="1886712" cy="744253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+mj-ea"/>
              </a:rPr>
              <a:t>貼膠機</a:t>
            </a:r>
          </a:p>
        </p:txBody>
      </p:sp>
      <p:sp>
        <p:nvSpPr>
          <p:cNvPr id="14339" name="內容版面配置區 2">
            <a:extLst>
              <a:ext uri="{FF2B5EF4-FFF2-40B4-BE49-F238E27FC236}">
                <a16:creationId xmlns:a16="http://schemas.microsoft.com/office/drawing/2014/main" id="{82917231-FC36-819A-164E-80D0DE2A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1096392"/>
            <a:ext cx="8229600" cy="1573656"/>
          </a:xfrm>
        </p:spPr>
        <p:txBody>
          <a:bodyPr/>
          <a:lstStyle/>
          <a:p>
            <a:pPr marL="342900" indent="-342900">
              <a:lnSpc>
                <a:spcPts val="1800"/>
              </a:lnSpc>
              <a:buFont typeface="+mj-lt"/>
              <a:buAutoNum type="arabicPeriod"/>
            </a:pP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機臺表面用小白布沾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IPA 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擦拭</a:t>
            </a:r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機台硬體部分用小白布沾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IPA 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擦拭、檢視有無異常</a:t>
            </a:r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機台進行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 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後試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RUN</a:t>
            </a:r>
            <a:endParaRPr lang="zh-TW" altLang="en-US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EB08E3ED-29A8-E99B-A43A-588B6CBF3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273" y="1495313"/>
            <a:ext cx="9374266" cy="5201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23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D17F-D174-BD71-7692-E6A14EBD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50ECA7-D8ED-AB49-E399-75EEBDF1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516C00EA-E4AC-0EC2-6FD7-335C86A87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444" y="2556320"/>
            <a:ext cx="763111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1CF89B17-C600-FD30-B1B8-67CED25BFAF8}"/>
              </a:ext>
            </a:extLst>
          </p:cNvPr>
          <p:cNvSpPr txBox="1">
            <a:spLocks/>
          </p:cNvSpPr>
          <p:nvPr/>
        </p:nvSpPr>
        <p:spPr bwMode="auto">
          <a:xfrm>
            <a:off x="371856" y="164592"/>
            <a:ext cx="1886712" cy="744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9pPr>
          </a:lstStyle>
          <a:p>
            <a:r>
              <a:rPr lang="zh-TW" altLang="en-US" dirty="0">
                <a:solidFill>
                  <a:schemeClr val="tx1"/>
                </a:solidFill>
                <a:latin typeface="+mj-ea"/>
              </a:rPr>
              <a:t>撕膠機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10BD9B6-0DFC-5357-7C45-26BB1A4A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1096392"/>
            <a:ext cx="8229600" cy="1573656"/>
          </a:xfrm>
        </p:spPr>
        <p:txBody>
          <a:bodyPr/>
          <a:lstStyle/>
          <a:p>
            <a:pPr marL="342900" indent="-342900">
              <a:lnSpc>
                <a:spcPts val="1800"/>
              </a:lnSpc>
              <a:buFont typeface="+mj-lt"/>
              <a:buAutoNum type="arabicPeriod"/>
            </a:pP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機臺表面用小白布沾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IPA 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擦拭</a:t>
            </a:r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機台硬體部分用小白布沾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IPA 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擦拭、檢視有無異常</a:t>
            </a:r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機台進行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 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後試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RUN</a:t>
            </a:r>
            <a:endParaRPr lang="zh-TW" altLang="en-US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040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91300"/>
              </p:ext>
            </p:extLst>
          </p:nvPr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70%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80%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2" name="圖片 1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73" y="56008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41BAF6-1647-4F43-9077-2C52DB974D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bdc6d95-7621-47b1-8f62-a702a7a9d98f"/>
    <ds:schemaRef ds:uri="6ba3a8a8-b9e2-49cb-aadf-2c093bcf63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68EF91-E87B-41A0-ACAC-6893903F84A8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6ba3a8a8-b9e2-49cb-aadf-2c093bcf632e"/>
    <ds:schemaRef ds:uri="http://schemas.microsoft.com/office/2006/metadata/properties"/>
    <ds:schemaRef ds:uri="4bdc6d95-7621-47b1-8f62-a702a7a9d98f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6324771-F46E-4F3A-A3D9-355E04B0AC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29353</TotalTime>
  <Words>636</Words>
  <Application>Microsoft Office PowerPoint</Application>
  <PresentationFormat>Widescreen</PresentationFormat>
  <Paragraphs>120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微軟正黑體</vt:lpstr>
      <vt:lpstr>Arial</vt:lpstr>
      <vt:lpstr>Calibri</vt:lpstr>
      <vt:lpstr>Franklin Gothic Book</vt:lpstr>
      <vt:lpstr>Times New Roman</vt:lpstr>
      <vt:lpstr>Wingdings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Presentation</vt:lpstr>
      <vt:lpstr>GRD保養程序</vt:lpstr>
      <vt:lpstr>GRD保養程序</vt:lpstr>
      <vt:lpstr>GRD保養程序</vt:lpstr>
      <vt:lpstr>GRD保養程序</vt:lpstr>
      <vt:lpstr>貼膠機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MCTsai4</cp:lastModifiedBy>
  <cp:revision>306</cp:revision>
  <dcterms:created xsi:type="dcterms:W3CDTF">2024-08-30T08:59:27Z</dcterms:created>
  <dcterms:modified xsi:type="dcterms:W3CDTF">2025-05-14T05:27:21Z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  <property fmtid="{D5CDD505-2E9C-101B-9397-08002B2CF9AE}" pid="3" name="MediaServiceImageTags">
    <vt:lpwstr/>
  </property>
</Properties>
</file>