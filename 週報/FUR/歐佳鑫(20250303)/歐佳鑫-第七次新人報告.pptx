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26" r:id="rId1"/>
    <p:sldMasterId id="2147486561" r:id="rId2"/>
    <p:sldMasterId id="2147486562" r:id="rId3"/>
  </p:sldMasterIdLst>
  <p:notesMasterIdLst>
    <p:notesMasterId r:id="rId49"/>
  </p:notesMasterIdLst>
  <p:sldIdLst>
    <p:sldId id="257" r:id="rId4"/>
    <p:sldId id="262" r:id="rId5"/>
    <p:sldId id="403" r:id="rId6"/>
    <p:sldId id="445" r:id="rId7"/>
    <p:sldId id="292" r:id="rId8"/>
    <p:sldId id="415" r:id="rId9"/>
    <p:sldId id="416" r:id="rId10"/>
    <p:sldId id="422" r:id="rId11"/>
    <p:sldId id="435" r:id="rId12"/>
    <p:sldId id="449" r:id="rId13"/>
    <p:sldId id="450" r:id="rId14"/>
    <p:sldId id="418" r:id="rId15"/>
    <p:sldId id="419" r:id="rId16"/>
    <p:sldId id="420" r:id="rId17"/>
    <p:sldId id="421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6" r:id="rId31"/>
    <p:sldId id="437" r:id="rId32"/>
    <p:sldId id="438" r:id="rId33"/>
    <p:sldId id="439" r:id="rId34"/>
    <p:sldId id="440" r:id="rId35"/>
    <p:sldId id="441" r:id="rId36"/>
    <p:sldId id="442" r:id="rId37"/>
    <p:sldId id="443" r:id="rId38"/>
    <p:sldId id="444" r:id="rId39"/>
    <p:sldId id="446" r:id="rId40"/>
    <p:sldId id="447" r:id="rId41"/>
    <p:sldId id="448" r:id="rId42"/>
    <p:sldId id="451" r:id="rId43"/>
    <p:sldId id="452" r:id="rId44"/>
    <p:sldId id="453" r:id="rId45"/>
    <p:sldId id="454" r:id="rId46"/>
    <p:sldId id="414" r:id="rId47"/>
    <p:sldId id="395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5A48709-1322-4E05-97E7-9A291CDB9E39}">
          <p14:sldIdLst>
            <p14:sldId id="257"/>
            <p14:sldId id="262"/>
            <p14:sldId id="403"/>
            <p14:sldId id="445"/>
            <p14:sldId id="292"/>
            <p14:sldId id="415"/>
            <p14:sldId id="416"/>
            <p14:sldId id="422"/>
            <p14:sldId id="435"/>
            <p14:sldId id="449"/>
            <p14:sldId id="450"/>
            <p14:sldId id="418"/>
            <p14:sldId id="419"/>
            <p14:sldId id="420"/>
            <p14:sldId id="421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6"/>
            <p14:sldId id="447"/>
            <p14:sldId id="448"/>
            <p14:sldId id="451"/>
            <p14:sldId id="452"/>
            <p14:sldId id="453"/>
            <p14:sldId id="454"/>
            <p14:sldId id="414"/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00B050"/>
    <a:srgbClr val="FFCC66"/>
    <a:srgbClr val="3399FF"/>
    <a:srgbClr val="0033CC"/>
    <a:srgbClr val="FFCC00"/>
    <a:srgbClr val="FF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84485" autoAdjust="0"/>
  </p:normalViewPr>
  <p:slideViewPr>
    <p:cSldViewPr snapToGrid="0">
      <p:cViewPr varScale="1">
        <p:scale>
          <a:sx n="93" d="100"/>
          <a:sy n="93" d="100"/>
        </p:scale>
        <p:origin x="118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customXml" Target="../customXml/item3.xml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3CBA-556B-494F-B75C-E8C7055D8952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8AE13-1A93-4F37-9380-BD77ABBAA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7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383A579-E5BC-4769-0BD8-5479F1E657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C024931E-E5D8-1D57-013A-32417A92BA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9220" name="Date Placeholder 3">
            <a:extLst>
              <a:ext uri="{FF2B5EF4-FFF2-40B4-BE49-F238E27FC236}">
                <a16:creationId xmlns:a16="http://schemas.microsoft.com/office/drawing/2014/main" id="{5A24A3B2-D382-15B5-CF08-F504697ADB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73B7C94-5FE6-4279-BE34-E7BBA22CE8B4}" type="datetime1">
              <a:rPr lang="zh-TW" altLang="en-US" smtClean="0"/>
              <a:pPr>
                <a:spcBef>
                  <a:spcPct val="0"/>
                </a:spcBef>
              </a:pPr>
              <a:t>2025/6/11</a:t>
            </a:fld>
            <a:endParaRPr lang="zh-TW" altLang="en-US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030C96D0-3EE2-BD9A-62F0-3F9CCD288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1D3B89-92F8-4AE4-BBFB-64AB9BF8DFC7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  <p:sp>
        <p:nvSpPr>
          <p:cNvPr id="9222" name="Footer Placeholder 1">
            <a:extLst>
              <a:ext uri="{FF2B5EF4-FFF2-40B4-BE49-F238E27FC236}">
                <a16:creationId xmlns:a16="http://schemas.microsoft.com/office/drawing/2014/main" id="{0D5776AA-C13E-9951-8404-0D9616AFBB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70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en-US" dirty="0"/>
              <a:t>NAME: </a:t>
            </a:r>
            <a:r>
              <a:rPr lang="zh-TW" altLang="en-US" dirty="0"/>
              <a:t>更改程式名稱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2.TEMP:</a:t>
            </a:r>
            <a:r>
              <a:rPr lang="zh-TW" altLang="en-US" dirty="0"/>
              <a:t>溫度控制設定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3.GAS:</a:t>
            </a:r>
            <a:r>
              <a:rPr lang="zh-TW" altLang="en-US" dirty="0"/>
              <a:t>氣體控制設定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5.POSN:</a:t>
            </a:r>
            <a:r>
              <a:rPr lang="zh-TW" altLang="en-US" dirty="0"/>
              <a:t> 供電持續過程設定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6.ALAM: </a:t>
            </a:r>
            <a:r>
              <a:rPr lang="zh-TW" altLang="en-US" dirty="0"/>
              <a:t>警告設定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7.PASS:</a:t>
            </a:r>
            <a:r>
              <a:rPr lang="zh-TW" altLang="en-US" dirty="0"/>
              <a:t>密碼設定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8.EMG:</a:t>
            </a:r>
            <a:r>
              <a:rPr lang="zh-TW" altLang="en-US" dirty="0"/>
              <a:t> 選擇緊急中止切換</a:t>
            </a:r>
            <a:r>
              <a:rPr lang="en-US" altLang="zh-TW" dirty="0"/>
              <a:t>(</a:t>
            </a:r>
            <a:r>
              <a:rPr lang="zh-TW" altLang="en-US" dirty="0"/>
              <a:t>有效</a:t>
            </a:r>
            <a:r>
              <a:rPr lang="en-US" altLang="zh-TW" dirty="0"/>
              <a:t>/</a:t>
            </a:r>
            <a:r>
              <a:rPr lang="zh-TW" altLang="en-US" dirty="0"/>
              <a:t>無效</a:t>
            </a:r>
            <a:r>
              <a:rPr lang="en-US" altLang="zh-TW" dirty="0"/>
              <a:t>)</a:t>
            </a:r>
          </a:p>
          <a:p>
            <a:endParaRPr lang="en-US" dirty="0"/>
          </a:p>
          <a:p>
            <a:r>
              <a:rPr lang="en-US" altLang="zh-TW" dirty="0"/>
              <a:t>9.TIME:</a:t>
            </a:r>
            <a:r>
              <a:rPr lang="zh-TW" altLang="en-US" dirty="0"/>
              <a:t>日期</a:t>
            </a:r>
            <a:r>
              <a:rPr lang="en-US" altLang="zh-TW" dirty="0"/>
              <a:t>/</a:t>
            </a:r>
            <a:r>
              <a:rPr lang="zh-TW" altLang="en-US" dirty="0"/>
              <a:t>時間 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10.I/O:</a:t>
            </a:r>
            <a:r>
              <a:rPr lang="zh-TW" altLang="en-US" dirty="0"/>
              <a:t>開關相關功能變更</a:t>
            </a:r>
            <a:endParaRPr lang="en-US" altLang="zh-TW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11.SWITCH:</a:t>
            </a:r>
            <a:r>
              <a:rPr lang="zh-TW" altLang="en-US" dirty="0"/>
              <a:t>爐管控制溫度位置設定</a:t>
            </a:r>
            <a:endParaRPr lang="en-US" altLang="zh-TW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12.Zone :</a:t>
            </a:r>
            <a:r>
              <a:rPr lang="zh-TW" altLang="en-US" dirty="0"/>
              <a:t>自動機制初始設定</a:t>
            </a:r>
            <a:endParaRPr lang="en-US" altLang="zh-TW" dirty="0"/>
          </a:p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21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45895-FBE5-6204-AA23-557DE29B5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930692E-7554-98B4-288D-B43AF04DC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EC104DD-2AB2-FA48-6B37-127D034E7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TEMP:</a:t>
            </a:r>
            <a:r>
              <a:rPr lang="zh-TW" altLang="en-US" dirty="0"/>
              <a:t>溫度區間名稱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MFC:</a:t>
            </a:r>
            <a:r>
              <a:rPr lang="zh-TW" altLang="en-US" dirty="0"/>
              <a:t> 流量名稱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RECIPE:</a:t>
            </a:r>
            <a:r>
              <a:rPr lang="zh-TW" altLang="en-US" dirty="0"/>
              <a:t> 程式名稱</a:t>
            </a:r>
            <a:endParaRPr lang="en-US" altLang="zh-TW" dirty="0"/>
          </a:p>
          <a:p>
            <a:endParaRPr lang="en-US" dirty="0"/>
          </a:p>
          <a:p>
            <a:r>
              <a:rPr lang="en-US" dirty="0" err="1"/>
              <a:t>Al</a:t>
            </a:r>
            <a:r>
              <a:rPr lang="en-US" altLang="zh-TW" dirty="0" err="1"/>
              <a:t>ARM</a:t>
            </a:r>
            <a:r>
              <a:rPr lang="en-US" dirty="0"/>
              <a:t> : </a:t>
            </a:r>
            <a:r>
              <a:rPr lang="zh-TW" altLang="en-US" dirty="0"/>
              <a:t>警告名稱</a:t>
            </a:r>
            <a:endParaRPr lang="en-US" altLang="zh-TW" dirty="0"/>
          </a:p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28D290-89CA-C721-E201-676373EB7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04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2BAD4-302E-DCDF-AD46-C3346AD6B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AE2C80D-BB5F-BE5D-B4C9-FA5F413CC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03B93D4-102E-4A66-580B-009FC22AC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1.</a:t>
            </a:r>
            <a:r>
              <a:rPr lang="zh-TW" altLang="en-US" dirty="0"/>
              <a:t>設定</a:t>
            </a:r>
            <a:r>
              <a:rPr lang="en-US" altLang="zh-TW" dirty="0"/>
              <a:t>PADDLE</a:t>
            </a:r>
            <a:r>
              <a:rPr lang="zh-TW" altLang="en-US" dirty="0"/>
              <a:t> </a:t>
            </a:r>
            <a:r>
              <a:rPr lang="en-US" altLang="zh-TW" dirty="0"/>
              <a:t>TC</a:t>
            </a:r>
            <a:r>
              <a:rPr lang="zh-TW" altLang="en-US" dirty="0"/>
              <a:t> 的溫度係數</a:t>
            </a:r>
            <a:r>
              <a:rPr lang="en-US" altLang="zh-TW" dirty="0"/>
              <a:t>(</a:t>
            </a:r>
            <a:r>
              <a:rPr lang="zh-TW" altLang="en-US" dirty="0"/>
              <a:t>內部溫度</a:t>
            </a:r>
            <a:r>
              <a:rPr lang="en-US" altLang="zh-TW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altLang="zh-TW" dirty="0"/>
              <a:t>2.</a:t>
            </a:r>
            <a:r>
              <a:rPr lang="zh-TW" altLang="en-US" dirty="0"/>
              <a:t>設定</a:t>
            </a:r>
            <a:r>
              <a:rPr lang="en-US" altLang="zh-TW" dirty="0"/>
              <a:t>SPIKE</a:t>
            </a:r>
            <a:r>
              <a:rPr lang="zh-TW" altLang="en-US" dirty="0"/>
              <a:t> </a:t>
            </a:r>
            <a:r>
              <a:rPr lang="en-US" altLang="zh-TW" dirty="0"/>
              <a:t>TC</a:t>
            </a:r>
            <a:r>
              <a:rPr lang="zh-TW" altLang="en-US" dirty="0"/>
              <a:t> 溫度係數</a:t>
            </a:r>
            <a:r>
              <a:rPr lang="en-US" altLang="zh-TW" dirty="0"/>
              <a:t>(</a:t>
            </a:r>
            <a:r>
              <a:rPr lang="zh-TW" altLang="en-US" dirty="0"/>
              <a:t>外部溫度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在控制過程中限制收斂值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限制</a:t>
            </a:r>
            <a:r>
              <a:rPr lang="en-US" altLang="zh-TW" dirty="0"/>
              <a:t>Profile </a:t>
            </a:r>
            <a:r>
              <a:rPr lang="zh-TW" altLang="en-US" dirty="0"/>
              <a:t>收斂值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5.PAD</a:t>
            </a:r>
            <a:r>
              <a:rPr lang="zh-TW" altLang="en-US" dirty="0"/>
              <a:t> 校準值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6.</a:t>
            </a:r>
            <a:r>
              <a:rPr lang="zh-TW" altLang="en-US" dirty="0"/>
              <a:t>混合比例參數控制</a:t>
            </a:r>
            <a:endParaRPr lang="en-US" altLang="zh-TW" dirty="0"/>
          </a:p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65983A-BE1E-446C-FD03-841C21FF7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43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2B590-BA13-8D3B-BB67-9DE5BC526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97BE8B9-A309-71F2-E9CB-0D5FC1EEE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2EA0AC-F05B-E9BF-F18D-1D1B6B4A5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最大流量比的設定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2.</a:t>
            </a:r>
            <a:r>
              <a:rPr lang="zh-TW" altLang="en-US" dirty="0"/>
              <a:t>收斂流量限制系數設定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3.</a:t>
            </a:r>
            <a:r>
              <a:rPr lang="zh-TW" altLang="en-US" dirty="0"/>
              <a:t>校正流量值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4.INTERLOCK</a:t>
            </a:r>
            <a:r>
              <a:rPr lang="zh-TW" altLang="en-US" dirty="0"/>
              <a:t> 設定</a:t>
            </a:r>
            <a:r>
              <a:rPr lang="en-US" altLang="zh-TW" dirty="0"/>
              <a:t>(</a:t>
            </a:r>
            <a:r>
              <a:rPr lang="zh-TW" altLang="en-US" dirty="0"/>
              <a:t>沒內文圖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5.</a:t>
            </a:r>
            <a:r>
              <a:rPr lang="zh-TW" altLang="en-US" dirty="0"/>
              <a:t>強制關閉時間設定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6.</a:t>
            </a:r>
            <a:r>
              <a:rPr lang="zh-TW" altLang="en-US" dirty="0"/>
              <a:t>設定正常開關的值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7.APC</a:t>
            </a:r>
            <a:r>
              <a:rPr lang="zh-TW" altLang="en-US" dirty="0"/>
              <a:t> 水平壓力設定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8.APC</a:t>
            </a:r>
            <a:r>
              <a:rPr lang="zh-TW" altLang="en-US" dirty="0"/>
              <a:t> 控制參數設定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9.APC</a:t>
            </a:r>
            <a:r>
              <a:rPr lang="zh-TW" altLang="en-US" dirty="0"/>
              <a:t> 監控壓力設定值</a:t>
            </a:r>
            <a:endParaRPr lang="en-US" altLang="zh-TW" dirty="0"/>
          </a:p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8ABE16-F221-17EA-342B-970CC74CD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95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ECC65-DC33-0545-D897-83F4883BB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541BBD3-C804-2417-2180-2C3B8BE35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B1D4D89-B733-4A45-6450-0E51BC121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D9BDA9-F010-4F62-341E-4DEE7F150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80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2EFE-2ABB-CF16-B5F9-2BA855C6D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982E571-2E0A-DFC2-2153-25083D6E1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030852-02EB-B522-735A-3866B2A10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7CB32E-4FF7-3454-94E9-4C8F187B6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77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CFEC-E545-EC23-4455-C569CAE94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A4EB8F4-E43E-E657-6DF8-98890A290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0D39FB5-EC57-218C-32E2-DB44EE15E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溫度名稱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0DE52-2712-CF6C-B99E-CE2F437E2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91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4E5C6-3C41-30A0-60C8-7ADF9C609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99ED652-3115-03E0-BAD3-F3B014E82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1B15039-9711-0722-66C4-FA61BA4E1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MFC</a:t>
            </a:r>
            <a:r>
              <a:rPr lang="zh-TW" altLang="en-US" dirty="0"/>
              <a:t>名稱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C50AFA-51B7-1A1C-B93A-22EC5EC2A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65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55136-C403-0F98-5B41-D5575DDD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1BE766D-1639-A493-6DBD-34AD6C307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73B30B6-8EFE-008B-0A56-DC0D781C8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更改程式名稱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890392-F4D0-9060-DB13-F15076B7B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80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813A-7C26-7279-76F5-9D773341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9092A0F-C277-2922-3A8B-96A737536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DF84606-796C-A4CE-A4A7-5EA221BA6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4451DB-8795-3DA7-5BE1-F747CA419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25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6CFCC-C373-8B9D-C2A6-73545C2D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AD240F9-8C32-4D9D-6486-FB4C1A561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851A047-5D1B-EE78-D32D-C79B17F7F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PG:</a:t>
            </a:r>
            <a:r>
              <a:rPr lang="zh-TW" altLang="en-US" dirty="0"/>
              <a:t>可輸入五個數字，其中一個在小數點後方</a:t>
            </a:r>
            <a:endParaRPr lang="en-US" dirty="0"/>
          </a:p>
          <a:p>
            <a:r>
              <a:rPr lang="en-US" altLang="zh-TW" dirty="0"/>
              <a:t>IG,DG </a:t>
            </a:r>
            <a:r>
              <a:rPr lang="zh-TW" altLang="en-US" dirty="0"/>
              <a:t>可輸入</a:t>
            </a:r>
            <a:r>
              <a:rPr lang="en-US" altLang="zh-TW" dirty="0"/>
              <a:t>4</a:t>
            </a:r>
            <a:r>
              <a:rPr lang="zh-TW" altLang="en-US" dirty="0"/>
              <a:t>個整數數字單位為秒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8E6C90-1010-9821-AA94-E5C5C90CE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639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A799-9E7F-9E6E-9135-D646F0F94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58AF13C-22A4-A5F2-890F-DC6F4FDCC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C0A148A-D91F-DEE5-F0C5-586641D70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F03AB7-08F1-3DA4-31FB-B33235EFB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980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FF5A1-741F-A8C0-F634-828C7AB7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BAE11F3-948E-1A02-06C6-847D2E5D6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6C81489-E9B8-3EBD-4123-627921D3F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638DD2-7CE7-0FB5-5BFB-8CAF6F567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574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6DC5-64E5-6012-4119-1C5E05B0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33651F-A417-9AA2-B5B8-F8049B49A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BB7CA7E-EA99-1E4A-400E-757FAB250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208422-308D-B51E-3C7F-39218FAF5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000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EC89-A6AC-0BBD-290F-8C358CE39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20C5990-FD8C-380D-66AA-3C36B3559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E9D8600-BA5E-7D33-C770-D9453D208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1.SPAN : DELEY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升溫時的穩定狀態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升溫後爐溫是否穩定在目標溫度，當溫度穩定後，</a:t>
            </a:r>
            <a:r>
              <a:rPr lang="en-US" altLang="zh-TW" dirty="0"/>
              <a:t>TEMP-NULL</a:t>
            </a:r>
            <a:r>
              <a:rPr lang="zh-TW" altLang="en-US" dirty="0"/>
              <a:t>出現的話，並可利用此訊號去找正在執行的</a:t>
            </a:r>
            <a:r>
              <a:rPr lang="en-US" altLang="zh-TW" dirty="0"/>
              <a:t>recipe</a:t>
            </a:r>
            <a:r>
              <a:rPr lang="zh-TW" altLang="en-US" dirty="0"/>
              <a:t>中的步驟</a:t>
            </a:r>
            <a:endParaRPr lang="en-US" altLang="zh-TW" dirty="0"/>
          </a:p>
          <a:p>
            <a:endParaRPr lang="en-US" dirty="0"/>
          </a:p>
          <a:p>
            <a:r>
              <a:rPr lang="en-US" dirty="0"/>
              <a:t>2.</a:t>
            </a:r>
            <a:r>
              <a:rPr lang="en-US" altLang="zh-TW" dirty="0"/>
              <a:t>ALARM:TIME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持溫時的穩定狀態</a:t>
            </a:r>
            <a:endParaRPr lang="en-US" altLang="zh-TW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zh-TW" altLang="en-US" dirty="0"/>
              <a:t>放寬持溫溫度，</a:t>
            </a:r>
            <a:r>
              <a:rPr lang="en-US" altLang="zh-TW" dirty="0"/>
              <a:t>ALARM</a:t>
            </a:r>
            <a:r>
              <a:rPr lang="zh-TW" altLang="en-US" dirty="0"/>
              <a:t>設定為</a:t>
            </a:r>
            <a:r>
              <a:rPr lang="en-US" altLang="zh-TW" dirty="0"/>
              <a:t>0</a:t>
            </a:r>
            <a:r>
              <a:rPr lang="zh-TW" altLang="en-US" dirty="0"/>
              <a:t>時，</a:t>
            </a:r>
            <a:r>
              <a:rPr lang="en-US" altLang="zh-TW" dirty="0"/>
              <a:t>TIME</a:t>
            </a:r>
            <a:r>
              <a:rPr lang="zh-TW" altLang="en-US" dirty="0"/>
              <a:t> 設多少都無效。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D8AF23-5A7E-9CEE-3B5B-7ECF734AD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09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48373-2B8C-7469-E3B5-EE8724EF1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64F2A5C-88C1-50A5-5991-3AC2ACC5D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A9F5501-853D-613A-ED06-9C02FB0DC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CA8A10-7BED-86D4-CF13-693BABB3E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38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9691-55E3-E484-0845-B6713498C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1E36B2C-F333-0AF1-9E7A-55877A04A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A519CB-2C30-FC75-7C55-5B12606E2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EABDC8-7F53-61C9-CC7F-3A89694F4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257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AF696-8248-0738-7E97-ED99AE5B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F6DA6F-26DC-F9EC-5F23-0C192E6AC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5CA1DC5-B410-6798-12C2-480B27CAF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208B02-2E33-1A5A-9E51-2190CB500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547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C6801-A870-CF23-29CB-41868AE29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D218153-ED59-A2DC-E7CF-F7300B58E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915A2FE-BC39-DD3E-CFB9-A62497AD6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D32040-A344-8CC3-E03F-7725B3D47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718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8CF9D-00E4-1698-97DD-D652614C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64DEDCC-3EA2-6A12-B6AB-2741E1155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A94868-053B-6D32-DA26-99C8C7AA6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3AB286-CD2F-C710-6F2C-92E316E58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816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97EE9-5B24-AD8C-E367-452028A4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294D003-FF30-C17F-06CC-8FCCE6FAB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C712F4F-E8CB-BB4D-E7D8-CED27A408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校正</a:t>
            </a:r>
            <a:r>
              <a:rPr lang="en-US" altLang="zh-TW" dirty="0"/>
              <a:t>PADDLE</a:t>
            </a:r>
            <a:r>
              <a:rPr lang="zh-TW" altLang="en-US" dirty="0"/>
              <a:t> 熱電偶</a:t>
            </a:r>
            <a:endParaRPr lang="en-US" altLang="zh-TW" dirty="0"/>
          </a:p>
          <a:p>
            <a:r>
              <a:rPr lang="en-US" altLang="zh-TW" dirty="0" err="1"/>
              <a:t>uv</a:t>
            </a:r>
            <a:r>
              <a:rPr lang="zh-TW" altLang="en-US" dirty="0"/>
              <a:t>為他的單位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B9A9E6-CBF8-783E-5402-41CFF2D04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039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CFF07-28F8-9340-69FE-049ABF32C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31B8586-29BD-AAEA-802F-7F6E4A722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90C699-5B3A-1212-235E-87174401C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PADDLE</a:t>
            </a:r>
            <a:r>
              <a:rPr lang="zh-TW" altLang="en-US" dirty="0"/>
              <a:t>與</a:t>
            </a:r>
            <a:r>
              <a:rPr lang="en-US" altLang="zh-TW" dirty="0"/>
              <a:t>SPIKE</a:t>
            </a:r>
            <a:r>
              <a:rPr lang="zh-TW" altLang="en-US" dirty="0"/>
              <a:t>的混合溫度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0%</a:t>
            </a:r>
            <a:r>
              <a:rPr lang="zh-TW" altLang="en-US" dirty="0"/>
              <a:t> 為外部溫度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50%</a:t>
            </a:r>
            <a:r>
              <a:rPr lang="zh-TW" altLang="en-US" dirty="0"/>
              <a:t>為混合溫度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100%</a:t>
            </a:r>
            <a:r>
              <a:rPr lang="zh-TW" altLang="en-US" dirty="0"/>
              <a:t>為內部溫度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7B2373-6B2A-690D-7D1C-B7FED1BAF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7037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4A670-B693-38F8-D6D6-362F79B29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8C39237-C555-4B1C-42C0-EC0D95F1C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D70D83-05BD-1B6F-AD2C-100F0F749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F3DE72C-93A7-E18E-AF1E-648D8F986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331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93FC9-508E-E159-C1D0-3FA52DE2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DDDE698-946D-E81B-7B12-E3D3AA0F6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DF402C3-B1D7-0743-9A0E-36A3CCB8D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08BB8D-A83C-BA96-1531-F9A5A0F98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745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11227-1E89-E5DE-C406-BD0928D13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66AF21E-3BF1-AF41-2455-4A97B6AA9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4C73A2-1063-F48C-1090-8FD076751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當區域設定範圍之外的偏差持續時間超過指定時間時，將觸發警報條件</a:t>
            </a:r>
            <a:endParaRPr lang="en-US" altLang="zh-TW" dirty="0"/>
          </a:p>
          <a:p>
            <a:r>
              <a:rPr lang="zh-TW" altLang="en-US" dirty="0"/>
              <a:t>例如</a:t>
            </a:r>
            <a:r>
              <a:rPr lang="en-US" altLang="zh-TW" dirty="0"/>
              <a:t>:</a:t>
            </a:r>
          </a:p>
          <a:p>
            <a:pPr>
              <a:buFontTx/>
              <a:buNone/>
            </a:pPr>
            <a:r>
              <a:rPr lang="en-US" altLang="zh-TW" sz="1200" b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EX: MAXIMUM FLOW RATE : 1000 </a:t>
            </a:r>
          </a:p>
          <a:p>
            <a:pPr>
              <a:buFontTx/>
              <a:buNone/>
            </a:pPr>
            <a:r>
              <a:rPr lang="en-US" altLang="zh-TW" sz="1200" b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SET FLOW RATE            : 800</a:t>
            </a:r>
          </a:p>
          <a:p>
            <a:pPr>
              <a:buFontTx/>
              <a:buNone/>
            </a:pPr>
            <a:r>
              <a:rPr lang="en-US" altLang="zh-TW" sz="1200" b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ZONE                               : 5%</a:t>
            </a:r>
          </a:p>
          <a:p>
            <a:pPr>
              <a:buFontTx/>
              <a:buNone/>
            </a:pPr>
            <a:r>
              <a:rPr lang="en-US" altLang="zh-TW" sz="1200" b="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TIME                                 : 30 SEC 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B9C6AE-8A8D-A27F-D281-CEA2A26DD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188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A129C-AF84-FB48-72EA-4E5DC520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7C297AA-FBAC-34E1-3A0C-7D3BC3C21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3183E10-5AA2-23C3-8DE1-494089638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A9AA9B-A416-A9CB-01F5-2723D983D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462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D4DC5-3DCA-2C10-9067-0C737D79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3081755-55E1-B542-343A-75E003AFA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F1BFB07-B568-64F2-17A4-073F5E181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透過</a:t>
            </a:r>
            <a:r>
              <a:rPr lang="en-US" altLang="zh-TW" dirty="0"/>
              <a:t>MAX</a:t>
            </a:r>
            <a:r>
              <a:rPr lang="zh-TW" altLang="en-US" dirty="0"/>
              <a:t>設定</a:t>
            </a:r>
            <a:r>
              <a:rPr lang="en-US" altLang="zh-TW" dirty="0" err="1"/>
              <a:t>mfc</a:t>
            </a:r>
            <a:r>
              <a:rPr lang="en-US" altLang="zh-TW" dirty="0"/>
              <a:t> </a:t>
            </a:r>
            <a:r>
              <a:rPr lang="zh-TW" altLang="en-US" dirty="0"/>
              <a:t>最大流量資料將自動插入 </a:t>
            </a:r>
            <a:r>
              <a:rPr lang="en-US" altLang="zh-TW" dirty="0"/>
              <a:t>(FULL) </a:t>
            </a:r>
            <a:r>
              <a:rPr lang="zh-TW" altLang="en-US" dirty="0"/>
              <a:t>欄位中，如果</a:t>
            </a:r>
            <a:r>
              <a:rPr lang="en-US" altLang="zh-TW" dirty="0"/>
              <a:t>ZERO</a:t>
            </a:r>
            <a:r>
              <a:rPr lang="zh-TW" altLang="en-US" dirty="0"/>
              <a:t>值為</a:t>
            </a:r>
            <a:r>
              <a:rPr lang="en-US" altLang="zh-TW" dirty="0"/>
              <a:t>0</a:t>
            </a:r>
            <a:r>
              <a:rPr lang="zh-TW" altLang="en-US" dirty="0"/>
              <a:t>就失效。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8063D9-CB52-886A-13A9-6D7D294CB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393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16837-6F8E-259E-FF1E-DAE92A78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8FBC124-5683-2A19-AE51-AB965573F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FED560D-0065-0709-D9F3-17214AB6C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088653-BAE8-D409-CBE2-E06590AAD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429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1BA27-4966-EB4E-2106-A2C9B9A77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BE8567C-BB9F-F572-91B5-52F2F5429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5965363-DADD-4422-2B0D-2D5F7697A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正常設定秒數為</a:t>
            </a:r>
            <a:r>
              <a:rPr lang="en-US" altLang="zh-TW" dirty="0"/>
              <a:t>10~20</a:t>
            </a:r>
            <a:r>
              <a:rPr lang="zh-TW" altLang="en-US" dirty="0"/>
              <a:t>秒，</a:t>
            </a:r>
            <a:r>
              <a:rPr lang="en-US" altLang="zh-TW" dirty="0"/>
              <a:t>MFC</a:t>
            </a:r>
            <a:r>
              <a:rPr lang="zh-TW" altLang="en-US" dirty="0"/>
              <a:t>流量越大時間會越久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586847-FC44-2E35-7195-208D7B7C2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988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A2044-7A20-270B-A87F-85C47AF7B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1547757-0732-2659-BF72-665CA3C18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AD2E800-AE96-DB3F-6024-B60B8FC00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O</a:t>
            </a:r>
            <a:r>
              <a:rPr lang="zh-TW" altLang="en-US" dirty="0"/>
              <a:t>為開，</a:t>
            </a:r>
            <a:r>
              <a:rPr lang="en-US" altLang="zh-TW" dirty="0"/>
              <a:t>C</a:t>
            </a:r>
            <a:r>
              <a:rPr lang="zh-TW" altLang="en-US" dirty="0"/>
              <a:t>為關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BF5D3E-FA18-53CB-7D25-129B9D53D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660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E8897-0B65-7524-E457-39A06D2E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60719EA-58FB-8D8E-3A9E-AC59D721E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EAACB96-8C65-40D4-BE8A-827A05673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877C59-3005-B260-E054-38C10FFEC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416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4874D-28F9-2383-E28F-DE45D40A2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BFA88C8-9D97-BB33-1BEE-EC4AA3C4A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DE59101-FF9E-C487-70FC-B8C37D7DA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APC</a:t>
            </a:r>
            <a:r>
              <a:rPr lang="zh-TW" altLang="en-US" dirty="0"/>
              <a:t>壓力</a:t>
            </a:r>
            <a:r>
              <a:rPr lang="en-US" altLang="zh-TW" dirty="0"/>
              <a:t>sensor</a:t>
            </a:r>
            <a:r>
              <a:rPr lang="zh-TW" altLang="en-US" dirty="0"/>
              <a:t>，基本上不能做任何變更， </a:t>
            </a:r>
            <a:r>
              <a:rPr lang="en-US" altLang="zh-TW" dirty="0"/>
              <a:t>TSL</a:t>
            </a:r>
            <a:r>
              <a:rPr lang="zh-TW" altLang="en-US" dirty="0"/>
              <a:t>是東京某廠商製作</a:t>
            </a:r>
            <a:endParaRPr lang="en-US" altLang="zh-TW" dirty="0"/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BN1 : 0</a:t>
            </a:r>
            <a:r>
              <a:rPr lang="zh-TW" altLang="en-US" sz="1200" b="1" dirty="0">
                <a:solidFill>
                  <a:srgbClr val="FF6600"/>
                </a:solidFill>
              </a:rPr>
              <a:t>～</a:t>
            </a:r>
            <a:r>
              <a:rPr lang="en-US" altLang="zh-TW" sz="1200" b="1" dirty="0">
                <a:solidFill>
                  <a:srgbClr val="FF6600"/>
                </a:solidFill>
              </a:rPr>
              <a:t>1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BN2 : 0</a:t>
            </a:r>
            <a:r>
              <a:rPr lang="zh-TW" altLang="en-US" sz="1200" b="1" dirty="0">
                <a:solidFill>
                  <a:srgbClr val="FF6600"/>
                </a:solidFill>
              </a:rPr>
              <a:t>～</a:t>
            </a:r>
            <a:r>
              <a:rPr lang="en-US" altLang="zh-TW" sz="1200" b="1" dirty="0">
                <a:solidFill>
                  <a:srgbClr val="FF6600"/>
                </a:solidFill>
              </a:rPr>
              <a:t>10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BN3 : 0</a:t>
            </a:r>
            <a:r>
              <a:rPr lang="zh-TW" altLang="en-US" sz="1200" b="1" dirty="0">
                <a:solidFill>
                  <a:srgbClr val="FF6600"/>
                </a:solidFill>
              </a:rPr>
              <a:t>～</a:t>
            </a:r>
            <a:r>
              <a:rPr lang="en-US" altLang="zh-TW" sz="1200" b="1" dirty="0">
                <a:solidFill>
                  <a:srgbClr val="FF6600"/>
                </a:solidFill>
              </a:rPr>
              <a:t>100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BN4 : 0</a:t>
            </a:r>
            <a:r>
              <a:rPr lang="zh-TW" altLang="en-US" sz="1200" b="1" dirty="0">
                <a:solidFill>
                  <a:srgbClr val="FF6600"/>
                </a:solidFill>
              </a:rPr>
              <a:t>～</a:t>
            </a:r>
            <a:r>
              <a:rPr lang="en-US" altLang="zh-TW" sz="1200" b="1" dirty="0">
                <a:solidFill>
                  <a:srgbClr val="FF6600"/>
                </a:solidFill>
              </a:rPr>
              <a:t>1000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PRN : 0</a:t>
            </a:r>
            <a:r>
              <a:rPr lang="zh-TW" altLang="en-US" sz="1200" b="1" dirty="0">
                <a:solidFill>
                  <a:srgbClr val="FF6600"/>
                </a:solidFill>
              </a:rPr>
              <a:t>～</a:t>
            </a:r>
            <a:r>
              <a:rPr lang="en-US" altLang="zh-TW" sz="1200" b="1" dirty="0">
                <a:solidFill>
                  <a:srgbClr val="FF6600"/>
                </a:solidFill>
              </a:rPr>
              <a:t>30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993415-2F42-F837-0561-175A1EC82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474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10615-3871-7D16-D304-BE66840C5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C5561E-BE34-3681-7525-E26062C5E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CB7FCC9-CD30-FFC0-595B-3A7D263E0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EX : SET PRESSURP  : 0.53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        ZONE                    : 0.05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        TIME                     : 30</a:t>
            </a:r>
          </a:p>
          <a:p>
            <a:r>
              <a:rPr lang="zh-TW" altLang="en-US" dirty="0"/>
              <a:t>當小於</a:t>
            </a:r>
            <a:r>
              <a:rPr lang="en-US" altLang="zh-TW" dirty="0"/>
              <a:t>0.48torr</a:t>
            </a:r>
            <a:r>
              <a:rPr lang="zh-TW" altLang="en-US" dirty="0"/>
              <a:t>或高於</a:t>
            </a:r>
            <a:r>
              <a:rPr lang="en-US" altLang="zh-TW" dirty="0"/>
              <a:t>0.58torr</a:t>
            </a:r>
            <a:r>
              <a:rPr lang="zh-TW" altLang="en-US" dirty="0"/>
              <a:t>時持續</a:t>
            </a:r>
            <a:r>
              <a:rPr lang="en-US" altLang="zh-TW" dirty="0"/>
              <a:t>30</a:t>
            </a:r>
            <a:r>
              <a:rPr lang="zh-TW" altLang="en-US" dirty="0"/>
              <a:t>秒後發出</a:t>
            </a:r>
            <a:r>
              <a:rPr lang="en-US" altLang="zh-TW" dirty="0"/>
              <a:t>ALARM</a:t>
            </a:r>
            <a:r>
              <a:rPr lang="zh-TW" altLang="en-US" dirty="0"/>
              <a:t>，若將</a:t>
            </a:r>
            <a:r>
              <a:rPr lang="en-US" altLang="zh-TW" dirty="0"/>
              <a:t>ZONE</a:t>
            </a:r>
            <a:r>
              <a:rPr lang="zh-TW" altLang="en-US" dirty="0"/>
              <a:t>設定為</a:t>
            </a:r>
            <a:r>
              <a:rPr lang="en-US" altLang="zh-TW" dirty="0"/>
              <a:t>0</a:t>
            </a:r>
            <a:r>
              <a:rPr lang="zh-TW" altLang="en-US" dirty="0"/>
              <a:t>時，此功能無動作。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7FDD87-D5C7-33B9-32CF-113ABB0EC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201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255F1-2102-FFA7-1087-C0480E61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13B806D-1699-D2F3-907C-4DC4053E3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17460C4-E748-8916-0EEE-5D51BD521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zh-TW" altLang="en-US" dirty="0"/>
              <a:t>設定時間為</a:t>
            </a:r>
            <a:r>
              <a:rPr lang="en-US" altLang="zh-TW" dirty="0"/>
              <a:t>10</a:t>
            </a:r>
            <a:r>
              <a:rPr lang="zh-TW" altLang="en-US" dirty="0"/>
              <a:t>時，如果程式在</a:t>
            </a:r>
            <a:r>
              <a:rPr lang="en-US" altLang="zh-TW" dirty="0"/>
              <a:t>run</a:t>
            </a:r>
            <a:r>
              <a:rPr lang="zh-TW" altLang="en-US" dirty="0"/>
              <a:t>的過程中斷電，在</a:t>
            </a:r>
            <a:r>
              <a:rPr lang="en-US" altLang="zh-TW" dirty="0"/>
              <a:t>9</a:t>
            </a:r>
            <a:r>
              <a:rPr lang="zh-TW" altLang="en-US" dirty="0"/>
              <a:t>秒內回復供電會持續進行，若第</a:t>
            </a:r>
            <a:r>
              <a:rPr lang="en-US" altLang="zh-TW" dirty="0"/>
              <a:t>10</a:t>
            </a:r>
            <a:r>
              <a:rPr lang="zh-TW" altLang="en-US" dirty="0"/>
              <a:t>秒以後才恢復就會回到</a:t>
            </a:r>
            <a:r>
              <a:rPr lang="en-US" altLang="zh-TW" dirty="0"/>
              <a:t>standby </a:t>
            </a:r>
            <a:r>
              <a:rPr lang="zh-TW" altLang="en-US" dirty="0"/>
              <a:t>模式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8FDE91-DD6A-9C7B-2F24-30D2D6817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1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0647B-7E53-A324-A073-CF552ACDC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13D6E77-6A2F-CE94-9C2E-396E00D93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5F1D43-CF22-1BC2-1F1B-F08F93640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LP                                                                                   AP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“0”  NO ABORT                                                             “ 0” NO ABORT 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“1”  FOR ABORT 1 (JUMP ASE , AEA )                       “1” FOR ABORT 1 (RECIPE 11) 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“2”  FOR ABORT 2 (RECIPE 11)                                   “2” FOR ABORT 2 (RECIPE 12) 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“3”  FOR ABORT 3 (RECIPE 12)                                   “3” FOR ABORT 3 (RECIPE 13) 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“4”  FOR REVERTING TO STANDBY (STEP 0 )           “4” FOR ABORT 4 (RECIPE 14) 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                                                                                         “5” FOR ABORT 5 (RECIPE 15) 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                                                                                         “6” JUMP BETWEEN THE STEPS.</a:t>
            </a: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                                                                                         “7” FOR REVERTING TO STANDBY (STEP 0 ) </a:t>
            </a:r>
          </a:p>
          <a:p>
            <a:pPr>
              <a:buFontTx/>
              <a:buNone/>
            </a:pPr>
            <a:endParaRPr lang="en-US" altLang="zh-TW" sz="1200" b="1" dirty="0">
              <a:solidFill>
                <a:srgbClr val="FF66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659D2E-1CD2-7FE3-A65B-C9D552B56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0186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DA42-90AC-0B93-2D60-CF6C73D4B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E5F7C4A-509E-B10E-C7FC-1ACFBB0A5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12D1F6B-4553-8FD1-B41D-578468F67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Tx/>
              <a:buAutoNum type="arabicPeriod"/>
            </a:pPr>
            <a:r>
              <a:rPr lang="en-US" altLang="zh-TW" sz="1200" b="1" dirty="0">
                <a:solidFill>
                  <a:srgbClr val="FF6600"/>
                </a:solidFill>
              </a:rPr>
              <a:t>EDIT MSG        : EDITING MESSAGES</a:t>
            </a:r>
          </a:p>
          <a:p>
            <a:pPr marL="533400" indent="-533400">
              <a:buFontTx/>
              <a:buAutoNum type="arabicPeriod"/>
            </a:pPr>
            <a:r>
              <a:rPr lang="en-US" altLang="zh-TW" sz="1200" b="1" dirty="0">
                <a:solidFill>
                  <a:srgbClr val="FF6600"/>
                </a:solidFill>
              </a:rPr>
              <a:t>REV TEMP.      : RESERVED TEMPERATURE SETTING</a:t>
            </a:r>
          </a:p>
          <a:p>
            <a:pPr marL="533400" indent="-533400">
              <a:buFontTx/>
              <a:buAutoNum type="arabicPeriod"/>
            </a:pPr>
            <a:r>
              <a:rPr lang="en-US" altLang="zh-TW" sz="1200" b="1" dirty="0">
                <a:solidFill>
                  <a:srgbClr val="FF6600"/>
                </a:solidFill>
              </a:rPr>
              <a:t>EDIT PRF.        : EDITING PROFILE</a:t>
            </a:r>
          </a:p>
          <a:p>
            <a:pPr marL="533400" indent="-533400">
              <a:buFontTx/>
              <a:buAutoNum type="arabicPeriod"/>
            </a:pPr>
            <a:r>
              <a:rPr lang="en-US" altLang="zh-TW" sz="1200" b="1" dirty="0">
                <a:solidFill>
                  <a:srgbClr val="FF6600"/>
                </a:solidFill>
              </a:rPr>
              <a:t>SET RCP          : SETTING EXECUTION RECIPES</a:t>
            </a:r>
          </a:p>
          <a:p>
            <a:pPr marL="533400" indent="-533400">
              <a:buFontTx/>
              <a:buAutoNum type="arabicPeriod"/>
            </a:pPr>
            <a:r>
              <a:rPr lang="en-US" altLang="zh-TW" sz="1200" b="1" dirty="0">
                <a:solidFill>
                  <a:srgbClr val="FF6600"/>
                </a:solidFill>
              </a:rPr>
              <a:t>COPY RCP       : COPYING RECIPES</a:t>
            </a:r>
          </a:p>
          <a:p>
            <a:pPr marL="533400" indent="-533400">
              <a:buFontTx/>
              <a:buAutoNum type="arabicPeriod"/>
            </a:pPr>
            <a:r>
              <a:rPr lang="en-US" altLang="zh-TW" sz="1200" b="1" dirty="0">
                <a:solidFill>
                  <a:srgbClr val="FF6600"/>
                </a:solidFill>
              </a:rPr>
              <a:t>EDIT RCP         : EDITING RECIPES</a:t>
            </a:r>
          </a:p>
          <a:p>
            <a:pPr marL="533400" indent="-533400">
              <a:buFontTx/>
              <a:buAutoNum type="arabicPeriod"/>
            </a:pPr>
            <a:r>
              <a:rPr lang="en-US" altLang="zh-TW" sz="1200" b="1" dirty="0">
                <a:solidFill>
                  <a:srgbClr val="FF6600"/>
                </a:solidFill>
              </a:rPr>
              <a:t>INITIAL             : INITIAL SETTING</a:t>
            </a:r>
          </a:p>
          <a:p>
            <a:pPr>
              <a:buFontTx/>
              <a:buNone/>
            </a:pPr>
            <a:endParaRPr lang="en-US" altLang="zh-TW" sz="1200" b="1" dirty="0">
              <a:solidFill>
                <a:srgbClr val="FF66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E8B216-6822-ECE6-EE97-01FE107C4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6665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D0E46-D4AF-9C19-4089-973F555F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8337375-6EFF-DEA5-CD80-472EA5764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4CF3A03-9BB0-3D33-2F8D-98A7F6A63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zh-TW" sz="1200" b="1" dirty="0">
              <a:solidFill>
                <a:srgbClr val="FF66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969371-FE96-F6D2-9538-08F10F7AE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227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907C7-5553-E355-B090-DAF572124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7B2CEC7-708A-9DAB-BBC9-1285C1E75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46A003-95D1-B0B8-C377-E07F78EE6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DATE/TIME </a:t>
            </a:r>
            <a:r>
              <a:rPr lang="zh-TW" altLang="en-US" sz="1200" b="1" dirty="0">
                <a:solidFill>
                  <a:srgbClr val="FF6600"/>
                </a:solidFill>
              </a:rPr>
              <a:t>是登記模式的時間</a:t>
            </a:r>
            <a:endParaRPr lang="en-US" altLang="zh-TW" sz="1200" b="1" dirty="0">
              <a:solidFill>
                <a:srgbClr val="FF6600"/>
              </a:solidFill>
            </a:endParaRPr>
          </a:p>
          <a:p>
            <a:pPr>
              <a:buFontTx/>
              <a:buNone/>
            </a:pPr>
            <a:r>
              <a:rPr lang="en-US" altLang="zh-TW" sz="1200" b="1" dirty="0">
                <a:solidFill>
                  <a:srgbClr val="FF6600"/>
                </a:solidFill>
              </a:rPr>
              <a:t>COUNT</a:t>
            </a:r>
            <a:r>
              <a:rPr lang="zh-TW" altLang="en-US" sz="1200" b="1" dirty="0">
                <a:solidFill>
                  <a:srgbClr val="FF6600"/>
                </a:solidFill>
              </a:rPr>
              <a:t> 登記頻率</a:t>
            </a:r>
            <a:endParaRPr lang="en-US" altLang="zh-TW" sz="1200" b="1" dirty="0">
              <a:solidFill>
                <a:srgbClr val="FF66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CD95B2-150F-48E0-343C-E13E8465B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0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>
            <a:extLst>
              <a:ext uri="{FF2B5EF4-FFF2-40B4-BE49-F238E27FC236}">
                <a16:creationId xmlns:a16="http://schemas.microsoft.com/office/drawing/2014/main" id="{93948964-B601-5F74-9FEF-0E14E8779D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" name="圓角矩形 14">
            <a:extLst>
              <a:ext uri="{FF2B5EF4-FFF2-40B4-BE49-F238E27FC236}">
                <a16:creationId xmlns:a16="http://schemas.microsoft.com/office/drawing/2014/main" id="{071881FD-7BCE-F5E6-9E91-AEAF6541FEDE}"/>
              </a:ext>
            </a:extLst>
          </p:cNvPr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" name="矩形 15">
            <a:extLst>
              <a:ext uri="{FF2B5EF4-FFF2-40B4-BE49-F238E27FC236}">
                <a16:creationId xmlns:a16="http://schemas.microsoft.com/office/drawing/2014/main" id="{C6B33A2E-5248-9D08-3064-022F4E755D5C}"/>
              </a:ext>
            </a:extLst>
          </p:cNvPr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16">
            <a:extLst>
              <a:ext uri="{FF2B5EF4-FFF2-40B4-BE49-F238E27FC236}">
                <a16:creationId xmlns:a16="http://schemas.microsoft.com/office/drawing/2014/main" id="{4EA2F337-C835-EC00-838D-BDC1B13434DA}"/>
              </a:ext>
            </a:extLst>
          </p:cNvPr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210A62F9-4E5B-4E49-5C0B-3AF46F5E690A}"/>
              </a:ext>
            </a:extLst>
          </p:cNvPr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pic>
        <p:nvPicPr>
          <p:cNvPr id="7" name="Picture 16" descr="PPT-1">
            <a:extLst>
              <a:ext uri="{FF2B5EF4-FFF2-40B4-BE49-F238E27FC236}">
                <a16:creationId xmlns:a16="http://schemas.microsoft.com/office/drawing/2014/main" id="{8E17E82D-72D5-5FC1-2991-754BE273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日期版面配置區 27">
            <a:extLst>
              <a:ext uri="{FF2B5EF4-FFF2-40B4-BE49-F238E27FC236}">
                <a16:creationId xmlns:a16="http://schemas.microsoft.com/office/drawing/2014/main" id="{BD2FD556-1E8D-978D-8031-64CEA792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9656" y="619125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2815B-3B18-418D-B516-12C628E57022}" type="datetime1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11" name="頁尾版面配置區 16">
            <a:extLst>
              <a:ext uri="{FF2B5EF4-FFF2-40B4-BE49-F238E27FC236}">
                <a16:creationId xmlns:a16="http://schemas.microsoft.com/office/drawing/2014/main" id="{C5F589C9-7FD9-AA97-C2F2-D7CBDCB3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投影片編號版面配置區 28">
            <a:extLst>
              <a:ext uri="{FF2B5EF4-FFF2-40B4-BE49-F238E27FC236}">
                <a16:creationId xmlns:a16="http://schemas.microsoft.com/office/drawing/2014/main" id="{915A38FB-B35C-36A1-E93D-FFE8CC5B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3472" y="6227763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F607EA6-6A5D-42EE-A684-5E2C35294015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3402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>
            <a:extLst>
              <a:ext uri="{FF2B5EF4-FFF2-40B4-BE49-F238E27FC236}">
                <a16:creationId xmlns:a16="http://schemas.microsoft.com/office/drawing/2014/main" id="{B60C7712-2490-64CE-C962-04CB51C6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1026" y="617220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BED719-340B-40E2-8739-FC0A8544B441}" type="datetime1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79A2AF1-0C91-E757-702C-CB434F96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>
            <a:extLst>
              <a:ext uri="{FF2B5EF4-FFF2-40B4-BE49-F238E27FC236}">
                <a16:creationId xmlns:a16="http://schemas.microsoft.com/office/drawing/2014/main" id="{BF39A63A-9021-EF74-F7F5-EB1BB0E4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061" y="6178310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91F85D-47E0-47FB-8D3F-5A0955AC54FB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753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F82F6023-397D-654B-AB6C-9555436C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24158" y="6199158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C3346-27D3-481A-8C7A-6A0EB667F506}" type="datetime1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A8E9F694-C3E7-AF0A-9ECA-7FFC4D48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AE2A6D49-CC69-5D57-9870-3871589D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10300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A89686-D657-4D1C-8F00-13410ADAFB5B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485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7564BF86-3697-513D-39F9-7C704EDB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46521" y="617220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70550-E663-40FF-856A-B38F1C92B34B}" type="datetime1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76723FDB-FBC5-5A03-2D5C-4483C788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032736D5-1B51-8418-6BF1-5592C9C5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00775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710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3B0C9C2-50F9-40FC-BB85-2B1795C26F4A}" type="datetime1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6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A3E2DD6-0BDF-4503-BC14-47C51D598132}" type="datetime1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56" r:id="rId1"/>
    <p:sldLayoutId id="214748656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CA367A-882D-7192-B17B-44C2A3D2CE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A38EBA1D-A29F-EDA1-7BB2-9C61F6B0300E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7A5413F6-6096-01DE-B28D-A1F8553331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42ADAA46-1516-E7C5-92A1-B9503EA07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3BABAF81-C92D-D039-F2FD-9F301A2F5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E574ECF-1BBC-425F-8F77-CCEDC8767859}" type="datetime1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263C295-83C0-24B3-8214-0782E424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E6CE4E58-7DDF-F2CF-81B2-432A9B419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477A85AA-6901-49A4-8B15-B60C7FA1975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37EDA9CC-080B-1272-0277-96202D80A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EC591AF3-19AB-CD23-F56F-F2E37EC863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4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7.xml"/><Relationship Id="rId7" Type="http://schemas.openxmlformats.org/officeDocument/2006/relationships/slide" Target="slide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8.xml"/><Relationship Id="rId5" Type="http://schemas.openxmlformats.org/officeDocument/2006/relationships/slide" Target="slide43.xml"/><Relationship Id="rId10" Type="http://schemas.openxmlformats.org/officeDocument/2006/relationships/slide" Target="slide42.xml"/><Relationship Id="rId4" Type="http://schemas.openxmlformats.org/officeDocument/2006/relationships/slide" Target="slide39.xml"/><Relationship Id="rId9" Type="http://schemas.openxmlformats.org/officeDocument/2006/relationships/slide" Target="slide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slide" Target="slide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5.xml"/><Relationship Id="rId5" Type="http://schemas.openxmlformats.org/officeDocument/2006/relationships/slide" Target="slide14.xml"/><Relationship Id="rId4" Type="http://schemas.openxmlformats.org/officeDocument/2006/relationships/slide" Target="slide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6.xml"/><Relationship Id="rId7" Type="http://schemas.openxmlformats.org/officeDocument/2006/relationships/slide" Target="slide2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3.xml"/><Relationship Id="rId5" Type="http://schemas.openxmlformats.org/officeDocument/2006/relationships/slide" Target="slide20.xml"/><Relationship Id="rId4" Type="http://schemas.openxmlformats.org/officeDocument/2006/relationships/slide" Target="slide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28.xml"/><Relationship Id="rId7" Type="http://schemas.openxmlformats.org/officeDocument/2006/relationships/slide" Target="slide3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4.xml"/><Relationship Id="rId11" Type="http://schemas.openxmlformats.org/officeDocument/2006/relationships/slide" Target="slide38.xml"/><Relationship Id="rId5" Type="http://schemas.openxmlformats.org/officeDocument/2006/relationships/slide" Target="slide32.xml"/><Relationship Id="rId10" Type="http://schemas.openxmlformats.org/officeDocument/2006/relationships/slide" Target="slide37.xml"/><Relationship Id="rId4" Type="http://schemas.openxmlformats.org/officeDocument/2006/relationships/slide" Target="slide30.xml"/><Relationship Id="rId9" Type="http://schemas.openxmlformats.org/officeDocument/2006/relationships/slide" Target="slide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slide" Target="slide11.xml"/><Relationship Id="rId4" Type="http://schemas.openxmlformats.org/officeDocument/2006/relationships/slide" Target="slid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slide" Target="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slide" Target="slid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slide" Target="slid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slide" Target="slid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slide" Target="slide8.xml"/><Relationship Id="rId4" Type="http://schemas.openxmlformats.org/officeDocument/2006/relationships/slide" Target="slid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slide" Target="slide8.xml"/><Relationship Id="rId4" Type="http://schemas.openxmlformats.org/officeDocument/2006/relationships/slide" Target="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slide" Target="slide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slide" Target="slide8.xml"/><Relationship Id="rId4" Type="http://schemas.openxmlformats.org/officeDocument/2006/relationships/slide" Target="slide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slide" Target="slide8.xml"/><Relationship Id="rId4" Type="http://schemas.openxmlformats.org/officeDocument/2006/relationships/slide" Target="slide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slide" Target="slide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slide" Target="slide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slide" Target="slide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slide" Target="slide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slide" Target="slide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slide" Target="slide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slide" Target="slide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slide" Target="slide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73BE4E2-D419-379C-FF06-550F96100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1" y="1785938"/>
            <a:ext cx="5707063" cy="1808162"/>
          </a:xfrm>
        </p:spPr>
        <p:txBody>
          <a:bodyPr/>
          <a:lstStyle/>
          <a:p>
            <a:pPr eaLnBrk="1" hangingPunct="1"/>
            <a:r>
              <a:rPr lang="zh-TW" altLang="en-US" b="1" dirty="0">
                <a:solidFill>
                  <a:srgbClr val="FF0000"/>
                </a:solidFill>
                <a:latin typeface="+mj-ea"/>
              </a:rPr>
              <a:t>爐管新人學習進度報告</a:t>
            </a:r>
          </a:p>
        </p:txBody>
      </p:sp>
      <p:sp>
        <p:nvSpPr>
          <p:cNvPr id="8195" name="TextBox 2">
            <a:extLst>
              <a:ext uri="{FF2B5EF4-FFF2-40B4-BE49-F238E27FC236}">
                <a16:creationId xmlns:a16="http://schemas.microsoft.com/office/drawing/2014/main" id="{0AA403FC-31D4-B034-8843-465897B92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3929064"/>
            <a:ext cx="43227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2025.05.26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2025.06.06</a:t>
            </a:r>
            <a:endParaRPr lang="zh-TW" altLang="en-US" sz="3200" dirty="0">
              <a:solidFill>
                <a:schemeClr val="bg2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2B95EB6-525A-1DAA-77C4-908C6CD23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703" y="5483543"/>
            <a:ext cx="43227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JXOu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歐佳鑫</a:t>
            </a:r>
          </a:p>
        </p:txBody>
      </p:sp>
    </p:spTree>
    <p:extLst>
      <p:ext uri="{BB962C8B-B14F-4D97-AF65-F5344CB8AC3E}">
        <p14:creationId xmlns:p14="http://schemas.microsoft.com/office/powerpoint/2010/main" val="2433933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2FEE92D0-4D5D-5396-1EE0-2AED1E8D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報告內容</a:t>
            </a:r>
          </a:p>
        </p:txBody>
      </p:sp>
      <p:sp>
        <p:nvSpPr>
          <p:cNvPr id="10243" name="內容版面配置區 2">
            <a:extLst>
              <a:ext uri="{FF2B5EF4-FFF2-40B4-BE49-F238E27FC236}">
                <a16:creationId xmlns:a16="http://schemas.microsoft.com/office/drawing/2014/main" id="{4813D479-8C75-6C8A-D2D6-76560027E0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630680"/>
            <a:ext cx="10363200" cy="45720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兩週學習內容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VL-800 ID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訊號分析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INITIAL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SETTING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INDRODUCTION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DC1F90-C392-CE1E-EF5C-ED5B8018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846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DC1F90-C392-CE1E-EF5C-ED5B8018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794E7C-4C19-67EB-C198-C9B7DB9AA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112610"/>
              </p:ext>
            </p:extLst>
          </p:nvPr>
        </p:nvGraphicFramePr>
        <p:xfrm>
          <a:off x="828134" y="1283015"/>
          <a:ext cx="10535730" cy="472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60">
                  <a:extLst>
                    <a:ext uri="{9D8B030D-6E8A-4147-A177-3AD203B41FA5}">
                      <a16:colId xmlns:a16="http://schemas.microsoft.com/office/drawing/2014/main" val="499691193"/>
                    </a:ext>
                  </a:extLst>
                </a:gridCol>
                <a:gridCol w="3959525">
                  <a:extLst>
                    <a:ext uri="{9D8B030D-6E8A-4147-A177-3AD203B41FA5}">
                      <a16:colId xmlns:a16="http://schemas.microsoft.com/office/drawing/2014/main" val="2763126434"/>
                    </a:ext>
                  </a:extLst>
                </a:gridCol>
                <a:gridCol w="1984075">
                  <a:extLst>
                    <a:ext uri="{9D8B030D-6E8A-4147-A177-3AD203B41FA5}">
                      <a16:colId xmlns:a16="http://schemas.microsoft.com/office/drawing/2014/main" val="1514208284"/>
                    </a:ext>
                  </a:extLst>
                </a:gridCol>
                <a:gridCol w="2863970">
                  <a:extLst>
                    <a:ext uri="{9D8B030D-6E8A-4147-A177-3AD203B41FA5}">
                      <a16:colId xmlns:a16="http://schemas.microsoft.com/office/drawing/2014/main" val="3810114816"/>
                    </a:ext>
                  </a:extLst>
                </a:gridCol>
              </a:tblGrid>
              <a:tr h="42967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日期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課程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機台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內容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326607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2025/5/26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跟值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426244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2025/5/27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LP-N7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4PM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149379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2025/5/28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TQM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8D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53667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2025/5/29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LP-N3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4PM</a:t>
                      </a:r>
                      <a:endParaRPr kumimoji="0" lang="en-US" altLang="zh-TW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733930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2025/5/30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端午放假</a:t>
                      </a:r>
                      <a:endParaRPr 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端午放假</a:t>
                      </a:r>
                      <a:endParaRPr kumimoji="0" lang="en-US" sz="1800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端午放假</a:t>
                      </a:r>
                      <a:endParaRPr kumimoji="0" lang="en-US" sz="1800" kern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91825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2025/6/02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Test CP8421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974424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2025/6/03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GRD-3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MPM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029885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2025/6/04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RTP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傳送調整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531898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2025/6/05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RTP-3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16339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2025/6/06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b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Clean WSIX burn 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35250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2AC4840B-C244-D3B5-A99D-692D4843859C}"/>
              </a:ext>
            </a:extLst>
          </p:cNvPr>
          <p:cNvSpPr txBox="1"/>
          <p:nvPr/>
        </p:nvSpPr>
        <p:spPr bwMode="auto">
          <a:xfrm>
            <a:off x="598650" y="494622"/>
            <a:ext cx="290367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ctr">
              <a:buFont typeface="Wingdings 2" panose="05020102010507070707" pitchFamily="18" charset="2"/>
              <a:buNone/>
            </a:pPr>
            <a:r>
              <a:rPr lang="zh-TW" altLang="en-US" sz="4000" dirty="0">
                <a:latin typeface="+mj-ea"/>
                <a:ea typeface="+mj-ea"/>
              </a:rPr>
              <a:t>學習</a:t>
            </a:r>
            <a:r>
              <a:rPr kumimoji="0" lang="zh-TW" altLang="en-US" sz="4000" dirty="0">
                <a:latin typeface="+mj-ea"/>
                <a:ea typeface="+mj-ea"/>
              </a:rPr>
              <a:t>進度表</a:t>
            </a:r>
            <a:endParaRPr kumimoji="0" lang="en-US" sz="4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7472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A17575-194D-C698-D9E4-6C40EFEC9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4</a:t>
            </a:fld>
            <a:endParaRPr lang="zh-TW" alt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C807E8A-A35B-DF01-7A02-3E6C0B5CEB2F}"/>
              </a:ext>
            </a:extLst>
          </p:cNvPr>
          <p:cNvSpPr txBox="1">
            <a:spLocks/>
          </p:cNvSpPr>
          <p:nvPr/>
        </p:nvSpPr>
        <p:spPr bwMode="auto">
          <a:xfrm>
            <a:off x="315847" y="0"/>
            <a:ext cx="5292852" cy="722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9pPr>
          </a:lstStyle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VL-800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訊號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733FE1D-C7DD-4D9E-59EA-88B4E09F8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85075"/>
              </p:ext>
            </p:extLst>
          </p:nvPr>
        </p:nvGraphicFramePr>
        <p:xfrm>
          <a:off x="315847" y="577128"/>
          <a:ext cx="11106153" cy="62788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347433">
                  <a:extLst>
                    <a:ext uri="{9D8B030D-6E8A-4147-A177-3AD203B41FA5}">
                      <a16:colId xmlns:a16="http://schemas.microsoft.com/office/drawing/2014/main" val="694254093"/>
                    </a:ext>
                  </a:extLst>
                </a:gridCol>
                <a:gridCol w="2900717">
                  <a:extLst>
                    <a:ext uri="{9D8B030D-6E8A-4147-A177-3AD203B41FA5}">
                      <a16:colId xmlns:a16="http://schemas.microsoft.com/office/drawing/2014/main" val="3978337127"/>
                    </a:ext>
                  </a:extLst>
                </a:gridCol>
                <a:gridCol w="4010025">
                  <a:extLst>
                    <a:ext uri="{9D8B030D-6E8A-4147-A177-3AD203B41FA5}">
                      <a16:colId xmlns:a16="http://schemas.microsoft.com/office/drawing/2014/main" val="413439608"/>
                    </a:ext>
                  </a:extLst>
                </a:gridCol>
                <a:gridCol w="2847978">
                  <a:extLst>
                    <a:ext uri="{9D8B030D-6E8A-4147-A177-3AD203B41FA5}">
                      <a16:colId xmlns:a16="http://schemas.microsoft.com/office/drawing/2014/main" val="1157264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00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BE-UD-UP ENC ERRO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M01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Position missing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Trying to find M01 position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061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HA-ROT-CCW ENC ERRO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M02 Position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Trying to find M02 position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811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AUTO,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be completed in time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decides continue or quit running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605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motion can not be executed in remote mod by tube controller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調回程式該步驟位置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692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DOOR OPEN ALARM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maintenance door is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decides continue or quit running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767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ILLEGAL REQ.RCV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Tube has made some request other than in remote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 manual to remote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996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BE-UD POS.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BE-UD position data is not sorted in ascending order from 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POSC yes adjust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62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DATA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data input in S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 have some error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 PCB -8321/reboot VL-800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519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EMERGENCY 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B/E 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防壓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00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BE-ROT 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M06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 driver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291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 CLOSE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M01 P04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 Sensor /Check 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壓縮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638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HA-ROT BOAT SNS ERR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 Sensor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Bypass sensor 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下貨後調整位置後，復歸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136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159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576073" y="1160334"/>
            <a:ext cx="9532880" cy="3062912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一、確認點火失敗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HEC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pyro controller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是否會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alarm &amp;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是否正常執行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ABORT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recipe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二、測試氫氧點火成功所需時間設定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T3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時間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:T3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燈號亮起之時間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+5</a:t>
            </a:r>
            <a:r>
              <a:rPr lang="zh-TW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秒</a:t>
            </a: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/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52" y="938157"/>
            <a:ext cx="1674162" cy="1890546"/>
          </a:xfrm>
          <a:prstGeom prst="rect">
            <a:avLst/>
          </a:prstGeom>
        </p:spPr>
      </p:pic>
      <p:pic>
        <p:nvPicPr>
          <p:cNvPr id="6" name="圖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72" y="4219669"/>
            <a:ext cx="4775963" cy="24222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270686" y="431143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47667B72-7836-AB14-7123-D0053EA3BA5A}"/>
              </a:ext>
            </a:extLst>
          </p:cNvPr>
          <p:cNvSpPr txBox="1">
            <a:spLocks/>
          </p:cNvSpPr>
          <p:nvPr/>
        </p:nvSpPr>
        <p:spPr bwMode="auto">
          <a:xfrm>
            <a:off x="576072" y="216099"/>
            <a:ext cx="5292852" cy="722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9pPr>
          </a:lstStyle>
          <a:p>
            <a:r>
              <a:rPr lang="en-US" altLang="zh-TW" sz="4000" dirty="0">
                <a:solidFill>
                  <a:schemeClr val="tx1"/>
                </a:solidFill>
              </a:rPr>
              <a:t>Flame sensor</a:t>
            </a:r>
            <a:r>
              <a:rPr lang="zh-TW" altLang="en-US" sz="4000" dirty="0">
                <a:solidFill>
                  <a:schemeClr val="tx1"/>
                </a:solidFill>
              </a:rPr>
              <a:t>功能測試</a:t>
            </a:r>
            <a:endParaRPr lang="en-US" altLang="zh-TW" sz="4000" dirty="0">
              <a:solidFill>
                <a:schemeClr val="tx1"/>
              </a:solidFill>
            </a:endParaRPr>
          </a:p>
        </p:txBody>
      </p:sp>
      <p:pic>
        <p:nvPicPr>
          <p:cNvPr id="7" name="圖片 51">
            <a:extLst>
              <a:ext uri="{FF2B5EF4-FFF2-40B4-BE49-F238E27FC236}">
                <a16:creationId xmlns:a16="http://schemas.microsoft.com/office/drawing/2014/main" id="{ECDA708A-5191-51C4-72D5-3A18C247AEBA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358" y="4399626"/>
            <a:ext cx="3292352" cy="1788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29">
            <a:extLst>
              <a:ext uri="{FF2B5EF4-FFF2-40B4-BE49-F238E27FC236}">
                <a16:creationId xmlns:a16="http://schemas.microsoft.com/office/drawing/2014/main" id="{127D5888-F4B2-5A01-0CDD-7463EB10B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024" y="4459277"/>
            <a:ext cx="2223009" cy="1669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679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664CBC-B3B3-617B-9C44-A578BACD3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52928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93075F-AE62-79EA-F507-AF2FE4EA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  <p:sp>
        <p:nvSpPr>
          <p:cNvPr id="5" name="文字方塊 4">
            <a:hlinkClick r:id="rId3" action="ppaction://hlinksldjump"/>
            <a:extLst>
              <a:ext uri="{FF2B5EF4-FFF2-40B4-BE49-F238E27FC236}">
                <a16:creationId xmlns:a16="http://schemas.microsoft.com/office/drawing/2014/main" id="{09868773-5D2D-9A59-0EE6-3E699AC9C6B1}"/>
              </a:ext>
            </a:extLst>
          </p:cNvPr>
          <p:cNvSpPr txBox="1"/>
          <p:nvPr/>
        </p:nvSpPr>
        <p:spPr>
          <a:xfrm>
            <a:off x="612648" y="1609343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[SET-NAME]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4" action="ppaction://hlinksldjump"/>
            <a:extLst>
              <a:ext uri="{FF2B5EF4-FFF2-40B4-BE49-F238E27FC236}">
                <a16:creationId xmlns:a16="http://schemas.microsoft.com/office/drawing/2014/main" id="{2C4BDAB0-1BD3-5CAB-9D57-A80F74781165}"/>
              </a:ext>
            </a:extLst>
          </p:cNvPr>
          <p:cNvSpPr txBox="1"/>
          <p:nvPr/>
        </p:nvSpPr>
        <p:spPr>
          <a:xfrm>
            <a:off x="612648" y="3232296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[SET-POSN]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hlinkClick r:id="rId5" action="ppaction://hlinksldjump"/>
            <a:extLst>
              <a:ext uri="{FF2B5EF4-FFF2-40B4-BE49-F238E27FC236}">
                <a16:creationId xmlns:a16="http://schemas.microsoft.com/office/drawing/2014/main" id="{69A46AAB-DFE9-57A9-90F0-28FAD635191A}"/>
              </a:ext>
            </a:extLst>
          </p:cNvPr>
          <p:cNvSpPr txBox="1"/>
          <p:nvPr/>
        </p:nvSpPr>
        <p:spPr>
          <a:xfrm>
            <a:off x="612648" y="4855249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[INI-TIME]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hlinkClick r:id="rId6" action="ppaction://hlinksldjump"/>
            <a:extLst>
              <a:ext uri="{FF2B5EF4-FFF2-40B4-BE49-F238E27FC236}">
                <a16:creationId xmlns:a16="http://schemas.microsoft.com/office/drawing/2014/main" id="{FA5050F4-B365-F065-1664-35EF0AF8CD2F}"/>
              </a:ext>
            </a:extLst>
          </p:cNvPr>
          <p:cNvSpPr txBox="1"/>
          <p:nvPr/>
        </p:nvSpPr>
        <p:spPr>
          <a:xfrm>
            <a:off x="3691128" y="1609343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[SET-TEMP]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hlinkClick r:id="rId7" action="ppaction://hlinksldjump"/>
            <a:extLst>
              <a:ext uri="{FF2B5EF4-FFF2-40B4-BE49-F238E27FC236}">
                <a16:creationId xmlns:a16="http://schemas.microsoft.com/office/drawing/2014/main" id="{5F055402-1CA7-0EAF-C62A-884E5B228B59}"/>
              </a:ext>
            </a:extLst>
          </p:cNvPr>
          <p:cNvSpPr txBox="1"/>
          <p:nvPr/>
        </p:nvSpPr>
        <p:spPr>
          <a:xfrm>
            <a:off x="3691128" y="3232295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[SET-ALAM]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79EABC7-9DAD-AD0C-0099-6E7735CA035D}"/>
              </a:ext>
            </a:extLst>
          </p:cNvPr>
          <p:cNvSpPr txBox="1"/>
          <p:nvPr/>
        </p:nvSpPr>
        <p:spPr>
          <a:xfrm>
            <a:off x="3691128" y="4855249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[SET-I/O]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hlinkClick r:id="rId8" action="ppaction://hlinksldjump"/>
            <a:extLst>
              <a:ext uri="{FF2B5EF4-FFF2-40B4-BE49-F238E27FC236}">
                <a16:creationId xmlns:a16="http://schemas.microsoft.com/office/drawing/2014/main" id="{8A06CA57-7CA4-3DFE-3FC7-25E7D10657EC}"/>
              </a:ext>
            </a:extLst>
          </p:cNvPr>
          <p:cNvSpPr txBox="1"/>
          <p:nvPr/>
        </p:nvSpPr>
        <p:spPr>
          <a:xfrm>
            <a:off x="6553200" y="1609343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[SET-GAS]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D9C6B1A-017A-D797-65BF-58FE91FAC99D}"/>
              </a:ext>
            </a:extLst>
          </p:cNvPr>
          <p:cNvSpPr txBox="1"/>
          <p:nvPr/>
        </p:nvSpPr>
        <p:spPr>
          <a:xfrm>
            <a:off x="9238488" y="1609342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[SET-COM]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hlinkClick r:id="rId9" action="ppaction://hlinksldjump"/>
            <a:extLst>
              <a:ext uri="{FF2B5EF4-FFF2-40B4-BE49-F238E27FC236}">
                <a16:creationId xmlns:a16="http://schemas.microsoft.com/office/drawing/2014/main" id="{9C1BFFBC-1633-6320-7E11-8D365C2616D9}"/>
              </a:ext>
            </a:extLst>
          </p:cNvPr>
          <p:cNvSpPr txBox="1"/>
          <p:nvPr/>
        </p:nvSpPr>
        <p:spPr>
          <a:xfrm>
            <a:off x="6553200" y="3232295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[SET-PASS]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A9DA9BA-0105-0483-4D9D-571015C7AA9B}"/>
              </a:ext>
            </a:extLst>
          </p:cNvPr>
          <p:cNvSpPr txBox="1"/>
          <p:nvPr/>
        </p:nvSpPr>
        <p:spPr>
          <a:xfrm>
            <a:off x="6553200" y="485524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[SWITCH]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hlinkClick r:id="rId10" action="ppaction://hlinksldjump"/>
            <a:extLst>
              <a:ext uri="{FF2B5EF4-FFF2-40B4-BE49-F238E27FC236}">
                <a16:creationId xmlns:a16="http://schemas.microsoft.com/office/drawing/2014/main" id="{214142C9-5E46-8CBE-4F35-F7BFAEC6531B}"/>
              </a:ext>
            </a:extLst>
          </p:cNvPr>
          <p:cNvSpPr txBox="1"/>
          <p:nvPr/>
        </p:nvSpPr>
        <p:spPr>
          <a:xfrm>
            <a:off x="9238488" y="3220590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[SET-EMG]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0D2711C-4F7A-8DE6-E5B8-3FD97EE931BA}"/>
              </a:ext>
            </a:extLst>
          </p:cNvPr>
          <p:cNvSpPr txBox="1"/>
          <p:nvPr/>
        </p:nvSpPr>
        <p:spPr>
          <a:xfrm>
            <a:off x="9174480" y="483183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[SET-ZONE]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00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BA5A9-9E15-8030-97C6-E6F3186FB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D323C2-D3E5-2D83-6FEE-911B313C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74772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BEB653-F753-36D5-334F-11FDF093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  <p:sp>
        <p:nvSpPr>
          <p:cNvPr id="5" name="文字方塊 4">
            <a:hlinkClick r:id="rId3" action="ppaction://hlinksldjump"/>
            <a:extLst>
              <a:ext uri="{FF2B5EF4-FFF2-40B4-BE49-F238E27FC236}">
                <a16:creationId xmlns:a16="http://schemas.microsoft.com/office/drawing/2014/main" id="{07644D42-4EBC-02EE-DDA4-A49598142BB5}"/>
              </a:ext>
            </a:extLst>
          </p:cNvPr>
          <p:cNvSpPr txBox="1"/>
          <p:nvPr/>
        </p:nvSpPr>
        <p:spPr>
          <a:xfrm>
            <a:off x="901192" y="1812542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	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hlinkClick r:id="rId4" action="ppaction://hlinksldjump"/>
            <a:extLst>
              <a:ext uri="{FF2B5EF4-FFF2-40B4-BE49-F238E27FC236}">
                <a16:creationId xmlns:a16="http://schemas.microsoft.com/office/drawing/2014/main" id="{1EC35341-2EE9-2ED4-FFDE-C1E4D044E59D}"/>
              </a:ext>
            </a:extLst>
          </p:cNvPr>
          <p:cNvSpPr txBox="1"/>
          <p:nvPr/>
        </p:nvSpPr>
        <p:spPr>
          <a:xfrm>
            <a:off x="3981194" y="1812541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[MFC]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hlinkClick r:id="rId5" action="ppaction://hlinksldjump"/>
            <a:extLst>
              <a:ext uri="{FF2B5EF4-FFF2-40B4-BE49-F238E27FC236}">
                <a16:creationId xmlns:a16="http://schemas.microsoft.com/office/drawing/2014/main" id="{9A444043-D9E0-65AA-0BCD-D9DBABFD8696}"/>
              </a:ext>
            </a:extLst>
          </p:cNvPr>
          <p:cNvSpPr txBox="1"/>
          <p:nvPr/>
        </p:nvSpPr>
        <p:spPr>
          <a:xfrm>
            <a:off x="6298186" y="1812541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[RECIPE]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hlinkClick r:id="rId6" action="ppaction://hlinksldjump"/>
            <a:extLst>
              <a:ext uri="{FF2B5EF4-FFF2-40B4-BE49-F238E27FC236}">
                <a16:creationId xmlns:a16="http://schemas.microsoft.com/office/drawing/2014/main" id="{469240BB-4645-6A7E-B8D7-0F5CE1574E19}"/>
              </a:ext>
            </a:extLst>
          </p:cNvPr>
          <p:cNvSpPr txBox="1"/>
          <p:nvPr/>
        </p:nvSpPr>
        <p:spPr>
          <a:xfrm>
            <a:off x="9086088" y="1812540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[ALARM]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CA72E4B-6C0D-3772-E08E-70FEFDCFC358}"/>
              </a:ext>
            </a:extLst>
          </p:cNvPr>
          <p:cNvSpPr txBox="1"/>
          <p:nvPr/>
        </p:nvSpPr>
        <p:spPr>
          <a:xfrm>
            <a:off x="10029444" y="595910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hlinkClick r:id="rId7" action="ppaction://hlinksldjump"/>
            <a:extLst>
              <a:ext uri="{FF2B5EF4-FFF2-40B4-BE49-F238E27FC236}">
                <a16:creationId xmlns:a16="http://schemas.microsoft.com/office/drawing/2014/main" id="{3DA317F9-7630-4334-069C-5D3F7A1F76ED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</p:spTree>
    <p:extLst>
      <p:ext uri="{BB962C8B-B14F-4D97-AF65-F5344CB8AC3E}">
        <p14:creationId xmlns:p14="http://schemas.microsoft.com/office/powerpoint/2010/main" val="3464999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0F169-E490-3BB3-04C6-003CAF4F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0F0E2B-36DF-F373-2D1C-5D0E4B3D5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TEMPERAUTRE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265FE0-2311-B16D-0AAC-8981EB98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8</a:t>
            </a:fld>
            <a:endParaRPr lang="zh-TW" altLang="en-US" dirty="0"/>
          </a:p>
        </p:txBody>
      </p:sp>
      <p:sp>
        <p:nvSpPr>
          <p:cNvPr id="5" name="文字方塊 4">
            <a:hlinkClick r:id="rId3" action="ppaction://hlinksldjump"/>
            <a:extLst>
              <a:ext uri="{FF2B5EF4-FFF2-40B4-BE49-F238E27FC236}">
                <a16:creationId xmlns:a16="http://schemas.microsoft.com/office/drawing/2014/main" id="{CD68A190-86BF-F0CD-C678-5939F4BB6085}"/>
              </a:ext>
            </a:extLst>
          </p:cNvPr>
          <p:cNvSpPr txBox="1"/>
          <p:nvPr/>
        </p:nvSpPr>
        <p:spPr>
          <a:xfrm>
            <a:off x="901192" y="1812542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PDL-EC	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hlinkClick r:id="rId4" action="ppaction://hlinksldjump"/>
            <a:extLst>
              <a:ext uri="{FF2B5EF4-FFF2-40B4-BE49-F238E27FC236}">
                <a16:creationId xmlns:a16="http://schemas.microsoft.com/office/drawing/2014/main" id="{A8C0E497-089A-CC29-9B01-4B3FA7F50E20}"/>
              </a:ext>
            </a:extLst>
          </p:cNvPr>
          <p:cNvSpPr txBox="1"/>
          <p:nvPr/>
        </p:nvSpPr>
        <p:spPr>
          <a:xfrm>
            <a:off x="3745739" y="1812539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SPK-EC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hlinkClick r:id="rId5" action="ppaction://hlinksldjump"/>
            <a:extLst>
              <a:ext uri="{FF2B5EF4-FFF2-40B4-BE49-F238E27FC236}">
                <a16:creationId xmlns:a16="http://schemas.microsoft.com/office/drawing/2014/main" id="{6C842853-BDA3-7D4C-BA32-2D9970A9C693}"/>
              </a:ext>
            </a:extLst>
          </p:cNvPr>
          <p:cNvSpPr txBox="1"/>
          <p:nvPr/>
        </p:nvSpPr>
        <p:spPr>
          <a:xfrm>
            <a:off x="6298186" y="1812541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[WATCH-A]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hlinkClick r:id="rId6" action="ppaction://hlinksldjump"/>
            <a:extLst>
              <a:ext uri="{FF2B5EF4-FFF2-40B4-BE49-F238E27FC236}">
                <a16:creationId xmlns:a16="http://schemas.microsoft.com/office/drawing/2014/main" id="{66E7F61E-DDA0-09F3-841D-063FE44E7CCA}"/>
              </a:ext>
            </a:extLst>
          </p:cNvPr>
          <p:cNvSpPr txBox="1"/>
          <p:nvPr/>
        </p:nvSpPr>
        <p:spPr>
          <a:xfrm>
            <a:off x="9225788" y="1796853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[WATCH-B]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5A94B7D-C589-933A-D510-BEA19BC0E2AA}"/>
              </a:ext>
            </a:extLst>
          </p:cNvPr>
          <p:cNvSpPr txBox="1"/>
          <p:nvPr/>
        </p:nvSpPr>
        <p:spPr>
          <a:xfrm>
            <a:off x="10029444" y="595910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hlinkClick r:id="rId7" action="ppaction://hlinksldjump"/>
            <a:extLst>
              <a:ext uri="{FF2B5EF4-FFF2-40B4-BE49-F238E27FC236}">
                <a16:creationId xmlns:a16="http://schemas.microsoft.com/office/drawing/2014/main" id="{6E74C655-7321-1DC5-2AF9-996D144CF4CB}"/>
              </a:ext>
            </a:extLst>
          </p:cNvPr>
          <p:cNvSpPr txBox="1"/>
          <p:nvPr/>
        </p:nvSpPr>
        <p:spPr>
          <a:xfrm>
            <a:off x="901192" y="3136612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[PDL-CAB]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56C5851-647B-208E-8FB4-FF4AA80D230A}"/>
              </a:ext>
            </a:extLst>
          </p:cNvPr>
          <p:cNvSpPr txBox="1"/>
          <p:nvPr/>
        </p:nvSpPr>
        <p:spPr>
          <a:xfrm>
            <a:off x="3745739" y="3136611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[P-MIX]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8" action="ppaction://hlinksldjump"/>
            <a:extLst>
              <a:ext uri="{FF2B5EF4-FFF2-40B4-BE49-F238E27FC236}">
                <a16:creationId xmlns:a16="http://schemas.microsoft.com/office/drawing/2014/main" id="{9EF10E73-A68F-5106-75E9-92EFFAF2AB13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</p:spTree>
    <p:extLst>
      <p:ext uri="{BB962C8B-B14F-4D97-AF65-F5344CB8AC3E}">
        <p14:creationId xmlns:p14="http://schemas.microsoft.com/office/powerpoint/2010/main" val="2664314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4FAB-87A3-D81E-D85B-5CCDD2ED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4D64D1-D519-CEFD-725F-03629F2BC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435F15-8232-53E0-7725-CCC6F91A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9</a:t>
            </a:fld>
            <a:endParaRPr lang="zh-TW" altLang="en-US" dirty="0"/>
          </a:p>
        </p:txBody>
      </p:sp>
      <p:sp>
        <p:nvSpPr>
          <p:cNvPr id="5" name="文字方塊 4">
            <a:hlinkClick r:id="rId3" action="ppaction://hlinksldjump"/>
            <a:extLst>
              <a:ext uri="{FF2B5EF4-FFF2-40B4-BE49-F238E27FC236}">
                <a16:creationId xmlns:a16="http://schemas.microsoft.com/office/drawing/2014/main" id="{8622034F-370B-6E33-C7AD-578B1C472C83}"/>
              </a:ext>
            </a:extLst>
          </p:cNvPr>
          <p:cNvSpPr txBox="1"/>
          <p:nvPr/>
        </p:nvSpPr>
        <p:spPr>
          <a:xfrm>
            <a:off x="901192" y="1812542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	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hlinkClick r:id="rId4" action="ppaction://hlinksldjump"/>
            <a:extLst>
              <a:ext uri="{FF2B5EF4-FFF2-40B4-BE49-F238E27FC236}">
                <a16:creationId xmlns:a16="http://schemas.microsoft.com/office/drawing/2014/main" id="{36073655-85FE-90F4-5E36-D41B4497BD5C}"/>
              </a:ext>
            </a:extLst>
          </p:cNvPr>
          <p:cNvSpPr txBox="1"/>
          <p:nvPr/>
        </p:nvSpPr>
        <p:spPr>
          <a:xfrm>
            <a:off x="3745739" y="1812539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hlinkClick r:id="rId5" action="ppaction://hlinksldjump"/>
            <a:extLst>
              <a:ext uri="{FF2B5EF4-FFF2-40B4-BE49-F238E27FC236}">
                <a16:creationId xmlns:a16="http://schemas.microsoft.com/office/drawing/2014/main" id="{38D80172-A51D-C72A-877B-6FF24375B36F}"/>
              </a:ext>
            </a:extLst>
          </p:cNvPr>
          <p:cNvSpPr txBox="1"/>
          <p:nvPr/>
        </p:nvSpPr>
        <p:spPr>
          <a:xfrm>
            <a:off x="6298186" y="1812541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8283F7F-22B8-78E7-89B7-3E11EB77C219}"/>
              </a:ext>
            </a:extLst>
          </p:cNvPr>
          <p:cNvSpPr txBox="1"/>
          <p:nvPr/>
        </p:nvSpPr>
        <p:spPr>
          <a:xfrm>
            <a:off x="8933688" y="1796853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[INTERLOCK]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hlinkClick r:id="rId6" action="ppaction://hlinksldjump"/>
            <a:extLst>
              <a:ext uri="{FF2B5EF4-FFF2-40B4-BE49-F238E27FC236}">
                <a16:creationId xmlns:a16="http://schemas.microsoft.com/office/drawing/2014/main" id="{E0781A14-8A3D-CBBF-4A7A-903AF868C50B}"/>
              </a:ext>
            </a:extLst>
          </p:cNvPr>
          <p:cNvSpPr txBox="1"/>
          <p:nvPr/>
        </p:nvSpPr>
        <p:spPr>
          <a:xfrm>
            <a:off x="901192" y="3136612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hlinkClick r:id="rId7" action="ppaction://hlinksldjump"/>
            <a:extLst>
              <a:ext uri="{FF2B5EF4-FFF2-40B4-BE49-F238E27FC236}">
                <a16:creationId xmlns:a16="http://schemas.microsoft.com/office/drawing/2014/main" id="{A7452B0E-E350-8E36-1D7C-C8651A040550}"/>
              </a:ext>
            </a:extLst>
          </p:cNvPr>
          <p:cNvSpPr txBox="1"/>
          <p:nvPr/>
        </p:nvSpPr>
        <p:spPr>
          <a:xfrm>
            <a:off x="3745739" y="3136611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8" action="ppaction://hlinksldjump"/>
            <a:extLst>
              <a:ext uri="{FF2B5EF4-FFF2-40B4-BE49-F238E27FC236}">
                <a16:creationId xmlns:a16="http://schemas.microsoft.com/office/drawing/2014/main" id="{FB2CAC70-589B-55FE-A98D-71C62A1D4946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8" name="文字方塊 7">
            <a:hlinkClick r:id="rId9" action="ppaction://hlinksldjump"/>
            <a:extLst>
              <a:ext uri="{FF2B5EF4-FFF2-40B4-BE49-F238E27FC236}">
                <a16:creationId xmlns:a16="http://schemas.microsoft.com/office/drawing/2014/main" id="{F4EDA1DB-0159-1D93-8E12-C55BC1E69DF0}"/>
              </a:ext>
            </a:extLst>
          </p:cNvPr>
          <p:cNvSpPr txBox="1"/>
          <p:nvPr/>
        </p:nvSpPr>
        <p:spPr>
          <a:xfrm>
            <a:off x="6096000" y="3136897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APCLEVEL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hlinkClick r:id="rId10" action="ppaction://hlinksldjump"/>
            <a:extLst>
              <a:ext uri="{FF2B5EF4-FFF2-40B4-BE49-F238E27FC236}">
                <a16:creationId xmlns:a16="http://schemas.microsoft.com/office/drawing/2014/main" id="{7B69DB82-72A2-2483-1085-8FD702B38A24}"/>
              </a:ext>
            </a:extLst>
          </p:cNvPr>
          <p:cNvSpPr txBox="1"/>
          <p:nvPr/>
        </p:nvSpPr>
        <p:spPr>
          <a:xfrm>
            <a:off x="8940546" y="3136610"/>
            <a:ext cx="2788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APC-PARA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hlinkClick r:id="rId11" action="ppaction://hlinksldjump"/>
            <a:extLst>
              <a:ext uri="{FF2B5EF4-FFF2-40B4-BE49-F238E27FC236}">
                <a16:creationId xmlns:a16="http://schemas.microsoft.com/office/drawing/2014/main" id="{6D10A3B0-C6A5-6B98-AE78-8ECA36DB066D}"/>
              </a:ext>
            </a:extLst>
          </p:cNvPr>
          <p:cNvSpPr txBox="1"/>
          <p:nvPr/>
        </p:nvSpPr>
        <p:spPr>
          <a:xfrm>
            <a:off x="901192" y="4460681"/>
            <a:ext cx="33025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APCWATCH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936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EE505-1C94-D514-1444-3C2B351AD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397FE2-126F-7D8B-161D-D12AFDBC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(01)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097748-9822-F5A2-9016-BED02E19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10</a:t>
            </a:fld>
            <a:endParaRPr lang="zh-TW" altLang="en-US" dirty="0"/>
          </a:p>
        </p:txBody>
      </p:sp>
      <p:sp>
        <p:nvSpPr>
          <p:cNvPr id="5" name="文字方塊 4">
            <a:hlinkClick r:id="rId3" action="ppaction://hlinksldjump"/>
            <a:extLst>
              <a:ext uri="{FF2B5EF4-FFF2-40B4-BE49-F238E27FC236}">
                <a16:creationId xmlns:a16="http://schemas.microsoft.com/office/drawing/2014/main" id="{736E2B0F-A20F-7449-705C-C04EB520E860}"/>
              </a:ext>
            </a:extLst>
          </p:cNvPr>
          <p:cNvSpPr txBox="1"/>
          <p:nvPr/>
        </p:nvSpPr>
        <p:spPr>
          <a:xfrm>
            <a:off x="612648" y="1870320"/>
            <a:ext cx="5340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ACCD31D-C6EE-CEA8-846E-B7888341FCFD}"/>
              </a:ext>
            </a:extLst>
          </p:cNvPr>
          <p:cNvSpPr txBox="1"/>
          <p:nvPr/>
        </p:nvSpPr>
        <p:spPr>
          <a:xfrm>
            <a:off x="3402839" y="1870320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SCROVR 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4E4434E-731C-0459-CFFD-4710F9DAF0DE}"/>
              </a:ext>
            </a:extLst>
          </p:cNvPr>
          <p:cNvSpPr txBox="1"/>
          <p:nvPr/>
        </p:nvSpPr>
        <p:spPr>
          <a:xfrm>
            <a:off x="6168264" y="1870320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CHMOVR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21B003E-BD24-C483-905A-F301EB1BC2E7}"/>
              </a:ext>
            </a:extLst>
          </p:cNvPr>
          <p:cNvSpPr txBox="1"/>
          <p:nvPr/>
        </p:nvSpPr>
        <p:spPr>
          <a:xfrm>
            <a:off x="8933688" y="1870321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   WATER    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79A2BD1-BF67-0EB4-013E-432A6D443E7C}"/>
              </a:ext>
            </a:extLst>
          </p:cNvPr>
          <p:cNvSpPr txBox="1"/>
          <p:nvPr/>
        </p:nvSpPr>
        <p:spPr>
          <a:xfrm>
            <a:off x="612648" y="3274196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PSDOWN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1BADB5B-83CE-AFBB-00B6-6D87922B4F44}"/>
              </a:ext>
            </a:extLst>
          </p:cNvPr>
          <p:cNvSpPr txBox="1"/>
          <p:nvPr/>
        </p:nvSpPr>
        <p:spPr>
          <a:xfrm>
            <a:off x="3402838" y="3274195"/>
            <a:ext cx="2655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  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4" action="ppaction://hlinksldjump"/>
            <a:extLst>
              <a:ext uri="{FF2B5EF4-FFF2-40B4-BE49-F238E27FC236}">
                <a16:creationId xmlns:a16="http://schemas.microsoft.com/office/drawing/2014/main" id="{89D9EA37-3C22-AAE1-5154-7E173F4A9B7A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6BA1A7F-D7EE-3915-7710-F9BCCEA164DA}"/>
              </a:ext>
            </a:extLst>
          </p:cNvPr>
          <p:cNvSpPr txBox="1"/>
          <p:nvPr/>
        </p:nvSpPr>
        <p:spPr>
          <a:xfrm>
            <a:off x="6168264" y="3274195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EXHUST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40568B7-E6AF-0030-2BA5-E0C5087EEAE3}"/>
              </a:ext>
            </a:extLst>
          </p:cNvPr>
          <p:cNvSpPr txBox="1"/>
          <p:nvPr/>
        </p:nvSpPr>
        <p:spPr>
          <a:xfrm>
            <a:off x="8933688" y="3248905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1A93892-E30F-8CC8-5A57-5851CE91DE09}"/>
              </a:ext>
            </a:extLst>
          </p:cNvPr>
          <p:cNvSpPr txBox="1"/>
          <p:nvPr/>
        </p:nvSpPr>
        <p:spPr>
          <a:xfrm>
            <a:off x="612648" y="4678072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P-T/C1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90E1EBE-6CAE-185B-B60E-7A8C255F2B2C}"/>
              </a:ext>
            </a:extLst>
          </p:cNvPr>
          <p:cNvSpPr txBox="1"/>
          <p:nvPr/>
        </p:nvSpPr>
        <p:spPr>
          <a:xfrm>
            <a:off x="3402839" y="4708617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P-T/C2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4EB8A32-9236-1D6C-86B0-AD212DEED593}"/>
              </a:ext>
            </a:extLst>
          </p:cNvPr>
          <p:cNvSpPr txBox="1"/>
          <p:nvPr/>
        </p:nvSpPr>
        <p:spPr>
          <a:xfrm>
            <a:off x="6193030" y="4708616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P-T/C3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3B8C188-232E-A1AD-4842-EB09CD393304}"/>
              </a:ext>
            </a:extLst>
          </p:cNvPr>
          <p:cNvSpPr txBox="1"/>
          <p:nvPr/>
        </p:nvSpPr>
        <p:spPr>
          <a:xfrm>
            <a:off x="8933688" y="4717506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P-T/C4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hlinkClick r:id="rId5" action="ppaction://hlinksldjump"/>
            <a:extLst>
              <a:ext uri="{FF2B5EF4-FFF2-40B4-BE49-F238E27FC236}">
                <a16:creationId xmlns:a16="http://schemas.microsoft.com/office/drawing/2014/main" id="{96C061D5-FC3C-9384-1827-A0D9516182E4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AA7723E-DB5C-83FB-64BF-6ACBBEC66815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8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A620B-AF5C-F93D-9C2A-5C6D0A3E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8D748-AE07-0CC7-C63A-14FB655FF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(02)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C429AB-59CC-EDCE-D514-D196A1EC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11</a:t>
            </a:fld>
            <a:endParaRPr lang="zh-TW" altLang="en-US" dirty="0"/>
          </a:p>
        </p:txBody>
      </p:sp>
      <p:sp>
        <p:nvSpPr>
          <p:cNvPr id="7" name="文字方塊 6">
            <a:hlinkClick r:id="rId3" action="ppaction://hlinksldjump"/>
            <a:extLst>
              <a:ext uri="{FF2B5EF4-FFF2-40B4-BE49-F238E27FC236}">
                <a16:creationId xmlns:a16="http://schemas.microsoft.com/office/drawing/2014/main" id="{B0E8AC05-7BAB-B4DF-DAC7-AD0C58F522A5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49E169D-3D6C-5693-B1C6-026AFDD28098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hlinkClick r:id="rId4" action="ppaction://hlinksldjump"/>
            <a:extLst>
              <a:ext uri="{FF2B5EF4-FFF2-40B4-BE49-F238E27FC236}">
                <a16:creationId xmlns:a16="http://schemas.microsoft.com/office/drawing/2014/main" id="{7C8A8D9F-AA5A-53F9-F644-72BE6AFEDA39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243E8B8-3AB3-A0D9-3043-E72020691F91}"/>
              </a:ext>
            </a:extLst>
          </p:cNvPr>
          <p:cNvSpPr txBox="1"/>
          <p:nvPr/>
        </p:nvSpPr>
        <p:spPr>
          <a:xfrm>
            <a:off x="612648" y="1870320"/>
            <a:ext cx="5340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P-T/C5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994801E-9B2B-0B27-EA99-FD304FADFD2A}"/>
              </a:ext>
            </a:extLst>
          </p:cNvPr>
          <p:cNvSpPr txBox="1"/>
          <p:nvPr/>
        </p:nvSpPr>
        <p:spPr>
          <a:xfrm>
            <a:off x="3402838" y="1870320"/>
            <a:ext cx="2693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C-T/C1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6BDE9B3-7A1F-E0EF-4789-01F063C28B40}"/>
              </a:ext>
            </a:extLst>
          </p:cNvPr>
          <p:cNvSpPr txBox="1"/>
          <p:nvPr/>
        </p:nvSpPr>
        <p:spPr>
          <a:xfrm>
            <a:off x="6168264" y="1870320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C-T/C2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72C0C1E-2F32-503D-2682-0E778E8C7D20}"/>
              </a:ext>
            </a:extLst>
          </p:cNvPr>
          <p:cNvSpPr txBox="1"/>
          <p:nvPr/>
        </p:nvSpPr>
        <p:spPr>
          <a:xfrm>
            <a:off x="8933688" y="1870321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C-T/C3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E24EA10-143A-C3B8-97A1-69C4A659B2F0}"/>
              </a:ext>
            </a:extLst>
          </p:cNvPr>
          <p:cNvSpPr txBox="1"/>
          <p:nvPr/>
        </p:nvSpPr>
        <p:spPr>
          <a:xfrm>
            <a:off x="612648" y="3274196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C-T/C4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D6677DD-E2BC-C6A0-31F2-CEE3F4146EC2}"/>
              </a:ext>
            </a:extLst>
          </p:cNvPr>
          <p:cNvSpPr txBox="1"/>
          <p:nvPr/>
        </p:nvSpPr>
        <p:spPr>
          <a:xfrm>
            <a:off x="3402838" y="3274195"/>
            <a:ext cx="2655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C-T/C5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EE48DA95-7463-80B8-B6DF-F261A16D0100}"/>
              </a:ext>
            </a:extLst>
          </p:cNvPr>
          <p:cNvSpPr txBox="1"/>
          <p:nvPr/>
        </p:nvSpPr>
        <p:spPr>
          <a:xfrm>
            <a:off x="6168264" y="3274195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M-T/C1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5F98607-DB37-2E6C-6914-D0A03C06434A}"/>
              </a:ext>
            </a:extLst>
          </p:cNvPr>
          <p:cNvSpPr txBox="1"/>
          <p:nvPr/>
        </p:nvSpPr>
        <p:spPr>
          <a:xfrm>
            <a:off x="8933688" y="3248905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M-T/C2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7BF4130-A2E8-16C3-771C-84CEFA5C657C}"/>
              </a:ext>
            </a:extLst>
          </p:cNvPr>
          <p:cNvSpPr txBox="1"/>
          <p:nvPr/>
        </p:nvSpPr>
        <p:spPr>
          <a:xfrm>
            <a:off x="612648" y="4678072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M-T/C3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5536AE1-D24D-AF4A-ED8D-7C3D55AB46A1}"/>
              </a:ext>
            </a:extLst>
          </p:cNvPr>
          <p:cNvSpPr txBox="1"/>
          <p:nvPr/>
        </p:nvSpPr>
        <p:spPr>
          <a:xfrm>
            <a:off x="3402839" y="4708617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M-T/C4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528CFAA-EC82-DA91-7A02-B41AD76A2C25}"/>
              </a:ext>
            </a:extLst>
          </p:cNvPr>
          <p:cNvSpPr txBox="1"/>
          <p:nvPr/>
        </p:nvSpPr>
        <p:spPr>
          <a:xfrm>
            <a:off x="6193030" y="4708616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M-T/C5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EE866CA-100B-FF47-AB4E-26A87BBF5920}"/>
              </a:ext>
            </a:extLst>
          </p:cNvPr>
          <p:cNvSpPr txBox="1"/>
          <p:nvPr/>
        </p:nvSpPr>
        <p:spPr>
          <a:xfrm>
            <a:off x="8933688" y="4717506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LOW-R1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811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D691-FFB0-4B51-A806-71E2F08B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CA899B-AB0D-F7DB-5A63-D1599FB20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9697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1C49D9-E538-84FD-07A1-60AA6916C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12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1271AFB-9573-49B9-B67D-635EE559AACF}"/>
              </a:ext>
            </a:extLst>
          </p:cNvPr>
          <p:cNvSpPr txBox="1"/>
          <p:nvPr/>
        </p:nvSpPr>
        <p:spPr>
          <a:xfrm>
            <a:off x="10029444" y="1901440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ZONE2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EA82E17-4D23-75C8-12EA-4727515EEC25}"/>
              </a:ext>
            </a:extLst>
          </p:cNvPr>
          <p:cNvSpPr txBox="1"/>
          <p:nvPr/>
        </p:nvSpPr>
        <p:spPr>
          <a:xfrm>
            <a:off x="612648" y="1901440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ZONE1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73DA466-0C5D-1909-2E81-39D4C16A0683}"/>
              </a:ext>
            </a:extLst>
          </p:cNvPr>
          <p:cNvSpPr txBox="1"/>
          <p:nvPr/>
        </p:nvSpPr>
        <p:spPr>
          <a:xfrm>
            <a:off x="3108960" y="1901440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B30228E-F419-4365-8764-24D0273BCADE}"/>
              </a:ext>
            </a:extLst>
          </p:cNvPr>
          <p:cNvSpPr txBox="1"/>
          <p:nvPr/>
        </p:nvSpPr>
        <p:spPr>
          <a:xfrm>
            <a:off x="8283953" y="1897693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4D95CF8-409C-7F15-CF5E-63DB6C7157BE}"/>
              </a:ext>
            </a:extLst>
          </p:cNvPr>
          <p:cNvSpPr txBox="1"/>
          <p:nvPr/>
        </p:nvSpPr>
        <p:spPr>
          <a:xfrm>
            <a:off x="5787641" y="1897693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hlinkClick r:id="rId3" action="ppaction://hlinksldjump"/>
            <a:extLst>
              <a:ext uri="{FF2B5EF4-FFF2-40B4-BE49-F238E27FC236}">
                <a16:creationId xmlns:a16="http://schemas.microsoft.com/office/drawing/2014/main" id="{C7169A29-F9A9-F416-02E7-AFB3F22D9FB8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</p:spTree>
    <p:extLst>
      <p:ext uri="{BB962C8B-B14F-4D97-AF65-F5344CB8AC3E}">
        <p14:creationId xmlns:p14="http://schemas.microsoft.com/office/powerpoint/2010/main" val="2511652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498E8-1B2E-2CC9-08AA-D1155017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40CC0D-04C3-F213-31E6-AA9524D4F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9697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B33D65-524A-4F12-D8B5-C9115004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13</a:t>
            </a:fld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A0B869E7-EEB7-DA04-ABC1-80B6C9155903}"/>
              </a:ext>
            </a:extLst>
          </p:cNvPr>
          <p:cNvGrpSpPr/>
          <p:nvPr/>
        </p:nvGrpSpPr>
        <p:grpSpPr>
          <a:xfrm>
            <a:off x="609601" y="2095687"/>
            <a:ext cx="2496312" cy="3239178"/>
            <a:chOff x="609601" y="1613087"/>
            <a:chExt cx="2496312" cy="3239178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592F6A49-384E-D63F-C749-8E6DC2033E7C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MFC-01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E77DB6CB-2998-8E85-7212-9088B3F00E7B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MFC-06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D4B7419D-BC22-EF79-F885-A9580DB0994B}"/>
                </a:ext>
              </a:extLst>
            </p:cNvPr>
            <p:cNvSpPr txBox="1"/>
            <p:nvPr/>
          </p:nvSpPr>
          <p:spPr>
            <a:xfrm>
              <a:off x="609601" y="3382689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MFM-02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1E5BFA6-FA7B-9AD8-774A-D7F20BEC504C}"/>
                </a:ext>
              </a:extLst>
            </p:cNvPr>
            <p:cNvSpPr txBox="1"/>
            <p:nvPr/>
          </p:nvSpPr>
          <p:spPr>
            <a:xfrm>
              <a:off x="609601" y="4267490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APC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AB4A1C4A-56FC-AA94-A0F6-AC51D5EFFBC7}"/>
              </a:ext>
            </a:extLst>
          </p:cNvPr>
          <p:cNvGrpSpPr/>
          <p:nvPr/>
        </p:nvGrpSpPr>
        <p:grpSpPr>
          <a:xfrm>
            <a:off x="2946401" y="2095687"/>
            <a:ext cx="2496312" cy="2354377"/>
            <a:chOff x="609601" y="1613087"/>
            <a:chExt cx="2496312" cy="2354377"/>
          </a:xfrm>
        </p:grpSpPr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A3D7D9EA-F719-9526-DF73-306E006B7A3A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MFC-02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F8A4945-CDB7-0F35-F631-ABE60EE5D124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MFC-07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9C8A134D-8EF8-BDFD-AD81-196F680F8E66}"/>
                </a:ext>
              </a:extLst>
            </p:cNvPr>
            <p:cNvSpPr txBox="1"/>
            <p:nvPr/>
          </p:nvSpPr>
          <p:spPr>
            <a:xfrm>
              <a:off x="609601" y="3382689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MFM-03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6E7A81FE-5708-8969-4BE2-0DDBECB461C4}"/>
              </a:ext>
            </a:extLst>
          </p:cNvPr>
          <p:cNvGrpSpPr/>
          <p:nvPr/>
        </p:nvGrpSpPr>
        <p:grpSpPr>
          <a:xfrm>
            <a:off x="5442713" y="2095687"/>
            <a:ext cx="2496312" cy="2354377"/>
            <a:chOff x="609601" y="1613087"/>
            <a:chExt cx="2496312" cy="2354377"/>
          </a:xfrm>
        </p:grpSpPr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E48EFF1A-9B7B-1AE0-2623-C25416923BB9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MFC-03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14176C7B-0AA3-1D2D-A6B5-AF2F74B244B0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MFC-08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06D016F7-E1D3-82D7-11C3-81E213106BE9}"/>
                </a:ext>
              </a:extLst>
            </p:cNvPr>
            <p:cNvSpPr txBox="1"/>
            <p:nvPr/>
          </p:nvSpPr>
          <p:spPr>
            <a:xfrm>
              <a:off x="609601" y="3382689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MFM-04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BA3C9908-CA3D-7C9B-613F-B42407FE05CF}"/>
              </a:ext>
            </a:extLst>
          </p:cNvPr>
          <p:cNvGrpSpPr/>
          <p:nvPr/>
        </p:nvGrpSpPr>
        <p:grpSpPr>
          <a:xfrm>
            <a:off x="7779513" y="2095687"/>
            <a:ext cx="2496312" cy="2354377"/>
            <a:chOff x="609601" y="1613087"/>
            <a:chExt cx="2496312" cy="2354377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00198B26-32CB-65B3-DC9C-D26F24A98740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MFC-04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331196F4-D767-1AA4-F2A0-6244191BC8E1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MFC-09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DAA8F37B-A87F-237D-A682-F7090BC92F72}"/>
                </a:ext>
              </a:extLst>
            </p:cNvPr>
            <p:cNvSpPr txBox="1"/>
            <p:nvPr/>
          </p:nvSpPr>
          <p:spPr>
            <a:xfrm>
              <a:off x="609601" y="3382689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MFM-05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74B291A3-C29E-20FD-49D6-31BFC7B0DF47}"/>
              </a:ext>
            </a:extLst>
          </p:cNvPr>
          <p:cNvGrpSpPr/>
          <p:nvPr/>
        </p:nvGrpSpPr>
        <p:grpSpPr>
          <a:xfrm>
            <a:off x="10116313" y="2095687"/>
            <a:ext cx="2496312" cy="1469576"/>
            <a:chOff x="609601" y="1613087"/>
            <a:chExt cx="2496312" cy="1469576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1BD17052-F428-6F57-5605-72829B119E25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MFC-05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3882A994-4A8D-D3D0-7898-7CF9E61DAF04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MFM-01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字方塊 2">
            <a:hlinkClick r:id="rId3" action="ppaction://hlinksldjump"/>
            <a:extLst>
              <a:ext uri="{FF2B5EF4-FFF2-40B4-BE49-F238E27FC236}">
                <a16:creationId xmlns:a16="http://schemas.microsoft.com/office/drawing/2014/main" id="{05E12E6B-AD7B-7179-3C30-7DAF252EA3C6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</p:spTree>
    <p:extLst>
      <p:ext uri="{BB962C8B-B14F-4D97-AF65-F5344CB8AC3E}">
        <p14:creationId xmlns:p14="http://schemas.microsoft.com/office/powerpoint/2010/main" val="31513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0770C-B1B4-3A74-E210-315A4BB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16A0F1-0FCF-1E81-D598-CFD60649D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9697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RECIPE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A89AFC-9B64-D889-479C-9E17D902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14</a:t>
            </a:fld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D11A6E0C-9096-136A-F442-87CAD2B50B62}"/>
              </a:ext>
            </a:extLst>
          </p:cNvPr>
          <p:cNvGrpSpPr/>
          <p:nvPr/>
        </p:nvGrpSpPr>
        <p:grpSpPr>
          <a:xfrm>
            <a:off x="609601" y="2095687"/>
            <a:ext cx="2496312" cy="1469576"/>
            <a:chOff x="609601" y="1613087"/>
            <a:chExt cx="2496312" cy="1469576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B0CE0A15-7F1F-27CD-2D7B-4CCE5D2D4CCA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RCP-01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4A640C24-590A-6ACC-2E4F-8ED0263E9D38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RCP-06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494E56E1-25B7-D091-F12F-BFF287FBBDAE}"/>
              </a:ext>
            </a:extLst>
          </p:cNvPr>
          <p:cNvGrpSpPr/>
          <p:nvPr/>
        </p:nvGrpSpPr>
        <p:grpSpPr>
          <a:xfrm>
            <a:off x="2946401" y="2095687"/>
            <a:ext cx="2496312" cy="1469576"/>
            <a:chOff x="609601" y="1613087"/>
            <a:chExt cx="2496312" cy="1469576"/>
          </a:xfrm>
        </p:grpSpPr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AF4CD008-5705-18E3-FBA5-2C1B9A6AE840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RCP-02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27847A08-E4DE-0F37-5F8E-B9D464F28AD9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RCP-07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6F3DBA28-27A8-589A-4F51-6AD591B4878A}"/>
              </a:ext>
            </a:extLst>
          </p:cNvPr>
          <p:cNvGrpSpPr/>
          <p:nvPr/>
        </p:nvGrpSpPr>
        <p:grpSpPr>
          <a:xfrm>
            <a:off x="5442713" y="2095687"/>
            <a:ext cx="2496312" cy="1469576"/>
            <a:chOff x="609601" y="1613087"/>
            <a:chExt cx="2496312" cy="1469576"/>
          </a:xfrm>
        </p:grpSpPr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2E70AB7E-E7B5-DFDF-866C-0486709D6AF3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RCP-03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33CB30ED-BCB4-13C2-95C2-83E306548298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RCP-08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87FF372D-1547-B59F-C593-E0D4E27AD26D}"/>
              </a:ext>
            </a:extLst>
          </p:cNvPr>
          <p:cNvGrpSpPr/>
          <p:nvPr/>
        </p:nvGrpSpPr>
        <p:grpSpPr>
          <a:xfrm>
            <a:off x="7779513" y="2095687"/>
            <a:ext cx="2496312" cy="1469576"/>
            <a:chOff x="609601" y="1613087"/>
            <a:chExt cx="2496312" cy="1469576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B1043B7A-96C7-05EF-2E7F-A3515FE8EA3A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RCP-04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2127C40E-083E-D9D9-F326-3B935FC7BEB1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RCP-09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FCE26B2B-19DC-EA42-1742-187C2CF52223}"/>
              </a:ext>
            </a:extLst>
          </p:cNvPr>
          <p:cNvGrpSpPr/>
          <p:nvPr/>
        </p:nvGrpSpPr>
        <p:grpSpPr>
          <a:xfrm>
            <a:off x="10116313" y="2095687"/>
            <a:ext cx="2496312" cy="1469576"/>
            <a:chOff x="609601" y="1613087"/>
            <a:chExt cx="2496312" cy="1469576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67FE0985-1A47-81A7-ED2D-A1C213EA11C6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RCP-05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B05CCA7D-C6F3-8841-E8E9-4FFAEDC96D99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RCP-10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16E29BD2-72CE-EA18-F4D3-180683294CF2}"/>
              </a:ext>
            </a:extLst>
          </p:cNvPr>
          <p:cNvSpPr txBox="1"/>
          <p:nvPr/>
        </p:nvSpPr>
        <p:spPr>
          <a:xfrm>
            <a:off x="609601" y="3865289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RCP-11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1B3A2AE-5995-553B-BC70-326221C623BE}"/>
              </a:ext>
            </a:extLst>
          </p:cNvPr>
          <p:cNvSpPr txBox="1"/>
          <p:nvPr/>
        </p:nvSpPr>
        <p:spPr>
          <a:xfrm>
            <a:off x="2946401" y="386528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RCP-12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E4A2B4EA-33AF-C493-D1F9-CE615BC57CA9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</p:spTree>
    <p:extLst>
      <p:ext uri="{BB962C8B-B14F-4D97-AF65-F5344CB8AC3E}">
        <p14:creationId xmlns:p14="http://schemas.microsoft.com/office/powerpoint/2010/main" val="2266760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E9BEE-77E0-FE64-551F-6D2EA44DB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7C7CA3-C443-107F-2CEF-20F3DCEE9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9697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DB4F59-C71E-B899-6894-8403E1069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15</a:t>
            </a:fld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79ED347-C42C-A15F-C96F-B01F6C3F8E0A}"/>
              </a:ext>
            </a:extLst>
          </p:cNvPr>
          <p:cNvSpPr txBox="1"/>
          <p:nvPr/>
        </p:nvSpPr>
        <p:spPr>
          <a:xfrm>
            <a:off x="609601" y="2095687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D1123C-98F4-6A9B-C5CE-9A4CEC2EEBB2}"/>
              </a:ext>
            </a:extLst>
          </p:cNvPr>
          <p:cNvSpPr txBox="1"/>
          <p:nvPr/>
        </p:nvSpPr>
        <p:spPr>
          <a:xfrm>
            <a:off x="609601" y="298048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2B780F6-5727-BB8F-63E9-9C75066DF7BC}"/>
              </a:ext>
            </a:extLst>
          </p:cNvPr>
          <p:cNvSpPr txBox="1"/>
          <p:nvPr/>
        </p:nvSpPr>
        <p:spPr>
          <a:xfrm>
            <a:off x="2946401" y="2095687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SCRIVR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F36C890-476A-E23C-866F-EB575104F375}"/>
              </a:ext>
            </a:extLst>
          </p:cNvPr>
          <p:cNvSpPr txBox="1"/>
          <p:nvPr/>
        </p:nvSpPr>
        <p:spPr>
          <a:xfrm>
            <a:off x="2946401" y="2980488"/>
            <a:ext cx="24963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EXHUST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20F4F55-34CD-8FBB-A212-2443A2C95881}"/>
              </a:ext>
            </a:extLst>
          </p:cNvPr>
          <p:cNvSpPr txBox="1"/>
          <p:nvPr/>
        </p:nvSpPr>
        <p:spPr>
          <a:xfrm>
            <a:off x="5442712" y="2095687"/>
            <a:ext cx="26217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CHMOVR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4DEA5BB-9246-80A1-913F-15862994E63A}"/>
              </a:ext>
            </a:extLst>
          </p:cNvPr>
          <p:cNvSpPr txBox="1"/>
          <p:nvPr/>
        </p:nvSpPr>
        <p:spPr>
          <a:xfrm>
            <a:off x="5442713" y="298048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DAB9C9C-DFAD-1B3C-015B-AA0C8E888CB0}"/>
              </a:ext>
            </a:extLst>
          </p:cNvPr>
          <p:cNvSpPr txBox="1"/>
          <p:nvPr/>
        </p:nvSpPr>
        <p:spPr>
          <a:xfrm>
            <a:off x="7779513" y="2095687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388D3FB-FBAA-D4AE-9700-CB0D666E70C5}"/>
              </a:ext>
            </a:extLst>
          </p:cNvPr>
          <p:cNvSpPr txBox="1"/>
          <p:nvPr/>
        </p:nvSpPr>
        <p:spPr>
          <a:xfrm>
            <a:off x="7779513" y="298048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P-T/C1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7F3A533-8C05-5B0B-1040-6B1F6EE7DE83}"/>
              </a:ext>
            </a:extLst>
          </p:cNvPr>
          <p:cNvSpPr txBox="1"/>
          <p:nvPr/>
        </p:nvSpPr>
        <p:spPr>
          <a:xfrm>
            <a:off x="10116313" y="2095687"/>
            <a:ext cx="24963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PSDOWN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90DA59C-07F5-02B4-F856-834CD6CF39D7}"/>
              </a:ext>
            </a:extLst>
          </p:cNvPr>
          <p:cNvSpPr txBox="1"/>
          <p:nvPr/>
        </p:nvSpPr>
        <p:spPr>
          <a:xfrm>
            <a:off x="10116313" y="298048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P-T/C2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E6A1690-8ED0-8AA1-3451-D09DD0F79069}"/>
              </a:ext>
            </a:extLst>
          </p:cNvPr>
          <p:cNvSpPr txBox="1"/>
          <p:nvPr/>
        </p:nvSpPr>
        <p:spPr>
          <a:xfrm>
            <a:off x="609601" y="3865289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P-T/C3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2103A9A-2BBF-2160-0FEE-220C87024BB3}"/>
              </a:ext>
            </a:extLst>
          </p:cNvPr>
          <p:cNvSpPr txBox="1"/>
          <p:nvPr/>
        </p:nvSpPr>
        <p:spPr>
          <a:xfrm>
            <a:off x="2946401" y="3865286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P-T/C4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0DD7281-0467-FB2C-C493-28C435320853}"/>
              </a:ext>
            </a:extLst>
          </p:cNvPr>
          <p:cNvSpPr txBox="1"/>
          <p:nvPr/>
        </p:nvSpPr>
        <p:spPr>
          <a:xfrm>
            <a:off x="5442712" y="386528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P-T/C5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92DD44A-BADD-8006-C256-D0DBEB1F8E70}"/>
              </a:ext>
            </a:extLst>
          </p:cNvPr>
          <p:cNvSpPr txBox="1"/>
          <p:nvPr/>
        </p:nvSpPr>
        <p:spPr>
          <a:xfrm>
            <a:off x="7779513" y="3865287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C-T/C1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DBFB917-3EFB-1C0A-8CAC-C872CC571649}"/>
              </a:ext>
            </a:extLst>
          </p:cNvPr>
          <p:cNvSpPr txBox="1"/>
          <p:nvPr/>
        </p:nvSpPr>
        <p:spPr>
          <a:xfrm>
            <a:off x="10116313" y="3865286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C-T/C2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hlinkClick r:id="rId3" action="ppaction://hlinksldjump"/>
            <a:extLst>
              <a:ext uri="{FF2B5EF4-FFF2-40B4-BE49-F238E27FC236}">
                <a16:creationId xmlns:a16="http://schemas.microsoft.com/office/drawing/2014/main" id="{8D06A6BC-3E33-827C-BAF7-D6D5804BC163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</p:spTree>
    <p:extLst>
      <p:ext uri="{BB962C8B-B14F-4D97-AF65-F5344CB8AC3E}">
        <p14:creationId xmlns:p14="http://schemas.microsoft.com/office/powerpoint/2010/main" val="434377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4B354-18F2-041D-9398-E6C3B932B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673189-B8F5-4914-E7E8-87880CAF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A3CECE-A070-5A9E-BE97-E8B86315B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16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9DED74B3-5021-9FC9-B404-4ED3941E8BB1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E1C0DE8-C855-328F-A3AC-FFBEE576BD1F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A357F9D8-E73A-2304-C2C5-39E2E178E833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0E31CC9-B76E-68E1-1676-C875B6BD2B2D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TEMP.=_600.0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A6C8963-6FA9-41EE-E0AB-89B2BE6EAD1A}"/>
              </a:ext>
            </a:extLst>
          </p:cNvPr>
          <p:cNvSpPr txBox="1"/>
          <p:nvPr/>
        </p:nvSpPr>
        <p:spPr>
          <a:xfrm>
            <a:off x="2324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9CEE54E-3A7F-AFD8-58E4-154403AE2FE6}"/>
              </a:ext>
            </a:extLst>
          </p:cNvPr>
          <p:cNvSpPr txBox="1"/>
          <p:nvPr/>
        </p:nvSpPr>
        <p:spPr>
          <a:xfrm>
            <a:off x="4102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6DE6EDB-1388-592E-891B-8454CAD55498}"/>
              </a:ext>
            </a:extLst>
          </p:cNvPr>
          <p:cNvSpPr txBox="1"/>
          <p:nvPr/>
        </p:nvSpPr>
        <p:spPr>
          <a:xfrm>
            <a:off x="5689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63586A7-A5AE-1931-73DF-01D28E2610AA}"/>
              </a:ext>
            </a:extLst>
          </p:cNvPr>
          <p:cNvSpPr txBox="1"/>
          <p:nvPr/>
        </p:nvSpPr>
        <p:spPr>
          <a:xfrm>
            <a:off x="7467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567E758-C85F-2247-AF43-A182248AF21C}"/>
              </a:ext>
            </a:extLst>
          </p:cNvPr>
          <p:cNvSpPr txBox="1"/>
          <p:nvPr/>
        </p:nvSpPr>
        <p:spPr>
          <a:xfrm>
            <a:off x="92456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F11C3CB-3DDD-09B4-1D3A-CC6EBA36253C}"/>
              </a:ext>
            </a:extLst>
          </p:cNvPr>
          <p:cNvSpPr txBox="1"/>
          <p:nvPr/>
        </p:nvSpPr>
        <p:spPr>
          <a:xfrm>
            <a:off x="8890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PG(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IG(S)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DG(S)</a:t>
            </a:r>
          </a:p>
        </p:txBody>
      </p:sp>
    </p:spTree>
    <p:extLst>
      <p:ext uri="{BB962C8B-B14F-4D97-AF65-F5344CB8AC3E}">
        <p14:creationId xmlns:p14="http://schemas.microsoft.com/office/powerpoint/2010/main" val="1039371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390A9-14FE-EB73-09FF-7B55B495B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1A88C6-CAE5-318D-291A-D106E9AF8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CC2029-EF02-9C1F-4B2C-83FDE2C2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17</a:t>
            </a:fld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724729D-1045-239B-AC2C-313CF0B26273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3" action="ppaction://hlinksldjump"/>
            <a:extLst>
              <a:ext uri="{FF2B5EF4-FFF2-40B4-BE49-F238E27FC236}">
                <a16:creationId xmlns:a16="http://schemas.microsoft.com/office/drawing/2014/main" id="{BB9CAD41-851A-514E-2FA0-DEEEA4BFF2D8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58B276B3-5725-8852-736B-40DA70463CC7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12096C7-13F7-0164-F30F-8D87A081A257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TEMP.=_800.0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53AAD1B-9641-2E10-9A92-1E69BDFB2D71}"/>
              </a:ext>
            </a:extLst>
          </p:cNvPr>
          <p:cNvSpPr txBox="1"/>
          <p:nvPr/>
        </p:nvSpPr>
        <p:spPr>
          <a:xfrm>
            <a:off x="2324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252D4CB-877C-91B6-E056-6B59047470CD}"/>
              </a:ext>
            </a:extLst>
          </p:cNvPr>
          <p:cNvSpPr txBox="1"/>
          <p:nvPr/>
        </p:nvSpPr>
        <p:spPr>
          <a:xfrm>
            <a:off x="4102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B950C5C-804F-D65F-3407-1C78D4966859}"/>
              </a:ext>
            </a:extLst>
          </p:cNvPr>
          <p:cNvSpPr txBox="1"/>
          <p:nvPr/>
        </p:nvSpPr>
        <p:spPr>
          <a:xfrm>
            <a:off x="5689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D9E5915-A1B3-D2F0-C1E6-082C9D32FF9E}"/>
              </a:ext>
            </a:extLst>
          </p:cNvPr>
          <p:cNvSpPr txBox="1"/>
          <p:nvPr/>
        </p:nvSpPr>
        <p:spPr>
          <a:xfrm>
            <a:off x="7467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A9FF0D1-9CE7-93CE-7C02-ED70294E9025}"/>
              </a:ext>
            </a:extLst>
          </p:cNvPr>
          <p:cNvSpPr txBox="1"/>
          <p:nvPr/>
        </p:nvSpPr>
        <p:spPr>
          <a:xfrm>
            <a:off x="92456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E1260C5-F0A4-AE54-6A2B-5378FE86CCD8}"/>
              </a:ext>
            </a:extLst>
          </p:cNvPr>
          <p:cNvSpPr txBox="1"/>
          <p:nvPr/>
        </p:nvSpPr>
        <p:spPr>
          <a:xfrm>
            <a:off x="8890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PG(%)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IG(S)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DG(S)</a:t>
            </a:r>
          </a:p>
        </p:txBody>
      </p:sp>
    </p:spTree>
    <p:extLst>
      <p:ext uri="{BB962C8B-B14F-4D97-AF65-F5344CB8AC3E}">
        <p14:creationId xmlns:p14="http://schemas.microsoft.com/office/powerpoint/2010/main" val="3702220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A18DF-C704-27D6-3D13-200BBE45D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FF615D-C7E0-78BE-DCA6-EEF48890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SPIKE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9AB88E-DAD7-FA4E-CB07-2720E47E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18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EB148AC9-CF4C-8052-E09C-2E3D1151A79E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BBB0A4D-0270-9C8C-C1AF-2997C90934E4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4925BB6C-334D-2433-E2AF-8B3967F96C63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209F968-DC5E-28BF-F6BF-40E8AE11D44E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TEMP.=_600.0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B86BEDB-55E2-B40A-169E-65063F999728}"/>
              </a:ext>
            </a:extLst>
          </p:cNvPr>
          <p:cNvSpPr txBox="1"/>
          <p:nvPr/>
        </p:nvSpPr>
        <p:spPr>
          <a:xfrm>
            <a:off x="2324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A7DCDC5-AA1A-B6A6-BA03-D456DE9DB189}"/>
              </a:ext>
            </a:extLst>
          </p:cNvPr>
          <p:cNvSpPr txBox="1"/>
          <p:nvPr/>
        </p:nvSpPr>
        <p:spPr>
          <a:xfrm>
            <a:off x="4102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DDBE68F-B625-6F25-DEC4-AE8E93BD1E25}"/>
              </a:ext>
            </a:extLst>
          </p:cNvPr>
          <p:cNvSpPr txBox="1"/>
          <p:nvPr/>
        </p:nvSpPr>
        <p:spPr>
          <a:xfrm>
            <a:off x="5689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38DDAE0-C4A2-5C36-A2E4-C16B7BA2FE95}"/>
              </a:ext>
            </a:extLst>
          </p:cNvPr>
          <p:cNvSpPr txBox="1"/>
          <p:nvPr/>
        </p:nvSpPr>
        <p:spPr>
          <a:xfrm>
            <a:off x="7467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6B85FE2-526B-F43F-5BF1-C4F05A8EB403}"/>
              </a:ext>
            </a:extLst>
          </p:cNvPr>
          <p:cNvSpPr txBox="1"/>
          <p:nvPr/>
        </p:nvSpPr>
        <p:spPr>
          <a:xfrm>
            <a:off x="92456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A8A80B9-0F4F-DF44-A053-FC99415BCAAC}"/>
              </a:ext>
            </a:extLst>
          </p:cNvPr>
          <p:cNvSpPr txBox="1"/>
          <p:nvPr/>
        </p:nvSpPr>
        <p:spPr>
          <a:xfrm>
            <a:off x="8890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PG(%)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IG(S)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DG(S)</a:t>
            </a:r>
          </a:p>
        </p:txBody>
      </p:sp>
    </p:spTree>
    <p:extLst>
      <p:ext uri="{BB962C8B-B14F-4D97-AF65-F5344CB8AC3E}">
        <p14:creationId xmlns:p14="http://schemas.microsoft.com/office/powerpoint/2010/main" val="3408977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68C42-5BB3-2D36-025E-F22718174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E5DE3-FE7F-5C37-BBEB-2A0BCD9F6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SPIKE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369CB0-56FD-ECD0-210A-DFA8335A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19</a:t>
            </a:fld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E0CE8DE-5F82-03DF-AA29-6F288B3EB03B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3" action="ppaction://hlinksldjump"/>
            <a:extLst>
              <a:ext uri="{FF2B5EF4-FFF2-40B4-BE49-F238E27FC236}">
                <a16:creationId xmlns:a16="http://schemas.microsoft.com/office/drawing/2014/main" id="{C690CA9B-2ACC-544A-935A-51B3DD356ED4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775C1155-A911-12D0-6221-DD3346634088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87200BB-2144-5CC3-78ED-8499CD026205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TEMP.=_800.0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7E3D581-DE79-3E02-89C9-2EACD5003B89}"/>
              </a:ext>
            </a:extLst>
          </p:cNvPr>
          <p:cNvSpPr txBox="1"/>
          <p:nvPr/>
        </p:nvSpPr>
        <p:spPr>
          <a:xfrm>
            <a:off x="2324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7B5E2F9-B4D2-3E70-53BA-4ED88F590366}"/>
              </a:ext>
            </a:extLst>
          </p:cNvPr>
          <p:cNvSpPr txBox="1"/>
          <p:nvPr/>
        </p:nvSpPr>
        <p:spPr>
          <a:xfrm>
            <a:off x="4102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B5259C5-AAF5-887B-12CD-EF2B4062DB15}"/>
              </a:ext>
            </a:extLst>
          </p:cNvPr>
          <p:cNvSpPr txBox="1"/>
          <p:nvPr/>
        </p:nvSpPr>
        <p:spPr>
          <a:xfrm>
            <a:off x="5689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867A4CF-0097-18C5-BC48-D3BEF1F553FD}"/>
              </a:ext>
            </a:extLst>
          </p:cNvPr>
          <p:cNvSpPr txBox="1"/>
          <p:nvPr/>
        </p:nvSpPr>
        <p:spPr>
          <a:xfrm>
            <a:off x="7467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14F2A2C-7C76-7103-D140-A301ECF9CC3B}"/>
              </a:ext>
            </a:extLst>
          </p:cNvPr>
          <p:cNvSpPr txBox="1"/>
          <p:nvPr/>
        </p:nvSpPr>
        <p:spPr>
          <a:xfrm>
            <a:off x="92456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894FF62-C89D-32DB-DE5A-B107D09D43B7}"/>
              </a:ext>
            </a:extLst>
          </p:cNvPr>
          <p:cNvSpPr txBox="1"/>
          <p:nvPr/>
        </p:nvSpPr>
        <p:spPr>
          <a:xfrm>
            <a:off x="8890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PG(%)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IG(S)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DG(S)</a:t>
            </a:r>
          </a:p>
        </p:txBody>
      </p:sp>
    </p:spTree>
    <p:extLst>
      <p:ext uri="{BB962C8B-B14F-4D97-AF65-F5344CB8AC3E}">
        <p14:creationId xmlns:p14="http://schemas.microsoft.com/office/powerpoint/2010/main" val="1198178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A8DD8-D489-D9F3-14AD-5C8876238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F22C5B-F9E0-B8F9-3872-A1A1F133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WATCH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A23CD0-BFBA-2D05-D45C-ED426F04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20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EF45AACD-9238-BCC5-0510-6AFB42C241E6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4" action="ppaction://hlinksldjump"/>
            <a:extLst>
              <a:ext uri="{FF2B5EF4-FFF2-40B4-BE49-F238E27FC236}">
                <a16:creationId xmlns:a16="http://schemas.microsoft.com/office/drawing/2014/main" id="{7640C139-A773-B33F-4C81-4331B5BD2DA0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5" action="ppaction://hlinksldjump"/>
            <a:extLst>
              <a:ext uri="{FF2B5EF4-FFF2-40B4-BE49-F238E27FC236}">
                <a16:creationId xmlns:a16="http://schemas.microsoft.com/office/drawing/2014/main" id="{ACB651EF-70F1-D16C-2CE0-D3E8269A88AD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719E950-AF19-EE71-78DA-7A8366830DE8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TEMP.=_600.0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E478077-B449-6A53-1EB8-D0B746AE300B}"/>
              </a:ext>
            </a:extLst>
          </p:cNvPr>
          <p:cNvSpPr txBox="1"/>
          <p:nvPr/>
        </p:nvSpPr>
        <p:spPr>
          <a:xfrm>
            <a:off x="2324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A412B7E-422D-0AA7-1230-4AF476969D8C}"/>
              </a:ext>
            </a:extLst>
          </p:cNvPr>
          <p:cNvSpPr txBox="1"/>
          <p:nvPr/>
        </p:nvSpPr>
        <p:spPr>
          <a:xfrm>
            <a:off x="4102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8D617B8-FCC3-5358-8900-3E99CD426059}"/>
              </a:ext>
            </a:extLst>
          </p:cNvPr>
          <p:cNvSpPr txBox="1"/>
          <p:nvPr/>
        </p:nvSpPr>
        <p:spPr>
          <a:xfrm>
            <a:off x="5689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A8ED05B-F995-19FC-E8CC-9B900C01FA9F}"/>
              </a:ext>
            </a:extLst>
          </p:cNvPr>
          <p:cNvSpPr txBox="1"/>
          <p:nvPr/>
        </p:nvSpPr>
        <p:spPr>
          <a:xfrm>
            <a:off x="7467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8FDFDD0-6F58-AC5C-B13F-449A1D075631}"/>
              </a:ext>
            </a:extLst>
          </p:cNvPr>
          <p:cNvSpPr txBox="1"/>
          <p:nvPr/>
        </p:nvSpPr>
        <p:spPr>
          <a:xfrm>
            <a:off x="92456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80DA29F-4F9E-1E58-DE6F-D62A6C7EFED1}"/>
              </a:ext>
            </a:extLst>
          </p:cNvPr>
          <p:cNvSpPr txBox="1"/>
          <p:nvPr/>
        </p:nvSpPr>
        <p:spPr>
          <a:xfrm>
            <a:off x="8890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DELEY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354375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ED7DB-F0C4-8AC0-A517-087879348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A00F0A-32B0-C15B-889E-C3CD15A8B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WATCH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A9D4B7-8006-7687-DAB0-5C60E33C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21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E2BBD4AE-9A2A-4473-017C-8C662CAD906C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4" action="ppaction://hlinksldjump"/>
            <a:extLst>
              <a:ext uri="{FF2B5EF4-FFF2-40B4-BE49-F238E27FC236}">
                <a16:creationId xmlns:a16="http://schemas.microsoft.com/office/drawing/2014/main" id="{AFCEE192-39C0-1550-8A3C-E396281E9111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5" action="ppaction://hlinksldjump"/>
            <a:extLst>
              <a:ext uri="{FF2B5EF4-FFF2-40B4-BE49-F238E27FC236}">
                <a16:creationId xmlns:a16="http://schemas.microsoft.com/office/drawing/2014/main" id="{FC306C19-13F9-9EB0-34E6-F35F5D244EE6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ACD764-0D53-565F-5585-AA27A9EC468C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TEMP.=_700.0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05A8001-F211-B7E3-DFF3-8BD1D3D41B93}"/>
              </a:ext>
            </a:extLst>
          </p:cNvPr>
          <p:cNvSpPr txBox="1"/>
          <p:nvPr/>
        </p:nvSpPr>
        <p:spPr>
          <a:xfrm>
            <a:off x="2324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CB213FE-8B1E-E117-5A93-6B8C328B7F8E}"/>
              </a:ext>
            </a:extLst>
          </p:cNvPr>
          <p:cNvSpPr txBox="1"/>
          <p:nvPr/>
        </p:nvSpPr>
        <p:spPr>
          <a:xfrm>
            <a:off x="4102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857D323-390D-F39D-C812-4F6A704FCC80}"/>
              </a:ext>
            </a:extLst>
          </p:cNvPr>
          <p:cNvSpPr txBox="1"/>
          <p:nvPr/>
        </p:nvSpPr>
        <p:spPr>
          <a:xfrm>
            <a:off x="5689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2221A33-790A-E925-A0D3-C801C77002DA}"/>
              </a:ext>
            </a:extLst>
          </p:cNvPr>
          <p:cNvSpPr txBox="1"/>
          <p:nvPr/>
        </p:nvSpPr>
        <p:spPr>
          <a:xfrm>
            <a:off x="7467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2F903B2-B158-0AF3-4B55-83A1F6D4E4F9}"/>
              </a:ext>
            </a:extLst>
          </p:cNvPr>
          <p:cNvSpPr txBox="1"/>
          <p:nvPr/>
        </p:nvSpPr>
        <p:spPr>
          <a:xfrm>
            <a:off x="92456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306A605-26EE-6D33-A7B6-C166AFA70EE1}"/>
              </a:ext>
            </a:extLst>
          </p:cNvPr>
          <p:cNvSpPr txBox="1"/>
          <p:nvPr/>
        </p:nvSpPr>
        <p:spPr>
          <a:xfrm>
            <a:off x="8890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DELEY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635635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579E-E2CD-0ACA-FE5B-057669EB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8F50F5-285F-53C9-BAAD-761142EE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WATCH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627524-E561-B52C-040F-086FDFE3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22</a:t>
            </a:fld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A5FA174-13E3-A1A1-86C7-2C832B2852D6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3" action="ppaction://hlinksldjump"/>
            <a:extLst>
              <a:ext uri="{FF2B5EF4-FFF2-40B4-BE49-F238E27FC236}">
                <a16:creationId xmlns:a16="http://schemas.microsoft.com/office/drawing/2014/main" id="{084BFF32-4EB8-70ED-679B-48D0955F89F7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C6A03C6D-42CD-C386-3B2F-9F95459855C4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2CFD816-CFEB-AFEF-D802-A3F233542B69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TEMP.=_800.0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BF9CCB9-CB8B-CAD2-9C0C-E8C70A5D10BE}"/>
              </a:ext>
            </a:extLst>
          </p:cNvPr>
          <p:cNvSpPr txBox="1"/>
          <p:nvPr/>
        </p:nvSpPr>
        <p:spPr>
          <a:xfrm>
            <a:off x="2324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4643698-BF2B-5D8A-486B-3A3F68D328CA}"/>
              </a:ext>
            </a:extLst>
          </p:cNvPr>
          <p:cNvSpPr txBox="1"/>
          <p:nvPr/>
        </p:nvSpPr>
        <p:spPr>
          <a:xfrm>
            <a:off x="4102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95B1AEA-FF70-E7D7-ECA9-A5E1E4B245E1}"/>
              </a:ext>
            </a:extLst>
          </p:cNvPr>
          <p:cNvSpPr txBox="1"/>
          <p:nvPr/>
        </p:nvSpPr>
        <p:spPr>
          <a:xfrm>
            <a:off x="5689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6A5133A-7337-79DE-940D-E3A9E739EBEF}"/>
              </a:ext>
            </a:extLst>
          </p:cNvPr>
          <p:cNvSpPr txBox="1"/>
          <p:nvPr/>
        </p:nvSpPr>
        <p:spPr>
          <a:xfrm>
            <a:off x="7467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C693518-2D8E-B48A-EE05-BF103C53F218}"/>
              </a:ext>
            </a:extLst>
          </p:cNvPr>
          <p:cNvSpPr txBox="1"/>
          <p:nvPr/>
        </p:nvSpPr>
        <p:spPr>
          <a:xfrm>
            <a:off x="92456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AE389C4-C30A-637E-43BB-5CB1A13B032C}"/>
              </a:ext>
            </a:extLst>
          </p:cNvPr>
          <p:cNvSpPr txBox="1"/>
          <p:nvPr/>
        </p:nvSpPr>
        <p:spPr>
          <a:xfrm>
            <a:off x="8890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DELEY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623060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B7DA8-F864-5577-BC9C-80A82206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FD551E-40FC-FBF8-3C55-85E91D3D4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WATCH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0DD773-7A13-0404-053B-E8AF7E2B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23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187677F3-0F60-10CA-1897-8CC24EBC035D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4" action="ppaction://hlinksldjump"/>
            <a:extLst>
              <a:ext uri="{FF2B5EF4-FFF2-40B4-BE49-F238E27FC236}">
                <a16:creationId xmlns:a16="http://schemas.microsoft.com/office/drawing/2014/main" id="{F6F826A6-C4A4-3FFE-675C-963FE52CFCF3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5" action="ppaction://hlinksldjump"/>
            <a:extLst>
              <a:ext uri="{FF2B5EF4-FFF2-40B4-BE49-F238E27FC236}">
                <a16:creationId xmlns:a16="http://schemas.microsoft.com/office/drawing/2014/main" id="{68FD12B5-35D1-53F8-EF12-0B2C40F86C93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396627D-04C5-C986-717D-E55AFA3003A6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TEMP.=_600.0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3B30A87-8834-09C3-81BE-A67C30DC3D57}"/>
              </a:ext>
            </a:extLst>
          </p:cNvPr>
          <p:cNvSpPr txBox="1"/>
          <p:nvPr/>
        </p:nvSpPr>
        <p:spPr>
          <a:xfrm>
            <a:off x="2324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BD9D767-3CD6-6643-E013-33501E48F74C}"/>
              </a:ext>
            </a:extLst>
          </p:cNvPr>
          <p:cNvSpPr txBox="1"/>
          <p:nvPr/>
        </p:nvSpPr>
        <p:spPr>
          <a:xfrm>
            <a:off x="4102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6E396F6-6BA2-0FD9-7B9D-00644888192E}"/>
              </a:ext>
            </a:extLst>
          </p:cNvPr>
          <p:cNvSpPr txBox="1"/>
          <p:nvPr/>
        </p:nvSpPr>
        <p:spPr>
          <a:xfrm>
            <a:off x="5689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31DBBC6-CA9D-F7DC-2F62-9F2DEE5D3D4C}"/>
              </a:ext>
            </a:extLst>
          </p:cNvPr>
          <p:cNvSpPr txBox="1"/>
          <p:nvPr/>
        </p:nvSpPr>
        <p:spPr>
          <a:xfrm>
            <a:off x="7467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54C7C02-6432-F8CB-EF78-BB5969BFD56B}"/>
              </a:ext>
            </a:extLst>
          </p:cNvPr>
          <p:cNvSpPr txBox="1"/>
          <p:nvPr/>
        </p:nvSpPr>
        <p:spPr>
          <a:xfrm>
            <a:off x="92456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41E50C8-494E-009D-D534-690278FAB899}"/>
              </a:ext>
            </a:extLst>
          </p:cNvPr>
          <p:cNvSpPr txBox="1"/>
          <p:nvPr/>
        </p:nvSpPr>
        <p:spPr>
          <a:xfrm>
            <a:off x="8890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DELEY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553684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8F488-D8BD-BA14-9ACF-BB2AA0D0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1F0F76-318E-BE38-1D66-89EABA8A2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WATCH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0F2626-B992-4305-B30B-394A2C99D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24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A022E90E-4C46-B09B-0BDF-509640C99405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4" action="ppaction://hlinksldjump"/>
            <a:extLst>
              <a:ext uri="{FF2B5EF4-FFF2-40B4-BE49-F238E27FC236}">
                <a16:creationId xmlns:a16="http://schemas.microsoft.com/office/drawing/2014/main" id="{F9C3D0FB-8D48-593D-B6BB-0301BCA33810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5" action="ppaction://hlinksldjump"/>
            <a:extLst>
              <a:ext uri="{FF2B5EF4-FFF2-40B4-BE49-F238E27FC236}">
                <a16:creationId xmlns:a16="http://schemas.microsoft.com/office/drawing/2014/main" id="{AED81AB8-149C-B23F-F516-C0E73AFAE7DF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26CF4C3-0FC6-F7FC-F03C-25E5A95A10DB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TEMP.=_700.0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558AB1C-D4FC-93AD-49A6-6F2E46588C29}"/>
              </a:ext>
            </a:extLst>
          </p:cNvPr>
          <p:cNvSpPr txBox="1"/>
          <p:nvPr/>
        </p:nvSpPr>
        <p:spPr>
          <a:xfrm>
            <a:off x="2324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E5BA164-91C2-70C9-9AE5-5071210C98B3}"/>
              </a:ext>
            </a:extLst>
          </p:cNvPr>
          <p:cNvSpPr txBox="1"/>
          <p:nvPr/>
        </p:nvSpPr>
        <p:spPr>
          <a:xfrm>
            <a:off x="4102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6F4F03C-942A-CCAB-06C3-87A940749DA5}"/>
              </a:ext>
            </a:extLst>
          </p:cNvPr>
          <p:cNvSpPr txBox="1"/>
          <p:nvPr/>
        </p:nvSpPr>
        <p:spPr>
          <a:xfrm>
            <a:off x="5689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C7DBF72-8655-BB0F-6845-CFCA96220BD6}"/>
              </a:ext>
            </a:extLst>
          </p:cNvPr>
          <p:cNvSpPr txBox="1"/>
          <p:nvPr/>
        </p:nvSpPr>
        <p:spPr>
          <a:xfrm>
            <a:off x="7467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AEA456A-5DAB-175A-BA4B-3DD6E3DD7B52}"/>
              </a:ext>
            </a:extLst>
          </p:cNvPr>
          <p:cNvSpPr txBox="1"/>
          <p:nvPr/>
        </p:nvSpPr>
        <p:spPr>
          <a:xfrm>
            <a:off x="92456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7ABEE9F-EC3F-E991-58B8-5014DC2D7513}"/>
              </a:ext>
            </a:extLst>
          </p:cNvPr>
          <p:cNvSpPr txBox="1"/>
          <p:nvPr/>
        </p:nvSpPr>
        <p:spPr>
          <a:xfrm>
            <a:off x="8890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DELEY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89464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51423-7D0C-809D-F38A-D4A43312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E70D5-1973-DF33-CDD7-E8833D5A1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WATCH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95FF2B-6943-F937-B731-8BAC27CAF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25</a:t>
            </a:fld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3F4CCFE-E61D-DF5D-68B3-11767102ED2F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3" action="ppaction://hlinksldjump"/>
            <a:extLst>
              <a:ext uri="{FF2B5EF4-FFF2-40B4-BE49-F238E27FC236}">
                <a16:creationId xmlns:a16="http://schemas.microsoft.com/office/drawing/2014/main" id="{A58575FD-1AAD-0248-116A-9CE1BBE34855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53F6FAD9-D209-54E8-586C-B7C33FF1AA63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30A62D-281D-93C6-8E2A-46C9524102B2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TEMP.=_800.0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C3E7168-2B31-AC67-9757-BA8D63017703}"/>
              </a:ext>
            </a:extLst>
          </p:cNvPr>
          <p:cNvSpPr txBox="1"/>
          <p:nvPr/>
        </p:nvSpPr>
        <p:spPr>
          <a:xfrm>
            <a:off x="2324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CA0BF9B-14A7-89AF-7816-C5FC9B313F46}"/>
              </a:ext>
            </a:extLst>
          </p:cNvPr>
          <p:cNvSpPr txBox="1"/>
          <p:nvPr/>
        </p:nvSpPr>
        <p:spPr>
          <a:xfrm>
            <a:off x="4102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CBAA17D-F4EF-B18D-46E7-9829C30E0ED6}"/>
              </a:ext>
            </a:extLst>
          </p:cNvPr>
          <p:cNvSpPr txBox="1"/>
          <p:nvPr/>
        </p:nvSpPr>
        <p:spPr>
          <a:xfrm>
            <a:off x="5689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885A128-67F1-D150-A244-212B20DCF4AC}"/>
              </a:ext>
            </a:extLst>
          </p:cNvPr>
          <p:cNvSpPr txBox="1"/>
          <p:nvPr/>
        </p:nvSpPr>
        <p:spPr>
          <a:xfrm>
            <a:off x="7467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A7BB392-F9A4-8680-0A02-1C8720DAA333}"/>
              </a:ext>
            </a:extLst>
          </p:cNvPr>
          <p:cNvSpPr txBox="1"/>
          <p:nvPr/>
        </p:nvSpPr>
        <p:spPr>
          <a:xfrm>
            <a:off x="92456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325C174-C396-D11D-4BA3-72C4A6671F06}"/>
              </a:ext>
            </a:extLst>
          </p:cNvPr>
          <p:cNvSpPr txBox="1"/>
          <p:nvPr/>
        </p:nvSpPr>
        <p:spPr>
          <a:xfrm>
            <a:off x="8890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DELEY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853708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DDA08-3AB1-8F2A-4C38-FC6E04C21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328B60-3F82-B6F5-CF83-FA3F067FE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PADDLE CALIBRATION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037797-F4D9-5C76-18D8-DB0D16646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26</a:t>
            </a:fld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348C320-B17E-D942-2564-E02476AB85D4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FC50159-6FBB-98E4-EA90-39EFC9D8AFAA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9693A8F6-B486-BBD8-5DB3-6B8613677C0A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A1BA51D-E65E-ECDC-800E-6CA34A90E93A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E04D3B5-1616-4685-24F3-7E2EDFB5CD67}"/>
              </a:ext>
            </a:extLst>
          </p:cNvPr>
          <p:cNvSpPr txBox="1"/>
          <p:nvPr/>
        </p:nvSpPr>
        <p:spPr>
          <a:xfrm>
            <a:off x="2324100" y="2630567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-160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C2D64F6-91A5-20C2-86A4-29FB41B7A0A0}"/>
              </a:ext>
            </a:extLst>
          </p:cNvPr>
          <p:cNvSpPr txBox="1"/>
          <p:nvPr/>
        </p:nvSpPr>
        <p:spPr>
          <a:xfrm>
            <a:off x="4102100" y="2630567"/>
            <a:ext cx="177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-047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1B3E3D1-F991-9C51-D6B8-55FA8306F1AE}"/>
              </a:ext>
            </a:extLst>
          </p:cNvPr>
          <p:cNvSpPr txBox="1"/>
          <p:nvPr/>
        </p:nvSpPr>
        <p:spPr>
          <a:xfrm>
            <a:off x="5689600" y="2630567"/>
            <a:ext cx="177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-016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0C2192A-C9DB-899E-96B7-1C04971F7F60}"/>
              </a:ext>
            </a:extLst>
          </p:cNvPr>
          <p:cNvSpPr txBox="1"/>
          <p:nvPr/>
        </p:nvSpPr>
        <p:spPr>
          <a:xfrm>
            <a:off x="7467600" y="2630567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82A5004-4717-1E56-B39A-FE895B27FEF0}"/>
              </a:ext>
            </a:extLst>
          </p:cNvPr>
          <p:cNvSpPr txBox="1"/>
          <p:nvPr/>
        </p:nvSpPr>
        <p:spPr>
          <a:xfrm>
            <a:off x="9245600" y="2630566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E0F8347-2D9E-2ED4-EBA8-B278AD443CF8}"/>
              </a:ext>
            </a:extLst>
          </p:cNvPr>
          <p:cNvSpPr txBox="1"/>
          <p:nvPr/>
        </p:nvSpPr>
        <p:spPr>
          <a:xfrm>
            <a:off x="889000" y="2630566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UVOLT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431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7FEEB-9EE2-B74E-34A3-CF706F47E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1C6C2F-BDD9-0DE6-29F1-27CAE322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RATIO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DATA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F623FB-9266-2759-2902-B36951851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27</a:t>
            </a:fld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3A22AA6-3C29-6953-9685-861582F111A5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97A3C5E-9AEB-396A-9ED4-C891063F479A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4F6FE8BC-425B-127F-AD01-9993D5D944F9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6216C3D-69B7-01F2-E138-0183F8C771A7}"/>
              </a:ext>
            </a:extLst>
          </p:cNvPr>
          <p:cNvSpPr txBox="1"/>
          <p:nvPr/>
        </p:nvSpPr>
        <p:spPr>
          <a:xfrm>
            <a:off x="723900" y="1448593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 -  CURRENT TEMP. = _500.0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5A2D806-62A1-B274-1D85-2A8BAFCB1B08}"/>
              </a:ext>
            </a:extLst>
          </p:cNvPr>
          <p:cNvSpPr txBox="1"/>
          <p:nvPr/>
        </p:nvSpPr>
        <p:spPr>
          <a:xfrm>
            <a:off x="2324100" y="2630567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80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AF0A073-12CB-BA54-DB25-F41EC608B8A3}"/>
              </a:ext>
            </a:extLst>
          </p:cNvPr>
          <p:cNvSpPr txBox="1"/>
          <p:nvPr/>
        </p:nvSpPr>
        <p:spPr>
          <a:xfrm>
            <a:off x="4102100" y="2630567"/>
            <a:ext cx="177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80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1923DB2-8E6D-6225-8710-4EFAE12AA2EF}"/>
              </a:ext>
            </a:extLst>
          </p:cNvPr>
          <p:cNvSpPr txBox="1"/>
          <p:nvPr/>
        </p:nvSpPr>
        <p:spPr>
          <a:xfrm>
            <a:off x="5689600" y="2630567"/>
            <a:ext cx="177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80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EFB9844-005D-A0A3-8BCF-A159B2FAB4C7}"/>
              </a:ext>
            </a:extLst>
          </p:cNvPr>
          <p:cNvSpPr txBox="1"/>
          <p:nvPr/>
        </p:nvSpPr>
        <p:spPr>
          <a:xfrm>
            <a:off x="7467600" y="2630567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80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04F090A-DA74-0996-CBE4-3F720B0D256B}"/>
              </a:ext>
            </a:extLst>
          </p:cNvPr>
          <p:cNvSpPr txBox="1"/>
          <p:nvPr/>
        </p:nvSpPr>
        <p:spPr>
          <a:xfrm>
            <a:off x="9245600" y="2630566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267C84C-20A7-866D-527B-A7C4A270D0A0}"/>
              </a:ext>
            </a:extLst>
          </p:cNvPr>
          <p:cNvSpPr txBox="1"/>
          <p:nvPr/>
        </p:nvSpPr>
        <p:spPr>
          <a:xfrm>
            <a:off x="889000" y="2630566"/>
            <a:ext cx="177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(%)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4990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C1C9-7E35-330F-919B-A076AE430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576CDD-3DB7-1D7E-1839-E9FACE9F0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MFC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MAX/LIMIT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AA6775-6F64-1A46-B2A2-110CA177A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28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15CF62CC-27D1-0FBA-886B-E0125BE74CCF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4B11BA05-9A35-1F16-1B54-ADD096513F4A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53B1D3B7-6970-D752-7573-535E976788AE}"/>
              </a:ext>
            </a:extLst>
          </p:cNvPr>
          <p:cNvGrpSpPr/>
          <p:nvPr/>
        </p:nvGrpSpPr>
        <p:grpSpPr>
          <a:xfrm>
            <a:off x="787400" y="2033665"/>
            <a:ext cx="10199624" cy="4401206"/>
            <a:chOff x="787400" y="2630565"/>
            <a:chExt cx="10199624" cy="4401206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A5A2B3D-3BA1-C964-DDDB-E238A212AFBB}"/>
                </a:ext>
              </a:extLst>
            </p:cNvPr>
            <p:cNvSpPr txBox="1"/>
            <p:nvPr/>
          </p:nvSpPr>
          <p:spPr>
            <a:xfrm>
              <a:off x="2324100" y="2630567"/>
              <a:ext cx="1778000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(MAX)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AF7364CB-FA65-8F84-EF83-A3FA1AD16DF0}"/>
                </a:ext>
              </a:extLst>
            </p:cNvPr>
            <p:cNvSpPr txBox="1"/>
            <p:nvPr/>
          </p:nvSpPr>
          <p:spPr>
            <a:xfrm>
              <a:off x="4102100" y="2630567"/>
              <a:ext cx="1778000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(LIMIT)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689E6F15-BB39-7929-6780-308FB32D192F}"/>
                </a:ext>
              </a:extLst>
            </p:cNvPr>
            <p:cNvSpPr txBox="1"/>
            <p:nvPr/>
          </p:nvSpPr>
          <p:spPr>
            <a:xfrm>
              <a:off x="787400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MFC-01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MFC-03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MFC-05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MFC-07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802F6849-9122-62CB-3CB1-2366E800F2D8}"/>
                </a:ext>
              </a:extLst>
            </p:cNvPr>
            <p:cNvSpPr txBox="1"/>
            <p:nvPr/>
          </p:nvSpPr>
          <p:spPr>
            <a:xfrm>
              <a:off x="7431024" y="2630566"/>
              <a:ext cx="1778000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(MAX)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F8F03723-B1CE-327E-D6E3-908A46EAF0EA}"/>
                </a:ext>
              </a:extLst>
            </p:cNvPr>
            <p:cNvSpPr txBox="1"/>
            <p:nvPr/>
          </p:nvSpPr>
          <p:spPr>
            <a:xfrm>
              <a:off x="9209024" y="2630566"/>
              <a:ext cx="1778000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(LIMIT)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40577EBB-5DA4-7FFF-04F0-73ACA81A7A5E}"/>
                </a:ext>
              </a:extLst>
            </p:cNvPr>
            <p:cNvSpPr txBox="1"/>
            <p:nvPr/>
          </p:nvSpPr>
          <p:spPr>
            <a:xfrm>
              <a:off x="5894324" y="2630565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MFC-02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MFC-04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MFC-06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MFC-08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5456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2BAF5-9FE0-C951-04E0-E06FF2FD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807BCA-5D26-413B-7D3C-DDB0C768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MFC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MAX/LIMIT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B2228B-1342-E306-85ED-ADE4F295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29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17F509EF-9C36-9BB6-E247-7BDAC2305485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310ACD40-BB05-0C7A-C442-233EE05FD51B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FC2BB373-EC65-AA04-B12B-518A3528A517}"/>
              </a:ext>
            </a:extLst>
          </p:cNvPr>
          <p:cNvGrpSpPr/>
          <p:nvPr/>
        </p:nvGrpSpPr>
        <p:grpSpPr>
          <a:xfrm>
            <a:off x="787400" y="2033665"/>
            <a:ext cx="10199624" cy="4401206"/>
            <a:chOff x="787400" y="2630565"/>
            <a:chExt cx="10199624" cy="4401206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728D931-FDD6-FC00-4E84-F1D4921E3847}"/>
                </a:ext>
              </a:extLst>
            </p:cNvPr>
            <p:cNvSpPr txBox="1"/>
            <p:nvPr/>
          </p:nvSpPr>
          <p:spPr>
            <a:xfrm>
              <a:off x="2324100" y="2630567"/>
              <a:ext cx="1778000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(MAX)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AAF28544-E1F9-F5A3-C20E-731C5E6A6BE8}"/>
                </a:ext>
              </a:extLst>
            </p:cNvPr>
            <p:cNvSpPr txBox="1"/>
            <p:nvPr/>
          </p:nvSpPr>
          <p:spPr>
            <a:xfrm>
              <a:off x="4102100" y="2630567"/>
              <a:ext cx="1778000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(LIMIT)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8684A658-6373-37BE-72FA-E13E96BF415D}"/>
                </a:ext>
              </a:extLst>
            </p:cNvPr>
            <p:cNvSpPr txBox="1"/>
            <p:nvPr/>
          </p:nvSpPr>
          <p:spPr>
            <a:xfrm>
              <a:off x="787400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MFC-09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MFM-02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MFM-04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MFC-07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3F953CF7-EF57-DF46-7366-C137360D4FEB}"/>
                </a:ext>
              </a:extLst>
            </p:cNvPr>
            <p:cNvSpPr txBox="1"/>
            <p:nvPr/>
          </p:nvSpPr>
          <p:spPr>
            <a:xfrm>
              <a:off x="7431024" y="2630566"/>
              <a:ext cx="1778000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(MAX)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4095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69CCFD1E-27CF-700D-2C9E-88C091BA69B8}"/>
                </a:ext>
              </a:extLst>
            </p:cNvPr>
            <p:cNvSpPr txBox="1"/>
            <p:nvPr/>
          </p:nvSpPr>
          <p:spPr>
            <a:xfrm>
              <a:off x="9209024" y="2630566"/>
              <a:ext cx="1778000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(LIMIT)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5000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4095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15BAA0D6-0BB9-EDFB-5AE2-1A2F2E467E46}"/>
                </a:ext>
              </a:extLst>
            </p:cNvPr>
            <p:cNvSpPr txBox="1"/>
            <p:nvPr/>
          </p:nvSpPr>
          <p:spPr>
            <a:xfrm>
              <a:off x="5894324" y="2630565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MFM-01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MFM-03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MFM-05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APC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1506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C61DB-7C66-2CB6-D4BE-78E186855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0462CA-7132-E1A6-58E6-1657A1BF0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MFC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(%)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(SEC)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7A2696-E0BE-64F3-812F-72AAFE8F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30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138BA08E-A4F1-FDBA-DB29-1A7BD284F0A2}"/>
              </a:ext>
            </a:extLst>
          </p:cNvPr>
          <p:cNvSpPr txBox="1"/>
          <p:nvPr/>
        </p:nvSpPr>
        <p:spPr>
          <a:xfrm>
            <a:off x="10098024" y="591003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F42EC346-38B6-9B6D-D798-6C2EAF808585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C946190-52CC-CBDC-7DAE-83AA0CCE4823}"/>
              </a:ext>
            </a:extLst>
          </p:cNvPr>
          <p:cNvGrpSpPr/>
          <p:nvPr/>
        </p:nvGrpSpPr>
        <p:grpSpPr>
          <a:xfrm>
            <a:off x="787400" y="2033665"/>
            <a:ext cx="10199624" cy="4401207"/>
            <a:chOff x="787400" y="2630565"/>
            <a:chExt cx="10199624" cy="4401207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97D37BBF-F0D9-BDE1-E5B4-6A556426D96C}"/>
                </a:ext>
              </a:extLst>
            </p:cNvPr>
            <p:cNvSpPr txBox="1"/>
            <p:nvPr/>
          </p:nvSpPr>
          <p:spPr>
            <a:xfrm>
              <a:off x="2324100" y="2630567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(ZONE)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3AA4F2BF-8852-E302-0994-57D80669F2F3}"/>
                </a:ext>
              </a:extLst>
            </p:cNvPr>
            <p:cNvSpPr txBox="1"/>
            <p:nvPr/>
          </p:nvSpPr>
          <p:spPr>
            <a:xfrm>
              <a:off x="4102100" y="2630567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(TIME)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A59A5C46-1187-02D5-F309-B8B0CD2FC5D4}"/>
                </a:ext>
              </a:extLst>
            </p:cNvPr>
            <p:cNvSpPr txBox="1"/>
            <p:nvPr/>
          </p:nvSpPr>
          <p:spPr>
            <a:xfrm>
              <a:off x="787400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MFC-01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MFC-03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MFC-05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MFC-07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B1EA928-9CA6-D2F3-339C-EA2E924C7ACE}"/>
                </a:ext>
              </a:extLst>
            </p:cNvPr>
            <p:cNvSpPr txBox="1"/>
            <p:nvPr/>
          </p:nvSpPr>
          <p:spPr>
            <a:xfrm>
              <a:off x="7431024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(ZONE)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EE453CC2-9EC0-1582-AA5A-0F9BB9E16125}"/>
                </a:ext>
              </a:extLst>
            </p:cNvPr>
            <p:cNvSpPr txBox="1"/>
            <p:nvPr/>
          </p:nvSpPr>
          <p:spPr>
            <a:xfrm>
              <a:off x="9209024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(TIME)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C77530E4-D060-5E19-72CE-DE61B9BC6FEC}"/>
                </a:ext>
              </a:extLst>
            </p:cNvPr>
            <p:cNvSpPr txBox="1"/>
            <p:nvPr/>
          </p:nvSpPr>
          <p:spPr>
            <a:xfrm>
              <a:off x="5894324" y="2630565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MFC-02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MFC-04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MFC-06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MFC-08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9763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4F111-2577-5645-40CF-1227CBE0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0F2DBF-BF29-08D5-7D3D-ACD80DA62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MFC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(%)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(SEC)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D1FA3A-81FB-D7B6-1C18-5FB89B608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31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BC8A650A-8FD5-78E8-A18C-565F8BFC0464}"/>
              </a:ext>
            </a:extLst>
          </p:cNvPr>
          <p:cNvSpPr txBox="1"/>
          <p:nvPr/>
        </p:nvSpPr>
        <p:spPr>
          <a:xfrm>
            <a:off x="10098024" y="591003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06B50C66-2F61-A054-37F4-5D14FEF27DE0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C650CCC8-CFA4-3EA4-B0F2-345BFB344C9D}"/>
              </a:ext>
            </a:extLst>
          </p:cNvPr>
          <p:cNvGrpSpPr/>
          <p:nvPr/>
        </p:nvGrpSpPr>
        <p:grpSpPr>
          <a:xfrm>
            <a:off x="787400" y="2033665"/>
            <a:ext cx="10199624" cy="4401207"/>
            <a:chOff x="787400" y="2630565"/>
            <a:chExt cx="10199624" cy="4401207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CC0BD6FF-F677-B131-364F-04FEFF654ACF}"/>
                </a:ext>
              </a:extLst>
            </p:cNvPr>
            <p:cNvSpPr txBox="1"/>
            <p:nvPr/>
          </p:nvSpPr>
          <p:spPr>
            <a:xfrm>
              <a:off x="2324100" y="2630567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(ZONE)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00D0408A-FC25-AA1F-FD36-76DD984D5609}"/>
                </a:ext>
              </a:extLst>
            </p:cNvPr>
            <p:cNvSpPr txBox="1"/>
            <p:nvPr/>
          </p:nvSpPr>
          <p:spPr>
            <a:xfrm>
              <a:off x="4102100" y="2630567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(TIME)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467AD299-0BD0-498D-BF7F-1564B50BB8AD}"/>
                </a:ext>
              </a:extLst>
            </p:cNvPr>
            <p:cNvSpPr txBox="1"/>
            <p:nvPr/>
          </p:nvSpPr>
          <p:spPr>
            <a:xfrm>
              <a:off x="787400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MFC-09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MFM-02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MFM-04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…………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03740994-D33D-0AD3-8654-8FBD46AF784E}"/>
                </a:ext>
              </a:extLst>
            </p:cNvPr>
            <p:cNvSpPr txBox="1"/>
            <p:nvPr/>
          </p:nvSpPr>
          <p:spPr>
            <a:xfrm>
              <a:off x="7431024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(ZONE)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99.9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D846F5AA-EF34-AF6C-FB42-F4D61C4EC655}"/>
                </a:ext>
              </a:extLst>
            </p:cNvPr>
            <p:cNvSpPr txBox="1"/>
            <p:nvPr/>
          </p:nvSpPr>
          <p:spPr>
            <a:xfrm>
              <a:off x="9209024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(TIME)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E310CF70-BADB-2574-4A0E-87E4813DD545}"/>
                </a:ext>
              </a:extLst>
            </p:cNvPr>
            <p:cNvSpPr txBox="1"/>
            <p:nvPr/>
          </p:nvSpPr>
          <p:spPr>
            <a:xfrm>
              <a:off x="5894324" y="2630565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MFM-01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MFM-03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MFM-05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APC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4007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ABA10-B7DC-D68B-AD8B-0FD9A4CC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F97824-634A-EB2C-6423-B0E9CC299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MFC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TABLE*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00DFAF-AB1A-B6C2-A234-0E812298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32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94E8F21B-B012-569D-CCB0-2AB1BA739712}"/>
              </a:ext>
            </a:extLst>
          </p:cNvPr>
          <p:cNvSpPr txBox="1"/>
          <p:nvPr/>
        </p:nvSpPr>
        <p:spPr>
          <a:xfrm>
            <a:off x="10098024" y="591003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1643140E-7386-3782-5CB6-CCC5D808E51A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DEAE4798-74F9-B1D9-B353-C660ADA060A6}"/>
              </a:ext>
            </a:extLst>
          </p:cNvPr>
          <p:cNvGrpSpPr/>
          <p:nvPr/>
        </p:nvGrpSpPr>
        <p:grpSpPr>
          <a:xfrm>
            <a:off x="787400" y="2033665"/>
            <a:ext cx="10199624" cy="4401207"/>
            <a:chOff x="787400" y="2630565"/>
            <a:chExt cx="10199624" cy="4401207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3D7BBEF8-9530-9D86-D7F5-56A44E8A09D5}"/>
                </a:ext>
              </a:extLst>
            </p:cNvPr>
            <p:cNvSpPr txBox="1"/>
            <p:nvPr/>
          </p:nvSpPr>
          <p:spPr>
            <a:xfrm>
              <a:off x="2324100" y="2630567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(FULL)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EC6124BF-254D-FF5C-CAA0-E8906787C88A}"/>
                </a:ext>
              </a:extLst>
            </p:cNvPr>
            <p:cNvSpPr txBox="1"/>
            <p:nvPr/>
          </p:nvSpPr>
          <p:spPr>
            <a:xfrm>
              <a:off x="4102100" y="2630567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(ZERO)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AD80B11B-83A6-4C96-FAF9-B88DCAD0EC14}"/>
                </a:ext>
              </a:extLst>
            </p:cNvPr>
            <p:cNvSpPr txBox="1"/>
            <p:nvPr/>
          </p:nvSpPr>
          <p:spPr>
            <a:xfrm>
              <a:off x="787400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MFC-01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MFC-03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MFC-05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MFC-07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7602E2E2-D920-4F84-8F55-68E8DC1777C9}"/>
                </a:ext>
              </a:extLst>
            </p:cNvPr>
            <p:cNvSpPr txBox="1"/>
            <p:nvPr/>
          </p:nvSpPr>
          <p:spPr>
            <a:xfrm>
              <a:off x="7431024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(FULL)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7343B4FC-3916-1E0F-A13E-20DACD8C4C0E}"/>
                </a:ext>
              </a:extLst>
            </p:cNvPr>
            <p:cNvSpPr txBox="1"/>
            <p:nvPr/>
          </p:nvSpPr>
          <p:spPr>
            <a:xfrm>
              <a:off x="9209024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(ZERO)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DEA6ADAE-6212-55EE-4F6C-3B881F300227}"/>
                </a:ext>
              </a:extLst>
            </p:cNvPr>
            <p:cNvSpPr txBox="1"/>
            <p:nvPr/>
          </p:nvSpPr>
          <p:spPr>
            <a:xfrm>
              <a:off x="5894324" y="2630565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MFC-02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MFC-04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MFC-06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MFC-08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18669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A0CB8-FCF8-825B-6647-300CF8F5C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B419F3-142C-E2A4-D283-1B5AB64BA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MFC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TABLE*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BE6710-4242-897B-0D54-DA77CD543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33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735CF445-55EA-41AF-BF10-D9765458BF03}"/>
              </a:ext>
            </a:extLst>
          </p:cNvPr>
          <p:cNvSpPr txBox="1"/>
          <p:nvPr/>
        </p:nvSpPr>
        <p:spPr>
          <a:xfrm>
            <a:off x="10098024" y="591003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C7C5C4A5-D0B1-642A-72C5-FFB3F69DDBC2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FC5237F0-BABA-A3E6-5AE5-2757211A935C}"/>
              </a:ext>
            </a:extLst>
          </p:cNvPr>
          <p:cNvGrpSpPr/>
          <p:nvPr/>
        </p:nvGrpSpPr>
        <p:grpSpPr>
          <a:xfrm>
            <a:off x="787400" y="2033665"/>
            <a:ext cx="10199624" cy="4401207"/>
            <a:chOff x="787400" y="2630565"/>
            <a:chExt cx="10199624" cy="4401207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42F06B82-0C40-CA74-E48C-3AE086E118A2}"/>
                </a:ext>
              </a:extLst>
            </p:cNvPr>
            <p:cNvSpPr txBox="1"/>
            <p:nvPr/>
          </p:nvSpPr>
          <p:spPr>
            <a:xfrm>
              <a:off x="2324100" y="2630567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(FULL)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F4F43F82-CDBF-B7AE-BD98-8CE9A6C576C7}"/>
                </a:ext>
              </a:extLst>
            </p:cNvPr>
            <p:cNvSpPr txBox="1"/>
            <p:nvPr/>
          </p:nvSpPr>
          <p:spPr>
            <a:xfrm>
              <a:off x="4102100" y="2630567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(ZERO)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3CC64B6A-EBE8-1A36-6AAA-70C852CD18ED}"/>
                </a:ext>
              </a:extLst>
            </p:cNvPr>
            <p:cNvSpPr txBox="1"/>
            <p:nvPr/>
          </p:nvSpPr>
          <p:spPr>
            <a:xfrm>
              <a:off x="787400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MFC-09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MFM-02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MFM-04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………..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8A5BA18A-B590-DADE-D051-054EBF630DF1}"/>
                </a:ext>
              </a:extLst>
            </p:cNvPr>
            <p:cNvSpPr txBox="1"/>
            <p:nvPr/>
          </p:nvSpPr>
          <p:spPr>
            <a:xfrm>
              <a:off x="7431024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(FULL)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59999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0D4D6966-909B-67E9-A727-CA3202365E70}"/>
                </a:ext>
              </a:extLst>
            </p:cNvPr>
            <p:cNvSpPr txBox="1"/>
            <p:nvPr/>
          </p:nvSpPr>
          <p:spPr>
            <a:xfrm>
              <a:off x="9209024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(ZERO)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2FCB1EA0-E897-7EC9-9D89-4A40BEDED543}"/>
                </a:ext>
              </a:extLst>
            </p:cNvPr>
            <p:cNvSpPr txBox="1"/>
            <p:nvPr/>
          </p:nvSpPr>
          <p:spPr>
            <a:xfrm>
              <a:off x="5894324" y="2630565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MFM-01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MFM-03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MFM-05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APC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09630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84D69-4A78-E855-410D-BB1886653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841076-C051-0332-B581-3CAA33368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MFC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 CLOSE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(SEC)*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88FE04-D634-BB65-EE38-94F028B1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34</a:t>
            </a:fld>
            <a:endParaRPr lang="zh-TW" altLang="en-US" dirty="0"/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6D5BA311-A82C-7A72-FF29-A756045ED6C2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98275F43-986C-5A97-2F90-94375A087A5F}"/>
              </a:ext>
            </a:extLst>
          </p:cNvPr>
          <p:cNvGrpSpPr/>
          <p:nvPr/>
        </p:nvGrpSpPr>
        <p:grpSpPr>
          <a:xfrm>
            <a:off x="787400" y="2033665"/>
            <a:ext cx="10731500" cy="4401207"/>
            <a:chOff x="787400" y="2630565"/>
            <a:chExt cx="10731500" cy="4401207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78CE1997-C23C-C15A-2A26-59441232299F}"/>
                </a:ext>
              </a:extLst>
            </p:cNvPr>
            <p:cNvSpPr txBox="1"/>
            <p:nvPr/>
          </p:nvSpPr>
          <p:spPr>
            <a:xfrm>
              <a:off x="2324100" y="2630567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922514A5-B49F-18D9-CA72-8032E6B90426}"/>
                </a:ext>
              </a:extLst>
            </p:cNvPr>
            <p:cNvSpPr txBox="1"/>
            <p:nvPr/>
          </p:nvSpPr>
          <p:spPr>
            <a:xfrm>
              <a:off x="4102100" y="2630567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0539C543-5A0B-CE1F-101B-DC3EC1F72698}"/>
                </a:ext>
              </a:extLst>
            </p:cNvPr>
            <p:cNvSpPr txBox="1"/>
            <p:nvPr/>
          </p:nvSpPr>
          <p:spPr>
            <a:xfrm>
              <a:off x="787400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MFC-01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MFC-03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MFC-05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MFC-07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0DEADDF2-2572-ECC2-891B-E14C0918F5D6}"/>
                </a:ext>
              </a:extLst>
            </p:cNvPr>
            <p:cNvSpPr txBox="1"/>
            <p:nvPr/>
          </p:nvSpPr>
          <p:spPr>
            <a:xfrm>
              <a:off x="7431024" y="2630566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9A54ECBE-BD7F-3933-73BD-D3F629080B20}"/>
                </a:ext>
              </a:extLst>
            </p:cNvPr>
            <p:cNvSpPr txBox="1"/>
            <p:nvPr/>
          </p:nvSpPr>
          <p:spPr>
            <a:xfrm>
              <a:off x="9740900" y="2630565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99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D8F5855B-B0FD-3E01-6924-3D3E203733C1}"/>
                </a:ext>
              </a:extLst>
            </p:cNvPr>
            <p:cNvSpPr txBox="1"/>
            <p:nvPr/>
          </p:nvSpPr>
          <p:spPr>
            <a:xfrm>
              <a:off x="5894324" y="2630565"/>
              <a:ext cx="1778000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MFC-02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MFC-04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MFC-06</a:t>
              </a: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MFC-08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E861C2F9-1148-ED1A-B618-C2E0CEC7A2FA}"/>
              </a:ext>
            </a:extLst>
          </p:cNvPr>
          <p:cNvSpPr txBox="1"/>
          <p:nvPr/>
        </p:nvSpPr>
        <p:spPr>
          <a:xfrm>
            <a:off x="3227324" y="2033665"/>
            <a:ext cx="1778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MFC-02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MFC-04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MFC-06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MFC-08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6605130-DCAE-F8E0-0CA5-965214466F2C}"/>
              </a:ext>
            </a:extLst>
          </p:cNvPr>
          <p:cNvSpPr txBox="1"/>
          <p:nvPr/>
        </p:nvSpPr>
        <p:spPr>
          <a:xfrm>
            <a:off x="9021826" y="2028170"/>
            <a:ext cx="1778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MFC-02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MFC-04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MFC-06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MFC-08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962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6E346-C00F-73D5-8A0D-EF1900F03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C364F8-ACCF-5721-49BE-27EE8A135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VALVE STATUS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DE55DE-3E3D-F67F-BB66-139BCD35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35</a:t>
            </a:fld>
            <a:endParaRPr lang="zh-TW" altLang="en-US" dirty="0"/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D1EB76CA-85D3-2AED-B77C-57DC6A0DA6C8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B15D342-593E-027A-8DDE-AA0DEFBE935A}"/>
              </a:ext>
            </a:extLst>
          </p:cNvPr>
          <p:cNvSpPr txBox="1"/>
          <p:nvPr/>
        </p:nvSpPr>
        <p:spPr>
          <a:xfrm>
            <a:off x="612648" y="1313061"/>
            <a:ext cx="1778000" cy="5131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19C7093-CBB6-5036-B7AA-337CA8AE4A26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hlinkClick r:id="rId4" action="ppaction://hlinksldjump"/>
            <a:extLst>
              <a:ext uri="{FF2B5EF4-FFF2-40B4-BE49-F238E27FC236}">
                <a16:creationId xmlns:a16="http://schemas.microsoft.com/office/drawing/2014/main" id="{11C3D6B5-CE80-1A91-4812-EFC17E7954F6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D7E77BD-34FD-BA0F-55D1-D84C1CEFE141}"/>
              </a:ext>
            </a:extLst>
          </p:cNvPr>
          <p:cNvSpPr txBox="1"/>
          <p:nvPr/>
        </p:nvSpPr>
        <p:spPr>
          <a:xfrm>
            <a:off x="2035048" y="1313061"/>
            <a:ext cx="1778000" cy="5131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8D588BC-BDFE-33EE-972C-6FF8ABE233B0}"/>
              </a:ext>
            </a:extLst>
          </p:cNvPr>
          <p:cNvSpPr txBox="1"/>
          <p:nvPr/>
        </p:nvSpPr>
        <p:spPr>
          <a:xfrm>
            <a:off x="3455924" y="1313061"/>
            <a:ext cx="1778000" cy="5131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1F68372-B4AF-8C3E-748D-1ECF6B44ADAE}"/>
              </a:ext>
            </a:extLst>
          </p:cNvPr>
          <p:cNvSpPr txBox="1"/>
          <p:nvPr/>
        </p:nvSpPr>
        <p:spPr>
          <a:xfrm>
            <a:off x="4646678" y="1313061"/>
            <a:ext cx="1778000" cy="5131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348926B-1D36-EF8E-FE71-2E394E472B2D}"/>
              </a:ext>
            </a:extLst>
          </p:cNvPr>
          <p:cNvSpPr txBox="1"/>
          <p:nvPr/>
        </p:nvSpPr>
        <p:spPr>
          <a:xfrm>
            <a:off x="6069078" y="1313061"/>
            <a:ext cx="1778000" cy="5131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2F06780-2D17-B6BB-DE40-923FD8C57B63}"/>
              </a:ext>
            </a:extLst>
          </p:cNvPr>
          <p:cNvSpPr txBox="1"/>
          <p:nvPr/>
        </p:nvSpPr>
        <p:spPr>
          <a:xfrm>
            <a:off x="7489954" y="1313061"/>
            <a:ext cx="1778000" cy="5131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C539131-FF8D-F74D-B23A-CF0479419502}"/>
              </a:ext>
            </a:extLst>
          </p:cNvPr>
          <p:cNvSpPr txBox="1"/>
          <p:nvPr/>
        </p:nvSpPr>
        <p:spPr>
          <a:xfrm>
            <a:off x="8761476" y="1313061"/>
            <a:ext cx="1778000" cy="5131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6921FC-E8E7-72EA-8C7E-1A6ED4F3E8D8}"/>
              </a:ext>
            </a:extLst>
          </p:cNvPr>
          <p:cNvSpPr txBox="1"/>
          <p:nvPr/>
        </p:nvSpPr>
        <p:spPr>
          <a:xfrm>
            <a:off x="10006078" y="1289975"/>
            <a:ext cx="1778000" cy="5131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>
              <a:lnSpc>
                <a:spcPct val="20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880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12EC8-2CC7-64B1-9096-13B82CD95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86ED60-1F80-D72E-C159-4051A9F98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LEVEL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C751BD-6BAA-13C7-CBF0-88D9F08D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36</a:t>
            </a:fld>
            <a:endParaRPr lang="zh-TW" altLang="en-US" dirty="0"/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C5E46D90-DF0E-45F1-D08E-2A67F5D15008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A0AC297-3D36-CF77-66A4-8FE1EFF93217}"/>
              </a:ext>
            </a:extLst>
          </p:cNvPr>
          <p:cNvSpPr txBox="1"/>
          <p:nvPr/>
        </p:nvSpPr>
        <p:spPr>
          <a:xfrm>
            <a:off x="7130414" y="595964"/>
            <a:ext cx="4448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[S-2]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[S-3]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[S-4]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44640DC-6139-FFB3-61C1-224045B62A44}"/>
              </a:ext>
            </a:extLst>
          </p:cNvPr>
          <p:cNvSpPr txBox="1"/>
          <p:nvPr/>
        </p:nvSpPr>
        <p:spPr>
          <a:xfrm>
            <a:off x="3100453" y="2595122"/>
            <a:ext cx="5360922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LEVEL11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99.99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LEVEL12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99.99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LEVEL13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99.99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LEVEL14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99.99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LEVEL15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99.99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624B48F-5CA1-943C-9DD4-174870B59B5C}"/>
              </a:ext>
            </a:extLst>
          </p:cNvPr>
          <p:cNvSpPr txBox="1"/>
          <p:nvPr/>
        </p:nvSpPr>
        <p:spPr>
          <a:xfrm>
            <a:off x="838200" y="1876424"/>
            <a:ext cx="3905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(SENDER-1)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5164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53990-A56C-2149-1212-B1135607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5F8F5D-6093-A4C9-06E0-16BA0BC42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APC PARAMETER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7D3A67-1827-E766-D924-D8ABB48A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37</a:t>
            </a:fld>
            <a:endParaRPr lang="zh-TW" altLang="en-US" dirty="0"/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DBF1FD7B-B870-928D-88C9-959D479050FB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5DD5F30-6431-EDA4-C38E-883C4A3DDBD3}"/>
              </a:ext>
            </a:extLst>
          </p:cNvPr>
          <p:cNvSpPr txBox="1"/>
          <p:nvPr/>
        </p:nvSpPr>
        <p:spPr>
          <a:xfrm>
            <a:off x="5243578" y="1475132"/>
            <a:ext cx="5360922" cy="1953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*SENSOR TYPE*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PRS1            PRS2          PRS3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[BN1]           [BN1]      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[BN3]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04D99A2-6B06-09AD-24E2-2F0ABC486D02}"/>
              </a:ext>
            </a:extLst>
          </p:cNvPr>
          <p:cNvSpPr txBox="1"/>
          <p:nvPr/>
        </p:nvSpPr>
        <p:spPr>
          <a:xfrm>
            <a:off x="612648" y="1635301"/>
            <a:ext cx="3905250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SENDER#:3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SENSOR:1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COFFICIENT    1:50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COFFICIENT    2:80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DOWNP  :30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CONTROL TYPE*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F1C17DF-83E4-6000-EC7D-B6ACB140AB61}"/>
              </a:ext>
            </a:extLst>
          </p:cNvPr>
          <p:cNvSpPr txBox="1"/>
          <p:nvPr/>
        </p:nvSpPr>
        <p:spPr>
          <a:xfrm>
            <a:off x="612648" y="6235122"/>
            <a:ext cx="2581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[TSL]</a:t>
            </a:r>
          </a:p>
        </p:txBody>
      </p:sp>
    </p:spTree>
    <p:extLst>
      <p:ext uri="{BB962C8B-B14F-4D97-AF65-F5344CB8AC3E}">
        <p14:creationId xmlns:p14="http://schemas.microsoft.com/office/powerpoint/2010/main" val="37229308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D4CAA-BAAF-1899-9421-56CC3837C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29C301-2638-F167-F0F8-C06DD24D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APC LIMIT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9A03D4-7917-87B3-C5DB-FCA14806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38</a:t>
            </a:fld>
            <a:endParaRPr lang="zh-TW" altLang="en-US" dirty="0"/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201B9B42-364C-20B7-7607-FA5445EE6CDA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3827349-A820-45D9-0CA1-255E1E0D5B7B}"/>
              </a:ext>
            </a:extLst>
          </p:cNvPr>
          <p:cNvSpPr txBox="1"/>
          <p:nvPr/>
        </p:nvSpPr>
        <p:spPr>
          <a:xfrm>
            <a:off x="895350" y="2121463"/>
            <a:ext cx="2130552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PRS1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2CC2D6D-B001-46A2-35F2-9BBD52D5136D}"/>
              </a:ext>
            </a:extLst>
          </p:cNvPr>
          <p:cNvSpPr txBox="1"/>
          <p:nvPr/>
        </p:nvSpPr>
        <p:spPr>
          <a:xfrm>
            <a:off x="4097273" y="2121463"/>
            <a:ext cx="2198751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00.00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(TORR)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C10569D-B6BE-BA4E-313F-599D53D26748}"/>
              </a:ext>
            </a:extLst>
          </p:cNvPr>
          <p:cNvSpPr txBox="1"/>
          <p:nvPr/>
        </p:nvSpPr>
        <p:spPr>
          <a:xfrm>
            <a:off x="7367395" y="2121463"/>
            <a:ext cx="2130552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(SEC)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65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DF25E-1641-07DA-DC2E-142E5C2DA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2A2EBB-FDA1-C3DE-2170-CCC5F574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POWERON MODE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85568A-7ED3-63E5-CAED-7561311A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39</a:t>
            </a:fld>
            <a:endParaRPr lang="zh-TW" altLang="en-US" dirty="0"/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5D3420D6-8D23-8403-92FF-72CDA8B5623A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42044C1-6C1E-8F2B-4C02-118A0F1C61ED}"/>
              </a:ext>
            </a:extLst>
          </p:cNvPr>
          <p:cNvSpPr txBox="1"/>
          <p:nvPr/>
        </p:nvSpPr>
        <p:spPr>
          <a:xfrm>
            <a:off x="895350" y="2121463"/>
            <a:ext cx="2130552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STANDBY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90D986-C6B5-7647-0B2F-61B058FAA33C}"/>
              </a:ext>
            </a:extLst>
          </p:cNvPr>
          <p:cNvSpPr txBox="1"/>
          <p:nvPr/>
        </p:nvSpPr>
        <p:spPr>
          <a:xfrm>
            <a:off x="4097273" y="2121463"/>
            <a:ext cx="4903852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(SEC) : 10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64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9EE1A-991C-54F4-F0BF-6046CB8F5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D1B57-DEF3-6217-C9AC-86A511DE2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ALARM CONDITION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FEF8E0-D3F6-AB69-914D-9CEA3FA6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40</a:t>
            </a:fld>
            <a:endParaRPr lang="zh-TW" altLang="en-US" dirty="0"/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4B5745BA-C6C1-9840-55B4-42D5CC1657E2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0E6870B-1223-D32E-D67F-9BAE15E43336}"/>
              </a:ext>
            </a:extLst>
          </p:cNvPr>
          <p:cNvSpPr txBox="1"/>
          <p:nvPr/>
        </p:nvSpPr>
        <p:spPr>
          <a:xfrm>
            <a:off x="2392459" y="1902820"/>
            <a:ext cx="8885141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I-MASK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(1-ON,0-OFF)                         0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I-HOLD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(1-ON,0-OFF)                         0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EXCESS- I-LEVEL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(1-HIGH,0-LOW)                  1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I-ABORT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(0-7)                                       0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I-DELEY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(00-99SEC)   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25802268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011AB-0D9B-BCB0-41CD-541EF059C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6468A5-471C-FD2D-6D47-0AA4EB5AA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5C0519-295E-A32F-67A6-57E3F723C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41</a:t>
            </a:fld>
            <a:endParaRPr lang="zh-TW" altLang="en-US" dirty="0"/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BE449184-78D1-4E82-7CC0-4B78F21D0471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3CE6595-741F-6783-3CAF-B4A16E84DA05}"/>
              </a:ext>
            </a:extLst>
          </p:cNvPr>
          <p:cNvSpPr txBox="1"/>
          <p:nvPr/>
        </p:nvSpPr>
        <p:spPr>
          <a:xfrm>
            <a:off x="1173259" y="1805735"/>
            <a:ext cx="5151341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MSG.    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TEMP.     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PRF.       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RCP.         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RCP.       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13BF84F-E303-22F8-3E16-D8CDDD721C50}"/>
              </a:ext>
            </a:extLst>
          </p:cNvPr>
          <p:cNvSpPr txBox="1"/>
          <p:nvPr/>
        </p:nvSpPr>
        <p:spPr>
          <a:xfrm>
            <a:off x="7002559" y="1805735"/>
            <a:ext cx="4579841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RCP.     1      3027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INTIAL          1      2707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D398D78-8371-155C-985E-A09A0E3BA001}"/>
              </a:ext>
            </a:extLst>
          </p:cNvPr>
          <p:cNvSpPr txBox="1"/>
          <p:nvPr/>
        </p:nvSpPr>
        <p:spPr>
          <a:xfrm>
            <a:off x="4426888" y="1805735"/>
            <a:ext cx="5151341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XXXX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XXXX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1     3027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1      200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1     3027</a:t>
            </a:r>
          </a:p>
        </p:txBody>
      </p:sp>
    </p:spTree>
    <p:extLst>
      <p:ext uri="{BB962C8B-B14F-4D97-AF65-F5344CB8AC3E}">
        <p14:creationId xmlns:p14="http://schemas.microsoft.com/office/powerpoint/2010/main" val="34777308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1B453-77D2-DF0C-6705-D7D8C46D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7A063C-0FB3-B0D1-5A18-6EF582F49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ABORT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EMG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ABORT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SW.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F3B882-C3E1-BDEF-F8A7-504FC4D7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42</a:t>
            </a:fld>
            <a:endParaRPr lang="zh-TW" altLang="en-US" dirty="0"/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5279D9D5-2610-8B0D-ACB9-CBE02811D358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2952418-56EF-7B01-CE38-C23BE0A45036}"/>
              </a:ext>
            </a:extLst>
          </p:cNvPr>
          <p:cNvSpPr txBox="1"/>
          <p:nvPr/>
        </p:nvSpPr>
        <p:spPr>
          <a:xfrm>
            <a:off x="612648" y="1913311"/>
            <a:ext cx="2840688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D053D66-861F-56F0-FDD7-0F7C5B424DF9}"/>
              </a:ext>
            </a:extLst>
          </p:cNvPr>
          <p:cNvSpPr txBox="1"/>
          <p:nvPr/>
        </p:nvSpPr>
        <p:spPr>
          <a:xfrm>
            <a:off x="3255312" y="1913311"/>
            <a:ext cx="2840688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ABORT-01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6219A0B-A531-48CB-4AF2-A1CDFA8F577B}"/>
              </a:ext>
            </a:extLst>
          </p:cNvPr>
          <p:cNvSpPr txBox="1"/>
          <p:nvPr/>
        </p:nvSpPr>
        <p:spPr>
          <a:xfrm>
            <a:off x="612648" y="3174768"/>
            <a:ext cx="2840688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STANDBY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D1B5E70-6C8D-16DF-7D0C-2F49542A945D}"/>
              </a:ext>
            </a:extLst>
          </p:cNvPr>
          <p:cNvSpPr txBox="1"/>
          <p:nvPr/>
        </p:nvSpPr>
        <p:spPr>
          <a:xfrm>
            <a:off x="5817425" y="1913311"/>
            <a:ext cx="2840688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ABORT-02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8724E9E-679B-56A4-3416-05E2A08E9901}"/>
              </a:ext>
            </a:extLst>
          </p:cNvPr>
          <p:cNvSpPr txBox="1"/>
          <p:nvPr/>
        </p:nvSpPr>
        <p:spPr>
          <a:xfrm>
            <a:off x="8460089" y="1913310"/>
            <a:ext cx="2840688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ABORT-03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E0D9A0F-5243-022A-5008-1F346A23CCD9}"/>
              </a:ext>
            </a:extLst>
          </p:cNvPr>
          <p:cNvSpPr txBox="1"/>
          <p:nvPr/>
        </p:nvSpPr>
        <p:spPr>
          <a:xfrm>
            <a:off x="4013857" y="5252235"/>
            <a:ext cx="6668486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</a:p>
        </p:txBody>
      </p:sp>
    </p:spTree>
    <p:extLst>
      <p:ext uri="{BB962C8B-B14F-4D97-AF65-F5344CB8AC3E}">
        <p14:creationId xmlns:p14="http://schemas.microsoft.com/office/powerpoint/2010/main" val="38439823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EAF6F-A428-90C0-56D2-0F5D6FE77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4BDFA6-F081-2E7A-D269-AF7284F9C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TIME DISPLAY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017D5F-4106-B475-C7EF-AA8456457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43</a:t>
            </a:fld>
            <a:endParaRPr lang="zh-TW" altLang="en-US" dirty="0"/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FD87FBF4-B7E7-E5BD-7949-438BCF4F6E8F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D7B27CE-2E59-D2B3-D09A-8F61C425D35F}"/>
              </a:ext>
            </a:extLst>
          </p:cNvPr>
          <p:cNvSpPr txBox="1"/>
          <p:nvPr/>
        </p:nvSpPr>
        <p:spPr>
          <a:xfrm>
            <a:off x="827802" y="1487321"/>
            <a:ext cx="1388274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</a:p>
          <a:p>
            <a:pPr algn="ct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algn="ct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algn="ct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C88ADA6-162B-D11E-2BFD-BB94D2FE6CD6}"/>
              </a:ext>
            </a:extLst>
          </p:cNvPr>
          <p:cNvSpPr txBox="1"/>
          <p:nvPr/>
        </p:nvSpPr>
        <p:spPr>
          <a:xfrm>
            <a:off x="2529302" y="1487321"/>
            <a:ext cx="1547846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DIS-ID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MCF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RCIPE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PDL-EC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SPK-EC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96F2B85-EC2A-B637-3A31-34E4120EFE8D}"/>
              </a:ext>
            </a:extLst>
          </p:cNvPr>
          <p:cNvSpPr txBox="1"/>
          <p:nvPr/>
        </p:nvSpPr>
        <p:spPr>
          <a:xfrm>
            <a:off x="4390374" y="1487321"/>
            <a:ext cx="1547846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87/07/14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87/12/25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87/12/25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87/12/25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00/00/00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00/00/00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560D5B8-555E-F535-51DD-B08AFD893E4C}"/>
              </a:ext>
            </a:extLst>
          </p:cNvPr>
          <p:cNvSpPr txBox="1"/>
          <p:nvPr/>
        </p:nvSpPr>
        <p:spPr>
          <a:xfrm>
            <a:off x="6251446" y="1487321"/>
            <a:ext cx="1547846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18:27:45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16:25:47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16:25:46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16:25:59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00:00:00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00:00:00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E428066-4F01-B46F-535D-DD846F7E4E40}"/>
              </a:ext>
            </a:extLst>
          </p:cNvPr>
          <p:cNvSpPr txBox="1"/>
          <p:nvPr/>
        </p:nvSpPr>
        <p:spPr>
          <a:xfrm>
            <a:off x="9222349" y="1487321"/>
            <a:ext cx="1547846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</a:p>
          <a:p>
            <a:pPr algn="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999</a:t>
            </a:r>
          </a:p>
          <a:p>
            <a:pPr algn="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r">
              <a:lnSpc>
                <a:spcPct val="150000"/>
              </a:lnSpc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576855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2D5A-2149-8D11-5CD0-CF89AA55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FE3414-B468-FA18-9807-708CAB71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44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53B9E16-2254-BD48-A2C1-CA4BE33C5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36" y="127064"/>
            <a:ext cx="4977187" cy="66038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710ADC50-6D40-25C1-BC9C-D9E8CC59D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736595"/>
              </p:ext>
            </p:extLst>
          </p:nvPr>
        </p:nvGraphicFramePr>
        <p:xfrm>
          <a:off x="6096000" y="678858"/>
          <a:ext cx="5000018" cy="50802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00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786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機台保養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獨立完成進度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QPM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YPM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POCL3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WSIX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GRD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MPM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RTP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25PM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60%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0902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3AFE85-F812-BA9F-7828-F1121FE6B9E9}"/>
              </a:ext>
            </a:extLst>
          </p:cNvPr>
          <p:cNvSpPr txBox="1"/>
          <p:nvPr/>
        </p:nvSpPr>
        <p:spPr bwMode="auto">
          <a:xfrm>
            <a:off x="5449824" y="2971127"/>
            <a:ext cx="429768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742660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Form" ma:contentTypeID="0x01010100D00E37CF3D36214C86886AA9339343DC" ma:contentTypeVersion="19" ma:contentTypeDescription="Fill out this form." ma:contentTypeScope="" ma:versionID="d154febea10c3930e3b6cfd035b4dd24">
  <xsd:schema xmlns:xsd="http://www.w3.org/2001/XMLSchema" xmlns:xs="http://www.w3.org/2001/XMLSchema" xmlns:p="http://schemas.microsoft.com/office/2006/metadata/properties" xmlns:ns1="http://schemas.microsoft.com/sharepoint/v3" xmlns:ns2="4bdc6d95-7621-47b1-8f62-a702a7a9d98f" xmlns:ns3="6ba3a8a8-b9e2-49cb-aadf-2c093bcf632e" targetNamespace="http://schemas.microsoft.com/office/2006/metadata/properties" ma:root="true" ma:fieldsID="bf1d05ee2c4926ad76d21e31f2dd363e" ns1:_="" ns2:_="" ns3:_="">
    <xsd:import namespace="http://schemas.microsoft.com/sharepoint/v3"/>
    <xsd:import namespace="4bdc6d95-7621-47b1-8f62-a702a7a9d98f"/>
    <xsd:import namespace="6ba3a8a8-b9e2-49cb-aadf-2c093bcf632e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Show Combine View" ma:hidden="true" ma:internalName="ShowCombineView">
      <xsd:simpleType>
        <xsd:restriction base="dms:Text"/>
      </xsd:simpleType>
    </xsd:element>
    <xsd:element name="ShowRepairView" ma:index="10" nillable="true" ma:displayName="Show Repair View" ma:hidden="true" ma:internalName="ShowRepairView">
      <xsd:simpleType>
        <xsd:restriction base="dms:Text"/>
      </xsd:simpleType>
    </xsd:element>
    <xsd:element name="TemplateUrl" ma:index="11" nillable="true" ma:displayName="Template Link" ma:hidden="true" ma:internalName="TemplateUrl">
      <xsd:simpleType>
        <xsd:restriction base="dms:Text"/>
      </xsd:simpleType>
    </xsd:element>
    <xsd:element name="xd_ProgID" ma:index="12" nillable="true" ma:displayName="HTML File Link" ma:hidden="true" ma:internalName="xd_ProgID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c6d95-7621-47b1-8f62-a702a7a9d9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5c8c406-6428-484e-a244-685067247f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a3a8a8-b9e2-49cb-aadf-2c093bcf632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ff5065e-c2e5-47fd-b089-eb006bc5ae7a}" ma:internalName="TaxCatchAll" ma:showField="CatchAllData" ma:web="6ba3a8a8-b9e2-49cb-aadf-2c093bcf63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TaxCatchAll xmlns="6ba3a8a8-b9e2-49cb-aadf-2c093bcf632e" xsi:nil="true"/>
    <ShowRepairView xmlns="http://schemas.microsoft.com/sharepoint/v3" xsi:nil="true"/>
    <lcf76f155ced4ddcb4097134ff3c332f xmlns="4bdc6d95-7621-47b1-8f62-a702a7a9d98f">
      <Terms xmlns="http://schemas.microsoft.com/office/infopath/2007/PartnerControls"/>
    </lcf76f155ced4ddcb4097134ff3c332f>
    <ShowCombineView xmlns="http://schemas.microsoft.com/sharepoint/v3" xsi:nil="true"/>
    <xd_ProgID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B8BC865-CBF8-4226-90EC-9996F6475436}"/>
</file>

<file path=customXml/itemProps2.xml><?xml version="1.0" encoding="utf-8"?>
<ds:datastoreItem xmlns:ds="http://schemas.openxmlformats.org/officeDocument/2006/customXml" ds:itemID="{4A3E3D56-E0D2-4FE1-9465-472E56BC96EB}"/>
</file>

<file path=customXml/itemProps3.xml><?xml version="1.0" encoding="utf-8"?>
<ds:datastoreItem xmlns:ds="http://schemas.openxmlformats.org/officeDocument/2006/customXml" ds:itemID="{AEFA59C4-17BD-4047-A1E0-2B2B0144676B}"/>
</file>

<file path=docProps/app.xml><?xml version="1.0" encoding="utf-8"?>
<Properties xmlns="http://schemas.openxmlformats.org/officeDocument/2006/extended-properties" xmlns:vt="http://schemas.openxmlformats.org/officeDocument/2006/docPropsVTypes">
  <TotalTime>38492</TotalTime>
  <Words>3337</Words>
  <Application>Microsoft Office PowerPoint</Application>
  <PresentationFormat>寬螢幕</PresentationFormat>
  <Paragraphs>1627</Paragraphs>
  <Slides>45</Slides>
  <Notes>40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45</vt:i4>
      </vt:variant>
    </vt:vector>
  </HeadingPairs>
  <TitlesOfParts>
    <vt:vector size="53" baseType="lpstr">
      <vt:lpstr>Calibri</vt:lpstr>
      <vt:lpstr>Franklin Gothic Book</vt:lpstr>
      <vt:lpstr>Times New Roman</vt:lpstr>
      <vt:lpstr>Wingdings</vt:lpstr>
      <vt:lpstr>Wingdings 2</vt:lpstr>
      <vt:lpstr>Nuvoton佈景主題</vt:lpstr>
      <vt:lpstr>Nuvoton佈景主題</vt:lpstr>
      <vt:lpstr>Nuvoton佈景主題</vt:lpstr>
      <vt:lpstr>爐管新人學習進度報告</vt:lpstr>
      <vt:lpstr>報告內容</vt:lpstr>
      <vt:lpstr>PowerPoint 簡報</vt:lpstr>
      <vt:lpstr>PowerPoint 簡報</vt:lpstr>
      <vt:lpstr>PowerPoint 簡報</vt:lpstr>
      <vt:lpstr>*INITIAL SET MENU*</vt:lpstr>
      <vt:lpstr>*INITIAL NAME MENU*</vt:lpstr>
      <vt:lpstr>*INITIAL TEMPERAUTRE MENU*</vt:lpstr>
      <vt:lpstr>*INITIAL GAS MENU*</vt:lpstr>
      <vt:lpstr>*INITIAL ALARM MENU (01)*</vt:lpstr>
      <vt:lpstr>*INITIAL ALARM MENU (02)*</vt:lpstr>
      <vt:lpstr>*ATTACH TEMPERATURE ZONE NAME*</vt:lpstr>
      <vt:lpstr>*ATTACH MASS FLOW NAME*</vt:lpstr>
      <vt:lpstr>*ATTACH RECIPE NAME*</vt:lpstr>
      <vt:lpstr>*ATTACH ALARM NAME*</vt:lpstr>
      <vt:lpstr>*SET PADDLE EC      (1)*</vt:lpstr>
      <vt:lpstr>*SET PADDLE EC      (2)*</vt:lpstr>
      <vt:lpstr>*SET SPIKE EC      (1)*</vt:lpstr>
      <vt:lpstr>*SET SPIKE EC      (2)*</vt:lpstr>
      <vt:lpstr>*SET PROCESS WATCH TABLE (1)*</vt:lpstr>
      <vt:lpstr>*SET PROCESS WATCH TABLE (2)*</vt:lpstr>
      <vt:lpstr>*SET PROCESS WATCH TABLE (3)*</vt:lpstr>
      <vt:lpstr>*SET PROFILE WATCH TABLE (1)*</vt:lpstr>
      <vt:lpstr>*SET PROFILE WATCH TABLE (2)*</vt:lpstr>
      <vt:lpstr>*SET PROFILE WATCH TABLE (3)*</vt:lpstr>
      <vt:lpstr>*SET PADDLE CALIBRATION (3)*</vt:lpstr>
      <vt:lpstr>*SET RATIO MIX DATA (5)*</vt:lpstr>
      <vt:lpstr>*SET MFC MAX/LIMIT*</vt:lpstr>
      <vt:lpstr>*SET MFC MAX/LIMIT*</vt:lpstr>
      <vt:lpstr>*MFC LIMIT ZONE (%) &amp; TIME (SEC)*</vt:lpstr>
      <vt:lpstr>*MFC LIMIT ZONE (%) &amp; TIME (SEC)*</vt:lpstr>
      <vt:lpstr>*MFC PROOF TABLE*</vt:lpstr>
      <vt:lpstr>*MFC PROOF TABLE*</vt:lpstr>
      <vt:lpstr>*MFC FORCE CLOSE TIME (SEC)*</vt:lpstr>
      <vt:lpstr>*DISPLAY VALVE STATUS *</vt:lpstr>
      <vt:lpstr>*APC CHECK LEVEL *</vt:lpstr>
      <vt:lpstr>*SET APC PARAMETER *</vt:lpstr>
      <vt:lpstr>*SET APC LIMIT *</vt:lpstr>
      <vt:lpstr>*SET POWERON MODE *</vt:lpstr>
      <vt:lpstr>*SET ALARM CONDITION *</vt:lpstr>
      <vt:lpstr>*SET PASSWORD *</vt:lpstr>
      <vt:lpstr>*SELECT ABORT NO. FOR EMG ABORT SW. *</vt:lpstr>
      <vt:lpstr>*ENTER TIME DISPLAY*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爐管新人學習進度報告</dc:title>
  <dc:creator>S220 CWChen27</dc:creator>
  <cp:lastModifiedBy>S220 JXOu</cp:lastModifiedBy>
  <cp:revision>404</cp:revision>
  <dcterms:created xsi:type="dcterms:W3CDTF">2024-08-30T08:59:27Z</dcterms:created>
  <dcterms:modified xsi:type="dcterms:W3CDTF">2025-06-11T00:19:49Z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0x01010100D00E37CF3D36214C86886AA9339343DC</vt:lpwstr>
  </property>
</Properties>
</file>