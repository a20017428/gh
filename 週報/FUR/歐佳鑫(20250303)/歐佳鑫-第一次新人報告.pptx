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19"/>
  </p:notesMasterIdLst>
  <p:sldIdLst>
    <p:sldId id="257" r:id="rId4"/>
    <p:sldId id="262" r:id="rId5"/>
    <p:sldId id="258" r:id="rId6"/>
    <p:sldId id="396" r:id="rId7"/>
    <p:sldId id="264" r:id="rId8"/>
    <p:sldId id="267" r:id="rId9"/>
    <p:sldId id="397" r:id="rId10"/>
    <p:sldId id="282" r:id="rId11"/>
    <p:sldId id="283" r:id="rId12"/>
    <p:sldId id="394" r:id="rId13"/>
    <p:sldId id="292" r:id="rId14"/>
    <p:sldId id="309" r:id="rId15"/>
    <p:sldId id="285" r:id="rId16"/>
    <p:sldId id="286" r:id="rId17"/>
    <p:sldId id="39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258"/>
            <p14:sldId id="396"/>
            <p14:sldId id="264"/>
            <p14:sldId id="267"/>
            <p14:sldId id="397"/>
            <p14:sldId id="282"/>
            <p14:sldId id="283"/>
            <p14:sldId id="394"/>
            <p14:sldId id="292"/>
            <p14:sldId id="309"/>
            <p14:sldId id="285"/>
            <p14:sldId id="286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941" autoAdjust="0"/>
  </p:normalViewPr>
  <p:slideViewPr>
    <p:cSldViewPr snapToGrid="0">
      <p:cViewPr varScale="1">
        <p:scale>
          <a:sx n="105" d="100"/>
          <a:sy n="105" d="100"/>
        </p:scale>
        <p:origin x="750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CC30B9-D6E4-42CA-B309-11FE3252BA12}" type="doc">
      <dgm:prSet loTypeId="urn:microsoft.com/office/officeart/2005/8/layout/radial1" loCatId="relationship" qsTypeId="urn:microsoft.com/office/officeart/2005/8/quickstyle/3d1" qsCatId="3D" csTypeId="urn:microsoft.com/office/officeart/2005/8/colors/colorful3" csCatId="colorful" phldr="1"/>
      <dgm:spPr/>
      <dgm:t>
        <a:bodyPr/>
        <a:lstStyle/>
        <a:p>
          <a:endParaRPr lang="zh-TW" altLang="en-US"/>
        </a:p>
      </dgm:t>
    </dgm:pt>
    <dgm:pt modelId="{19481FBB-0FD2-4828-91B8-3C49986146FE}">
      <dgm:prSet phldrT="[Text]" custT="1"/>
      <dgm:spPr>
        <a:solidFill>
          <a:srgbClr val="FF0000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/>
          <a:lightRig rig="flat" dir="t"/>
        </a:scene3d>
      </dgm:spPr>
      <dgm:t>
        <a:bodyPr/>
        <a:lstStyle/>
        <a:p>
          <a:r>
            <a: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M3100M3200</a:t>
          </a:r>
          <a:endParaRPr lang="zh-TW" alt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0D1D30B-ECE5-4E06-B767-E0E7F1D933FA}" type="parTrans" cxnId="{2D0BA92E-AC40-454E-B0DF-7A7C2209B10E}">
      <dgm:prSet/>
      <dgm:spPr/>
      <dgm:t>
        <a:bodyPr/>
        <a:lstStyle/>
        <a:p>
          <a:endParaRPr lang="zh-TW" altLang="en-US"/>
        </a:p>
      </dgm:t>
    </dgm:pt>
    <dgm:pt modelId="{DAA2D6C9-6269-442E-B1AA-AFEFD07D5998}" type="sibTrans" cxnId="{2D0BA92E-AC40-454E-B0DF-7A7C2209B10E}">
      <dgm:prSet/>
      <dgm:spPr/>
      <dgm:t>
        <a:bodyPr/>
        <a:lstStyle/>
        <a:p>
          <a:endParaRPr lang="zh-TW" altLang="en-US"/>
        </a:p>
      </dgm:t>
    </dgm:pt>
    <dgm:pt modelId="{911D067B-58FF-40D4-B8A2-E5A64E151161}">
      <dgm:prSet phldrT="[Text]" custT="1"/>
      <dgm:spPr>
        <a:solidFill>
          <a:srgbClr val="0033CC"/>
        </a:solidFill>
        <a:ln>
          <a:noFill/>
        </a:ln>
        <a:effectLst>
          <a:outerShdw blurRad="44450" dist="27940" dir="5400000" algn="ctr">
            <a:srgbClr val="000000">
              <a:alpha val="32000"/>
            </a:srgbClr>
          </a:outerShdw>
        </a:effectLst>
        <a:scene3d>
          <a:camera prst="orthographicFront"/>
          <a:lightRig rig="flat" dir="t"/>
        </a:scene3d>
      </dgm:spPr>
      <dgm:t>
        <a:bodyPr/>
        <a:lstStyle/>
        <a:p>
          <a:r>
            <a: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M120</a:t>
          </a:r>
          <a:endParaRPr lang="zh-TW" alt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A7FD8A2-44C6-410C-8B1C-3056E62C2C19}" type="parTrans" cxnId="{907B6468-E955-4946-89EF-D97FBF8C0E46}">
      <dgm:prSet/>
      <dgm:spPr/>
      <dgm:t>
        <a:bodyPr/>
        <a:lstStyle/>
        <a:p>
          <a:endParaRPr lang="zh-TW" altLang="en-US"/>
        </a:p>
      </dgm:t>
    </dgm:pt>
    <dgm:pt modelId="{27E6371C-D41A-4C51-9879-DB1DEB8A5178}" type="sibTrans" cxnId="{907B6468-E955-4946-89EF-D97FBF8C0E46}">
      <dgm:prSet/>
      <dgm:spPr/>
      <dgm:t>
        <a:bodyPr/>
        <a:lstStyle/>
        <a:p>
          <a:endParaRPr lang="zh-TW" altLang="en-US"/>
        </a:p>
      </dgm:t>
    </dgm:pt>
    <dgm:pt modelId="{DE6503A1-5594-4BF5-9712-8DAC9D7F1703}">
      <dgm:prSet phldrT="[Text]" custT="1"/>
      <dgm:spPr>
        <a:solidFill>
          <a:srgbClr val="3399FF"/>
        </a:solidFill>
      </dgm:spPr>
      <dgm:t>
        <a:bodyPr/>
        <a:lstStyle/>
        <a:p>
          <a:r>
            <a: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M340</a:t>
          </a:r>
          <a:endParaRPr lang="zh-TW" alt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507FD10-8DE4-4555-AE65-18FD0DBD3DD9}" type="parTrans" cxnId="{60493B25-DB93-4D7D-AD50-F65CFB720BAB}">
      <dgm:prSet/>
      <dgm:spPr/>
      <dgm:t>
        <a:bodyPr/>
        <a:lstStyle/>
        <a:p>
          <a:endParaRPr lang="zh-TW" altLang="en-US"/>
        </a:p>
      </dgm:t>
    </dgm:pt>
    <dgm:pt modelId="{3DDF2250-F2A0-4440-A30D-420C480100A0}" type="sibTrans" cxnId="{60493B25-DB93-4D7D-AD50-F65CFB720BAB}">
      <dgm:prSet/>
      <dgm:spPr/>
      <dgm:t>
        <a:bodyPr/>
        <a:lstStyle/>
        <a:p>
          <a:endParaRPr lang="zh-TW" altLang="en-US"/>
        </a:p>
      </dgm:t>
    </dgm:pt>
    <dgm:pt modelId="{0187C51A-3305-4DBE-8A7E-EE93B2FBD91B}">
      <dgm:prSet phldrT="[Text]" custT="1"/>
      <dgm:spPr>
        <a:solidFill>
          <a:srgbClr val="FFCC66"/>
        </a:solidFill>
      </dgm:spPr>
      <dgm:t>
        <a:bodyPr/>
        <a:lstStyle/>
        <a:p>
          <a:r>
            <a: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T-BAWL</a:t>
          </a:r>
          <a:endParaRPr lang="zh-TW" alt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75DB24-A5F1-41FC-A4D0-0D4EE95FC755}" type="parTrans" cxnId="{42A1483D-1263-478C-9478-BEB9B06EFFB4}">
      <dgm:prSet/>
      <dgm:spPr/>
      <dgm:t>
        <a:bodyPr/>
        <a:lstStyle/>
        <a:p>
          <a:endParaRPr lang="zh-TW" altLang="en-US"/>
        </a:p>
      </dgm:t>
    </dgm:pt>
    <dgm:pt modelId="{0A83B281-322F-4E1B-9B40-9739706823CA}" type="sibTrans" cxnId="{42A1483D-1263-478C-9478-BEB9B06EFFB4}">
      <dgm:prSet/>
      <dgm:spPr/>
      <dgm:t>
        <a:bodyPr/>
        <a:lstStyle/>
        <a:p>
          <a:endParaRPr lang="zh-TW" altLang="en-US"/>
        </a:p>
      </dgm:t>
    </dgm:pt>
    <dgm:pt modelId="{5732F734-EC9F-4BD4-81C9-F715E6D06CB6}">
      <dgm:prSet phldrT="[Text]" custT="1"/>
      <dgm:spPr>
        <a:solidFill>
          <a:srgbClr val="00B050"/>
        </a:solidFill>
      </dgm:spPr>
      <dgm:t>
        <a:bodyPr/>
        <a:lstStyle/>
        <a:p>
          <a:r>
            <a: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VL-800</a:t>
          </a:r>
          <a:endParaRPr lang="zh-TW" altLang="en-US" sz="2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1EAE8F-A4D5-4934-BC7C-12ECF3121464}" type="parTrans" cxnId="{1E2BA953-8045-4DAC-BE52-9C5E616DCC88}">
      <dgm:prSet/>
      <dgm:spPr/>
      <dgm:t>
        <a:bodyPr/>
        <a:lstStyle/>
        <a:p>
          <a:endParaRPr lang="zh-TW" altLang="en-US"/>
        </a:p>
      </dgm:t>
    </dgm:pt>
    <dgm:pt modelId="{557C8968-FC06-481E-BB3A-DBB5EFC57659}" type="sibTrans" cxnId="{1E2BA953-8045-4DAC-BE52-9C5E616DCC88}">
      <dgm:prSet/>
      <dgm:spPr/>
      <dgm:t>
        <a:bodyPr/>
        <a:lstStyle/>
        <a:p>
          <a:endParaRPr lang="zh-TW" altLang="en-US"/>
        </a:p>
      </dgm:t>
    </dgm:pt>
    <dgm:pt modelId="{C8AAC9F2-D2C9-499D-8182-6964C1319F6C}" type="pres">
      <dgm:prSet presAssocID="{BDCC30B9-D6E4-42CA-B309-11FE3252BA12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8FA429C-7B3A-40F1-BF51-593D4A5EED20}" type="pres">
      <dgm:prSet presAssocID="{19481FBB-0FD2-4828-91B8-3C49986146FE}" presName="centerShape" presStyleLbl="node0" presStyleIdx="0" presStyleCnt="1"/>
      <dgm:spPr/>
    </dgm:pt>
    <dgm:pt modelId="{8A334686-8E3F-41D4-BBE1-E7BE8607C6C7}" type="pres">
      <dgm:prSet presAssocID="{9A7FD8A2-44C6-410C-8B1C-3056E62C2C19}" presName="Name9" presStyleLbl="parChTrans1D2" presStyleIdx="0" presStyleCnt="4"/>
      <dgm:spPr/>
    </dgm:pt>
    <dgm:pt modelId="{1482C0E4-AA22-4B80-9A3A-D1375B28AB31}" type="pres">
      <dgm:prSet presAssocID="{9A7FD8A2-44C6-410C-8B1C-3056E62C2C19}" presName="connTx" presStyleLbl="parChTrans1D2" presStyleIdx="0" presStyleCnt="4"/>
      <dgm:spPr/>
    </dgm:pt>
    <dgm:pt modelId="{735BE3BB-52F1-499C-A819-6A2AC044F240}" type="pres">
      <dgm:prSet presAssocID="{911D067B-58FF-40D4-B8A2-E5A64E151161}" presName="node" presStyleLbl="node1" presStyleIdx="0" presStyleCnt="4">
        <dgm:presLayoutVars>
          <dgm:bulletEnabled val="1"/>
        </dgm:presLayoutVars>
      </dgm:prSet>
      <dgm:spPr/>
    </dgm:pt>
    <dgm:pt modelId="{729F8D04-74EA-4FF1-A0F4-3E6A373516C6}" type="pres">
      <dgm:prSet presAssocID="{0507FD10-8DE4-4555-AE65-18FD0DBD3DD9}" presName="Name9" presStyleLbl="parChTrans1D2" presStyleIdx="1" presStyleCnt="4"/>
      <dgm:spPr/>
    </dgm:pt>
    <dgm:pt modelId="{307FCE7B-18FD-4D10-9F72-C194532869DA}" type="pres">
      <dgm:prSet presAssocID="{0507FD10-8DE4-4555-AE65-18FD0DBD3DD9}" presName="connTx" presStyleLbl="parChTrans1D2" presStyleIdx="1" presStyleCnt="4"/>
      <dgm:spPr/>
    </dgm:pt>
    <dgm:pt modelId="{18053E30-4510-4F86-A2B0-9149E6DCB01B}" type="pres">
      <dgm:prSet presAssocID="{DE6503A1-5594-4BF5-9712-8DAC9D7F1703}" presName="node" presStyleLbl="node1" presStyleIdx="1" presStyleCnt="4">
        <dgm:presLayoutVars>
          <dgm:bulletEnabled val="1"/>
        </dgm:presLayoutVars>
      </dgm:prSet>
      <dgm:spPr/>
    </dgm:pt>
    <dgm:pt modelId="{A1E04A4A-DD9C-48A0-90F9-99E30F1ABFAB}" type="pres">
      <dgm:prSet presAssocID="{BD75DB24-A5F1-41FC-A4D0-0D4EE95FC755}" presName="Name9" presStyleLbl="parChTrans1D2" presStyleIdx="2" presStyleCnt="4"/>
      <dgm:spPr/>
    </dgm:pt>
    <dgm:pt modelId="{C7A3C2DC-1BA8-4CC3-ADA8-D712B04103D4}" type="pres">
      <dgm:prSet presAssocID="{BD75DB24-A5F1-41FC-A4D0-0D4EE95FC755}" presName="connTx" presStyleLbl="parChTrans1D2" presStyleIdx="2" presStyleCnt="4"/>
      <dgm:spPr/>
    </dgm:pt>
    <dgm:pt modelId="{72E500B3-D0B3-4DE8-BD54-15669129970D}" type="pres">
      <dgm:prSet presAssocID="{0187C51A-3305-4DBE-8A7E-EE93B2FBD91B}" presName="node" presStyleLbl="node1" presStyleIdx="2" presStyleCnt="4">
        <dgm:presLayoutVars>
          <dgm:bulletEnabled val="1"/>
        </dgm:presLayoutVars>
      </dgm:prSet>
      <dgm:spPr/>
    </dgm:pt>
    <dgm:pt modelId="{CACCB97F-7F11-4FFD-8D9B-A1BB7465F08C}" type="pres">
      <dgm:prSet presAssocID="{131EAE8F-A4D5-4934-BC7C-12ECF3121464}" presName="Name9" presStyleLbl="parChTrans1D2" presStyleIdx="3" presStyleCnt="4"/>
      <dgm:spPr/>
    </dgm:pt>
    <dgm:pt modelId="{049DCCB1-1F0D-4462-BBFC-97489A225999}" type="pres">
      <dgm:prSet presAssocID="{131EAE8F-A4D5-4934-BC7C-12ECF3121464}" presName="connTx" presStyleLbl="parChTrans1D2" presStyleIdx="3" presStyleCnt="4"/>
      <dgm:spPr/>
    </dgm:pt>
    <dgm:pt modelId="{2ED1F727-1CDD-4B63-BBBC-2DD463B0492D}" type="pres">
      <dgm:prSet presAssocID="{5732F734-EC9F-4BD4-81C9-F715E6D06CB6}" presName="node" presStyleLbl="node1" presStyleIdx="3" presStyleCnt="4">
        <dgm:presLayoutVars>
          <dgm:bulletEnabled val="1"/>
        </dgm:presLayoutVars>
      </dgm:prSet>
      <dgm:spPr/>
    </dgm:pt>
  </dgm:ptLst>
  <dgm:cxnLst>
    <dgm:cxn modelId="{F041F408-9451-4E40-BB59-E0753974262E}" type="presOf" srcId="{BD75DB24-A5F1-41FC-A4D0-0D4EE95FC755}" destId="{A1E04A4A-DD9C-48A0-90F9-99E30F1ABFAB}" srcOrd="0" destOrd="0" presId="urn:microsoft.com/office/officeart/2005/8/layout/radial1"/>
    <dgm:cxn modelId="{60493B25-DB93-4D7D-AD50-F65CFB720BAB}" srcId="{19481FBB-0FD2-4828-91B8-3C49986146FE}" destId="{DE6503A1-5594-4BF5-9712-8DAC9D7F1703}" srcOrd="1" destOrd="0" parTransId="{0507FD10-8DE4-4555-AE65-18FD0DBD3DD9}" sibTransId="{3DDF2250-F2A0-4440-A30D-420C480100A0}"/>
    <dgm:cxn modelId="{2D0BA92E-AC40-454E-B0DF-7A7C2209B10E}" srcId="{BDCC30B9-D6E4-42CA-B309-11FE3252BA12}" destId="{19481FBB-0FD2-4828-91B8-3C49986146FE}" srcOrd="0" destOrd="0" parTransId="{80D1D30B-ECE5-4E06-B767-E0E7F1D933FA}" sibTransId="{DAA2D6C9-6269-442E-B1AA-AFEFD07D5998}"/>
    <dgm:cxn modelId="{BA08D939-C9AC-4DF6-B1B8-1950EC22F133}" type="presOf" srcId="{BDCC30B9-D6E4-42CA-B309-11FE3252BA12}" destId="{C8AAC9F2-D2C9-499D-8182-6964C1319F6C}" srcOrd="0" destOrd="0" presId="urn:microsoft.com/office/officeart/2005/8/layout/radial1"/>
    <dgm:cxn modelId="{6F66EC39-54AC-4D0E-81A7-AA206EBD6B69}" type="presOf" srcId="{131EAE8F-A4D5-4934-BC7C-12ECF3121464}" destId="{049DCCB1-1F0D-4462-BBFC-97489A225999}" srcOrd="1" destOrd="0" presId="urn:microsoft.com/office/officeart/2005/8/layout/radial1"/>
    <dgm:cxn modelId="{42A1483D-1263-478C-9478-BEB9B06EFFB4}" srcId="{19481FBB-0FD2-4828-91B8-3C49986146FE}" destId="{0187C51A-3305-4DBE-8A7E-EE93B2FBD91B}" srcOrd="2" destOrd="0" parTransId="{BD75DB24-A5F1-41FC-A4D0-0D4EE95FC755}" sibTransId="{0A83B281-322F-4E1B-9B40-9739706823CA}"/>
    <dgm:cxn modelId="{D5BBEA5D-9DED-4588-ADA2-FA196224E319}" type="presOf" srcId="{5732F734-EC9F-4BD4-81C9-F715E6D06CB6}" destId="{2ED1F727-1CDD-4B63-BBBC-2DD463B0492D}" srcOrd="0" destOrd="0" presId="urn:microsoft.com/office/officeart/2005/8/layout/radial1"/>
    <dgm:cxn modelId="{907B6468-E955-4946-89EF-D97FBF8C0E46}" srcId="{19481FBB-0FD2-4828-91B8-3C49986146FE}" destId="{911D067B-58FF-40D4-B8A2-E5A64E151161}" srcOrd="0" destOrd="0" parTransId="{9A7FD8A2-44C6-410C-8B1C-3056E62C2C19}" sibTransId="{27E6371C-D41A-4C51-9879-DB1DEB8A5178}"/>
    <dgm:cxn modelId="{1E2BA953-8045-4DAC-BE52-9C5E616DCC88}" srcId="{19481FBB-0FD2-4828-91B8-3C49986146FE}" destId="{5732F734-EC9F-4BD4-81C9-F715E6D06CB6}" srcOrd="3" destOrd="0" parTransId="{131EAE8F-A4D5-4934-BC7C-12ECF3121464}" sibTransId="{557C8968-FC06-481E-BB3A-DBB5EFC57659}"/>
    <dgm:cxn modelId="{93790C78-0897-43CB-BF81-8BAF9FF142D4}" type="presOf" srcId="{0187C51A-3305-4DBE-8A7E-EE93B2FBD91B}" destId="{72E500B3-D0B3-4DE8-BD54-15669129970D}" srcOrd="0" destOrd="0" presId="urn:microsoft.com/office/officeart/2005/8/layout/radial1"/>
    <dgm:cxn modelId="{84FF2E90-1C80-499C-A0BD-D1F9D8856E52}" type="presOf" srcId="{9A7FD8A2-44C6-410C-8B1C-3056E62C2C19}" destId="{1482C0E4-AA22-4B80-9A3A-D1375B28AB31}" srcOrd="1" destOrd="0" presId="urn:microsoft.com/office/officeart/2005/8/layout/radial1"/>
    <dgm:cxn modelId="{DF4848AD-6874-416E-880A-8448F1B555A9}" type="presOf" srcId="{911D067B-58FF-40D4-B8A2-E5A64E151161}" destId="{735BE3BB-52F1-499C-A819-6A2AC044F240}" srcOrd="0" destOrd="0" presId="urn:microsoft.com/office/officeart/2005/8/layout/radial1"/>
    <dgm:cxn modelId="{1C22CFBD-6F9B-45D5-B885-AF10B0E1A2F2}" type="presOf" srcId="{131EAE8F-A4D5-4934-BC7C-12ECF3121464}" destId="{CACCB97F-7F11-4FFD-8D9B-A1BB7465F08C}" srcOrd="0" destOrd="0" presId="urn:microsoft.com/office/officeart/2005/8/layout/radial1"/>
    <dgm:cxn modelId="{DA31F6BE-63E6-4407-ADB2-F3C6945419C1}" type="presOf" srcId="{19481FBB-0FD2-4828-91B8-3C49986146FE}" destId="{F8FA429C-7B3A-40F1-BF51-593D4A5EED20}" srcOrd="0" destOrd="0" presId="urn:microsoft.com/office/officeart/2005/8/layout/radial1"/>
    <dgm:cxn modelId="{DD4800E3-4458-4395-A113-7C7DE8392913}" type="presOf" srcId="{DE6503A1-5594-4BF5-9712-8DAC9D7F1703}" destId="{18053E30-4510-4F86-A2B0-9149E6DCB01B}" srcOrd="0" destOrd="0" presId="urn:microsoft.com/office/officeart/2005/8/layout/radial1"/>
    <dgm:cxn modelId="{EFEE2AEA-645C-4AEF-8230-F449AB963187}" type="presOf" srcId="{0507FD10-8DE4-4555-AE65-18FD0DBD3DD9}" destId="{729F8D04-74EA-4FF1-A0F4-3E6A373516C6}" srcOrd="0" destOrd="0" presId="urn:microsoft.com/office/officeart/2005/8/layout/radial1"/>
    <dgm:cxn modelId="{210AC0EA-D9CD-4D68-A495-18A9A0FFD075}" type="presOf" srcId="{0507FD10-8DE4-4555-AE65-18FD0DBD3DD9}" destId="{307FCE7B-18FD-4D10-9F72-C194532869DA}" srcOrd="1" destOrd="0" presId="urn:microsoft.com/office/officeart/2005/8/layout/radial1"/>
    <dgm:cxn modelId="{42BD7DF5-AFDD-4D27-B9A2-61D02C309E19}" type="presOf" srcId="{BD75DB24-A5F1-41FC-A4D0-0D4EE95FC755}" destId="{C7A3C2DC-1BA8-4CC3-ADA8-D712B04103D4}" srcOrd="1" destOrd="0" presId="urn:microsoft.com/office/officeart/2005/8/layout/radial1"/>
    <dgm:cxn modelId="{A1FC76F9-5C31-400E-AEA3-0C2BDFA783C7}" type="presOf" srcId="{9A7FD8A2-44C6-410C-8B1C-3056E62C2C19}" destId="{8A334686-8E3F-41D4-BBE1-E7BE8607C6C7}" srcOrd="0" destOrd="0" presId="urn:microsoft.com/office/officeart/2005/8/layout/radial1"/>
    <dgm:cxn modelId="{9573C098-5B04-42A6-A795-AB8FE9D85F68}" type="presParOf" srcId="{C8AAC9F2-D2C9-499D-8182-6964C1319F6C}" destId="{F8FA429C-7B3A-40F1-BF51-593D4A5EED20}" srcOrd="0" destOrd="0" presId="urn:microsoft.com/office/officeart/2005/8/layout/radial1"/>
    <dgm:cxn modelId="{E2695AD3-2162-44AE-BB61-563879796D0F}" type="presParOf" srcId="{C8AAC9F2-D2C9-499D-8182-6964C1319F6C}" destId="{8A334686-8E3F-41D4-BBE1-E7BE8607C6C7}" srcOrd="1" destOrd="0" presId="urn:microsoft.com/office/officeart/2005/8/layout/radial1"/>
    <dgm:cxn modelId="{109C45AB-3AAE-462F-90BD-DD7F7A4A0A74}" type="presParOf" srcId="{8A334686-8E3F-41D4-BBE1-E7BE8607C6C7}" destId="{1482C0E4-AA22-4B80-9A3A-D1375B28AB31}" srcOrd="0" destOrd="0" presId="urn:microsoft.com/office/officeart/2005/8/layout/radial1"/>
    <dgm:cxn modelId="{8F3416F1-25C5-40E6-B240-C54AF91E66A8}" type="presParOf" srcId="{C8AAC9F2-D2C9-499D-8182-6964C1319F6C}" destId="{735BE3BB-52F1-499C-A819-6A2AC044F240}" srcOrd="2" destOrd="0" presId="urn:microsoft.com/office/officeart/2005/8/layout/radial1"/>
    <dgm:cxn modelId="{5BC0BE1A-2DA6-4217-B170-9E2060F4ECAD}" type="presParOf" srcId="{C8AAC9F2-D2C9-499D-8182-6964C1319F6C}" destId="{729F8D04-74EA-4FF1-A0F4-3E6A373516C6}" srcOrd="3" destOrd="0" presId="urn:microsoft.com/office/officeart/2005/8/layout/radial1"/>
    <dgm:cxn modelId="{F00C80EA-EB9E-4E4C-9A41-E577D04F6F9E}" type="presParOf" srcId="{729F8D04-74EA-4FF1-A0F4-3E6A373516C6}" destId="{307FCE7B-18FD-4D10-9F72-C194532869DA}" srcOrd="0" destOrd="0" presId="urn:microsoft.com/office/officeart/2005/8/layout/radial1"/>
    <dgm:cxn modelId="{2D37A92A-2CA4-4795-B319-E5FB1D1889AB}" type="presParOf" srcId="{C8AAC9F2-D2C9-499D-8182-6964C1319F6C}" destId="{18053E30-4510-4F86-A2B0-9149E6DCB01B}" srcOrd="4" destOrd="0" presId="urn:microsoft.com/office/officeart/2005/8/layout/radial1"/>
    <dgm:cxn modelId="{4ECE9299-C648-43E4-B4D4-4D71AF57E610}" type="presParOf" srcId="{C8AAC9F2-D2C9-499D-8182-6964C1319F6C}" destId="{A1E04A4A-DD9C-48A0-90F9-99E30F1ABFAB}" srcOrd="5" destOrd="0" presId="urn:microsoft.com/office/officeart/2005/8/layout/radial1"/>
    <dgm:cxn modelId="{9E04ACB2-87DD-4359-895A-243044627C36}" type="presParOf" srcId="{A1E04A4A-DD9C-48A0-90F9-99E30F1ABFAB}" destId="{C7A3C2DC-1BA8-4CC3-ADA8-D712B04103D4}" srcOrd="0" destOrd="0" presId="urn:microsoft.com/office/officeart/2005/8/layout/radial1"/>
    <dgm:cxn modelId="{FCD5F252-A405-459E-A468-A6415C867018}" type="presParOf" srcId="{C8AAC9F2-D2C9-499D-8182-6964C1319F6C}" destId="{72E500B3-D0B3-4DE8-BD54-15669129970D}" srcOrd="6" destOrd="0" presId="urn:microsoft.com/office/officeart/2005/8/layout/radial1"/>
    <dgm:cxn modelId="{65FDC69F-6358-4800-9C0B-E47E4AC2AEB0}" type="presParOf" srcId="{C8AAC9F2-D2C9-499D-8182-6964C1319F6C}" destId="{CACCB97F-7F11-4FFD-8D9B-A1BB7465F08C}" srcOrd="7" destOrd="0" presId="urn:microsoft.com/office/officeart/2005/8/layout/radial1"/>
    <dgm:cxn modelId="{06150296-A452-4B60-93A7-8123AFA1466A}" type="presParOf" srcId="{CACCB97F-7F11-4FFD-8D9B-A1BB7465F08C}" destId="{049DCCB1-1F0D-4462-BBFC-97489A225999}" srcOrd="0" destOrd="0" presId="urn:microsoft.com/office/officeart/2005/8/layout/radial1"/>
    <dgm:cxn modelId="{F7087DE8-CCE4-4353-9B71-3B807953DD81}" type="presParOf" srcId="{C8AAC9F2-D2C9-499D-8182-6964C1319F6C}" destId="{2ED1F727-1CDD-4B63-BBBC-2DD463B0492D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A429C-7B3A-40F1-BF51-593D4A5EED20}">
      <dsp:nvSpPr>
        <dsp:cNvPr id="0" name=""/>
        <dsp:cNvSpPr/>
      </dsp:nvSpPr>
      <dsp:spPr>
        <a:xfrm>
          <a:off x="1565791" y="2285871"/>
          <a:ext cx="1188896" cy="1188896"/>
        </a:xfrm>
        <a:prstGeom prst="ellipse">
          <a:avLst/>
        </a:prstGeom>
        <a:solidFill>
          <a:srgbClr val="FF0000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M3100M3200</a:t>
          </a:r>
          <a:endParaRPr lang="zh-TW" alt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9901" y="2459981"/>
        <a:ext cx="840676" cy="840676"/>
      </dsp:txXfrm>
    </dsp:sp>
    <dsp:sp modelId="{8A334686-8E3F-41D4-BBE1-E7BE8607C6C7}">
      <dsp:nvSpPr>
        <dsp:cNvPr id="0" name=""/>
        <dsp:cNvSpPr/>
      </dsp:nvSpPr>
      <dsp:spPr>
        <a:xfrm rot="16200000">
          <a:off x="1980422" y="2081288"/>
          <a:ext cx="359635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359635" y="2476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151249" y="2097063"/>
        <a:ext cx="17981" cy="17981"/>
      </dsp:txXfrm>
    </dsp:sp>
    <dsp:sp modelId="{735BE3BB-52F1-499C-A819-6A2AC044F240}">
      <dsp:nvSpPr>
        <dsp:cNvPr id="0" name=""/>
        <dsp:cNvSpPr/>
      </dsp:nvSpPr>
      <dsp:spPr>
        <a:xfrm>
          <a:off x="1565791" y="737339"/>
          <a:ext cx="1188896" cy="1188896"/>
        </a:xfrm>
        <a:prstGeom prst="ellipse">
          <a:avLst/>
        </a:prstGeom>
        <a:solidFill>
          <a:srgbClr val="0033CC"/>
        </a:solidFill>
        <a:ln>
          <a:noFill/>
        </a:ln>
        <a:effectLst>
          <a:outerShdw blurRad="44450" dist="27940" dir="5400000" algn="ctr" rotWithShape="0">
            <a:srgbClr val="000000">
              <a:alpha val="32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M120</a:t>
          </a:r>
          <a:endParaRPr lang="zh-TW" alt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9901" y="911449"/>
        <a:ext cx="840676" cy="840676"/>
      </dsp:txXfrm>
    </dsp:sp>
    <dsp:sp modelId="{729F8D04-74EA-4FF1-A0F4-3E6A373516C6}">
      <dsp:nvSpPr>
        <dsp:cNvPr id="0" name=""/>
        <dsp:cNvSpPr/>
      </dsp:nvSpPr>
      <dsp:spPr>
        <a:xfrm>
          <a:off x="2754688" y="2855554"/>
          <a:ext cx="359635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359635" y="2476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925515" y="2871329"/>
        <a:ext cx="17981" cy="17981"/>
      </dsp:txXfrm>
    </dsp:sp>
    <dsp:sp modelId="{18053E30-4510-4F86-A2B0-9149E6DCB01B}">
      <dsp:nvSpPr>
        <dsp:cNvPr id="0" name=""/>
        <dsp:cNvSpPr/>
      </dsp:nvSpPr>
      <dsp:spPr>
        <a:xfrm>
          <a:off x="3114323" y="2285871"/>
          <a:ext cx="1188896" cy="1188896"/>
        </a:xfrm>
        <a:prstGeom prst="ellipse">
          <a:avLst/>
        </a:prstGeom>
        <a:solidFill>
          <a:srgbClr val="3399FF"/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M340</a:t>
          </a:r>
          <a:endParaRPr lang="zh-TW" alt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88433" y="2459981"/>
        <a:ext cx="840676" cy="840676"/>
      </dsp:txXfrm>
    </dsp:sp>
    <dsp:sp modelId="{A1E04A4A-DD9C-48A0-90F9-99E30F1ABFAB}">
      <dsp:nvSpPr>
        <dsp:cNvPr id="0" name=""/>
        <dsp:cNvSpPr/>
      </dsp:nvSpPr>
      <dsp:spPr>
        <a:xfrm rot="5400000">
          <a:off x="1980422" y="3629820"/>
          <a:ext cx="359635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359635" y="2476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>
        <a:off x="2151249" y="3645595"/>
        <a:ext cx="17981" cy="17981"/>
      </dsp:txXfrm>
    </dsp:sp>
    <dsp:sp modelId="{72E500B3-D0B3-4DE8-BD54-15669129970D}">
      <dsp:nvSpPr>
        <dsp:cNvPr id="0" name=""/>
        <dsp:cNvSpPr/>
      </dsp:nvSpPr>
      <dsp:spPr>
        <a:xfrm>
          <a:off x="1565791" y="3834403"/>
          <a:ext cx="1188896" cy="1188896"/>
        </a:xfrm>
        <a:prstGeom prst="ellipse">
          <a:avLst/>
        </a:prstGeom>
        <a:solidFill>
          <a:srgbClr val="FFCC66"/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T-BAWL</a:t>
          </a:r>
          <a:endParaRPr lang="zh-TW" alt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39901" y="4008513"/>
        <a:ext cx="840676" cy="840676"/>
      </dsp:txXfrm>
    </dsp:sp>
    <dsp:sp modelId="{CACCB97F-7F11-4FFD-8D9B-A1BB7465F08C}">
      <dsp:nvSpPr>
        <dsp:cNvPr id="0" name=""/>
        <dsp:cNvSpPr/>
      </dsp:nvSpPr>
      <dsp:spPr>
        <a:xfrm rot="10800000">
          <a:off x="1206156" y="2855554"/>
          <a:ext cx="359635" cy="49531"/>
        </a:xfrm>
        <a:custGeom>
          <a:avLst/>
          <a:gdLst/>
          <a:ahLst/>
          <a:cxnLst/>
          <a:rect l="0" t="0" r="0" b="0"/>
          <a:pathLst>
            <a:path>
              <a:moveTo>
                <a:pt x="0" y="24765"/>
              </a:moveTo>
              <a:lnTo>
                <a:pt x="359635" y="24765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TW" altLang="en-US" sz="500" kern="1200"/>
        </a:p>
      </dsp:txBody>
      <dsp:txXfrm rot="10800000">
        <a:off x="1376983" y="2871329"/>
        <a:ext cx="17981" cy="17981"/>
      </dsp:txXfrm>
    </dsp:sp>
    <dsp:sp modelId="{2ED1F727-1CDD-4B63-BBBC-2DD463B0492D}">
      <dsp:nvSpPr>
        <dsp:cNvPr id="0" name=""/>
        <dsp:cNvSpPr/>
      </dsp:nvSpPr>
      <dsp:spPr>
        <a:xfrm>
          <a:off x="17259" y="2285871"/>
          <a:ext cx="1188896" cy="1188896"/>
        </a:xfrm>
        <a:prstGeom prst="ellipse">
          <a:avLst/>
        </a:prstGeom>
        <a:solidFill>
          <a:srgbClr val="00B050"/>
        </a:solidFill>
        <a:ln>
          <a:noFill/>
        </a:ln>
        <a:effectLst>
          <a:outerShdw blurRad="38100" dist="25400" dir="5400000" algn="t" rotWithShape="0">
            <a:srgbClr val="000000">
              <a:alpha val="50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VL-800</a:t>
          </a:r>
          <a:endParaRPr lang="zh-TW" altLang="en-US" sz="2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1369" y="2459981"/>
        <a:ext cx="840676" cy="8406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2025/3/18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POCL3:</a:t>
            </a:r>
            <a:endParaRPr lang="en-US" dirty="0"/>
          </a:p>
          <a:p>
            <a:r>
              <a:rPr lang="en-US" dirty="0"/>
              <a:t>AP:POCL3</a:t>
            </a:r>
            <a:r>
              <a:rPr lang="zh-TW" altLang="en-US" dirty="0"/>
              <a:t>、</a:t>
            </a:r>
            <a:r>
              <a:rPr lang="en-US" altLang="zh-TW" dirty="0"/>
              <a:t>PAD</a:t>
            </a:r>
            <a:r>
              <a:rPr lang="zh-TW" altLang="en-US" dirty="0"/>
              <a:t>、</a:t>
            </a:r>
            <a:r>
              <a:rPr lang="en-US" altLang="zh-TW" dirty="0"/>
              <a:t>SAC</a:t>
            </a:r>
            <a:r>
              <a:rPr lang="zh-TW" altLang="en-US" dirty="0"/>
              <a:t>、</a:t>
            </a:r>
            <a:r>
              <a:rPr lang="en-US" altLang="zh-TW" dirty="0"/>
              <a:t>GATE</a:t>
            </a:r>
            <a:r>
              <a:rPr lang="zh-TW" altLang="en-US" dirty="0"/>
              <a:t>、</a:t>
            </a:r>
            <a:r>
              <a:rPr lang="en-US" altLang="zh-TW" dirty="0"/>
              <a:t>Field</a:t>
            </a:r>
            <a:r>
              <a:rPr lang="zh-TW" altLang="en-US" dirty="0"/>
              <a:t>、</a:t>
            </a:r>
            <a:r>
              <a:rPr lang="en-US" altLang="zh-TW" dirty="0"/>
              <a:t>drive in</a:t>
            </a:r>
            <a:r>
              <a:rPr lang="zh-TW" altLang="en-US" dirty="0"/>
              <a:t>、</a:t>
            </a:r>
            <a:r>
              <a:rPr lang="en-US" altLang="zh-TW" dirty="0"/>
              <a:t>BPSG flow</a:t>
            </a:r>
            <a:r>
              <a:rPr lang="zh-TW" altLang="en-US" dirty="0"/>
              <a:t>、</a:t>
            </a:r>
            <a:r>
              <a:rPr lang="en-US" altLang="zh-TW" dirty="0"/>
              <a:t>POLY</a:t>
            </a:r>
            <a:r>
              <a:rPr lang="zh-TW" altLang="en-US" dirty="0"/>
              <a:t>、</a:t>
            </a:r>
            <a:r>
              <a:rPr lang="en-US" altLang="zh-TW" dirty="0"/>
              <a:t>Alloy curing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10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POCL3:</a:t>
            </a:r>
            <a:endParaRPr lang="en-US" dirty="0"/>
          </a:p>
          <a:p>
            <a:r>
              <a:rPr lang="en-US" dirty="0"/>
              <a:t>AP:POCL3</a:t>
            </a:r>
            <a:r>
              <a:rPr lang="zh-TW" altLang="en-US" dirty="0"/>
              <a:t>、</a:t>
            </a:r>
            <a:r>
              <a:rPr lang="en-US" altLang="zh-TW" dirty="0"/>
              <a:t>PAD</a:t>
            </a:r>
            <a:r>
              <a:rPr lang="zh-TW" altLang="en-US" dirty="0"/>
              <a:t>、</a:t>
            </a:r>
            <a:r>
              <a:rPr lang="en-US" altLang="zh-TW" dirty="0"/>
              <a:t>SAC</a:t>
            </a:r>
            <a:r>
              <a:rPr lang="zh-TW" altLang="en-US" dirty="0"/>
              <a:t>、</a:t>
            </a:r>
            <a:r>
              <a:rPr lang="en-US" altLang="zh-TW" dirty="0"/>
              <a:t>GATE</a:t>
            </a:r>
            <a:r>
              <a:rPr lang="zh-TW" altLang="en-US" dirty="0"/>
              <a:t>、</a:t>
            </a:r>
            <a:r>
              <a:rPr lang="en-US" altLang="zh-TW" dirty="0"/>
              <a:t>Field</a:t>
            </a:r>
            <a:r>
              <a:rPr lang="zh-TW" altLang="en-US" dirty="0"/>
              <a:t>、</a:t>
            </a:r>
            <a:r>
              <a:rPr lang="en-US" altLang="zh-TW" dirty="0"/>
              <a:t>drive in</a:t>
            </a:r>
            <a:r>
              <a:rPr lang="zh-TW" altLang="en-US" dirty="0"/>
              <a:t>、</a:t>
            </a:r>
            <a:r>
              <a:rPr lang="en-US" altLang="zh-TW" dirty="0"/>
              <a:t>BPSG flow</a:t>
            </a:r>
            <a:r>
              <a:rPr lang="zh-TW" altLang="en-US" dirty="0"/>
              <a:t>、</a:t>
            </a:r>
            <a:r>
              <a:rPr lang="en-US" altLang="zh-TW" dirty="0"/>
              <a:t>POLY</a:t>
            </a:r>
            <a:r>
              <a:rPr lang="zh-TW" altLang="en-US" dirty="0"/>
              <a:t>、</a:t>
            </a:r>
            <a:r>
              <a:rPr lang="en-US" altLang="zh-TW" dirty="0"/>
              <a:t>Alloy curing</a:t>
            </a:r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794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3EC348-F9E7-40CF-A068-836F961C15B7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07EA6-6A5D-42EE-A684-5E2C3529401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4BFAFA-BF8A-4615-B678-9E93429EC401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91F85D-47E0-47FB-8D3F-5A0955AC54F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0159AA-BA96-454E-8C92-78295E73C683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A89686-D657-4D1C-8F00-13410ADAFB5B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8240A-06B7-49A2-AFEE-07D61E0EACF6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42619-D13C-4AD6-85EC-540D22427CA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DBEB015-20B6-4694-BF68-639EDEBCBE74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E30A7008-FFE4-4D95-B96C-DE3B8D1427A2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2DB4AA9-204E-472C-AE8F-EFD35BC94D36}" type="datetime1">
              <a:rPr lang="zh-TW" altLang="en-US" smtClean="0"/>
              <a:t>2025/3/18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2025.03.03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2025.03.14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FAB</a:t>
            </a:r>
            <a:r>
              <a:rPr lang="zh-TW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環境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&amp;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逃生路線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&amp; 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爐管機台配置及區別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機台主架構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&amp;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機台簡介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VL-800 &amp; T-BAWL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部分做動指令 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爐管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SPM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程序簡單說明</a:t>
            </a:r>
          </a:p>
          <a:p>
            <a:pPr>
              <a:defRPr/>
            </a:pPr>
            <a:endParaRPr lang="en-US" altLang="zh-TW" dirty="0">
              <a:latin typeface="+mj-ea"/>
              <a:ea typeface="+mj-ea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90EC69-AA1D-6BEA-2E14-978368AD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248" y="6202680"/>
            <a:ext cx="609600" cy="45720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4" name="TextBox 2">
            <a:extLst>
              <a:ext uri="{FF2B5EF4-FFF2-40B4-BE49-F238E27FC236}">
                <a16:creationId xmlns:a16="http://schemas.microsoft.com/office/drawing/2014/main" id="{4B45DB9C-8C79-DB98-423D-45DA79D5A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01688" y="3929064"/>
            <a:ext cx="4322762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8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2024.06.03</a:t>
            </a:r>
            <a:r>
              <a:rPr lang="zh-TW" altLang="en-US" sz="28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~</a:t>
            </a:r>
            <a:r>
              <a:rPr lang="zh-TW" altLang="en-US" sz="28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 </a:t>
            </a:r>
            <a:r>
              <a:rPr lang="en-US" altLang="zh-TW" sz="2800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2024.06.14</a:t>
            </a:r>
            <a:endParaRPr lang="zh-TW" altLang="en-US" sz="2800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2188233" y="471724"/>
            <a:ext cx="781553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b="1" dirty="0">
                <a:latin typeface="+mj-ea"/>
                <a:ea typeface="+mj-ea"/>
              </a:rPr>
              <a:t>學習</a:t>
            </a:r>
            <a:r>
              <a:rPr kumimoji="0" lang="zh-TW" altLang="en-US" sz="4000" b="1" dirty="0">
                <a:latin typeface="+mj-ea"/>
                <a:ea typeface="+mj-ea"/>
              </a:rPr>
              <a:t>進度表</a:t>
            </a:r>
            <a:endParaRPr kumimoji="0" lang="en-US" sz="4000" b="1" dirty="0">
              <a:latin typeface="+mj-ea"/>
              <a:ea typeface="+mj-ea"/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317108"/>
              </p:ext>
            </p:extLst>
          </p:nvPr>
        </p:nvGraphicFramePr>
        <p:xfrm>
          <a:off x="828134" y="1283015"/>
          <a:ext cx="10535730" cy="5053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8160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959525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1984075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863970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509968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2025/3/03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報到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雲端課程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新人講習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2025/3/04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雲端課程、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Fab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環境認識及逃生路線</a:t>
                      </a:r>
                      <a:endParaRPr lang="en-US" altLang="zh-TW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認識</a:t>
                      </a: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FAB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環境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2025/3/05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WSIX-1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Introduction Machine Structure Part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2025/3/06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LP-P4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84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2025/3/07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GRD-2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MPM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3895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ERT</a:t>
                      </a:r>
                      <a:r>
                        <a:rPr lang="zh-TW" alt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搶救組新訓及認證</a:t>
                      </a:r>
                      <a:endParaRPr lang="en-US" altLang="zh-TW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1334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F23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QPM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772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2025/3/14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SPM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8C752A54-408F-8A95-3E32-6ADE43D6CD7B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76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925" y="63628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投影片編號版面配置區 3">
            <a:extLst>
              <a:ext uri="{FF2B5EF4-FFF2-40B4-BE49-F238E27FC236}">
                <a16:creationId xmlns:a16="http://schemas.microsoft.com/office/drawing/2014/main" id="{44E21E1B-275C-7325-2D66-D74922F7722F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4BB3AB8C-F74C-923F-4682-49DF577E7171}"/>
              </a:ext>
            </a:extLst>
          </p:cNvPr>
          <p:cNvSpPr/>
          <p:nvPr/>
        </p:nvSpPr>
        <p:spPr>
          <a:xfrm>
            <a:off x="968925" y="2633472"/>
            <a:ext cx="3127587" cy="44805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CB34D4A-AFD5-9718-8FD4-A3F803078130}"/>
              </a:ext>
            </a:extLst>
          </p:cNvPr>
          <p:cNvSpPr/>
          <p:nvPr/>
        </p:nvSpPr>
        <p:spPr>
          <a:xfrm>
            <a:off x="968924" y="1060704"/>
            <a:ext cx="3127587" cy="2878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C3FCE4C4-E89D-42DE-6E80-0294A7139F28}"/>
              </a:ext>
            </a:extLst>
          </p:cNvPr>
          <p:cNvSpPr/>
          <p:nvPr/>
        </p:nvSpPr>
        <p:spPr>
          <a:xfrm>
            <a:off x="968924" y="1920874"/>
            <a:ext cx="3127587" cy="154813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918EFE8-787B-17A6-F772-CF17D8276738}"/>
              </a:ext>
            </a:extLst>
          </p:cNvPr>
          <p:cNvSpPr/>
          <p:nvPr/>
        </p:nvSpPr>
        <p:spPr>
          <a:xfrm>
            <a:off x="968924" y="488630"/>
            <a:ext cx="3127587" cy="287846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C6D6922-2D8D-3D8C-C0B5-59D877F4044F}"/>
              </a:ext>
            </a:extLst>
          </p:cNvPr>
          <p:cNvSpPr txBox="1"/>
          <p:nvPr/>
        </p:nvSpPr>
        <p:spPr bwMode="auto">
          <a:xfrm>
            <a:off x="7156704" y="537484"/>
            <a:ext cx="3849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爐管</a:t>
            </a:r>
            <a:r>
              <a:rPr kumimoji="0"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SPM</a:t>
            </a: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獨立作業</a:t>
            </a:r>
            <a:endParaRPr kumimoji="0"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B8E89F9-21EB-4A59-147A-EC7085ADAE54}"/>
              </a:ext>
            </a:extLst>
          </p:cNvPr>
          <p:cNvSpPr txBox="1"/>
          <p:nvPr/>
        </p:nvSpPr>
        <p:spPr bwMode="auto">
          <a:xfrm>
            <a:off x="6595987" y="3365564"/>
            <a:ext cx="3849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T-BAWL</a:t>
            </a: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</a:t>
            </a:r>
            <a:endParaRPr kumimoji="0"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72FB50C-ED8B-A694-50D8-2C37DED4F45C}"/>
              </a:ext>
            </a:extLst>
          </p:cNvPr>
          <p:cNvSpPr txBox="1"/>
          <p:nvPr/>
        </p:nvSpPr>
        <p:spPr bwMode="auto">
          <a:xfrm>
            <a:off x="6595987" y="2633472"/>
            <a:ext cx="38496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VL-800</a:t>
            </a: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操作         </a:t>
            </a:r>
            <a:endParaRPr kumimoji="0"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DCCBB9-0088-04A9-5FBC-0DAE5D3FF567}"/>
              </a:ext>
            </a:extLst>
          </p:cNvPr>
          <p:cNvSpPr txBox="1"/>
          <p:nvPr/>
        </p:nvSpPr>
        <p:spPr bwMode="auto">
          <a:xfrm>
            <a:off x="6595987" y="1920874"/>
            <a:ext cx="473049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爐管主面板操作 </a:t>
            </a:r>
            <a:endParaRPr kumimoji="0" lang="en-US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CA8DFB-89EF-A504-E484-52A3D496291C}"/>
              </a:ext>
            </a:extLst>
          </p:cNvPr>
          <p:cNvSpPr txBox="1"/>
          <p:nvPr/>
        </p:nvSpPr>
        <p:spPr bwMode="auto">
          <a:xfrm>
            <a:off x="9497792" y="1920874"/>
            <a:ext cx="1621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endParaRPr kumimoji="0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5132737-62DD-747F-3FA3-52598E914126}"/>
              </a:ext>
            </a:extLst>
          </p:cNvPr>
          <p:cNvSpPr txBox="1"/>
          <p:nvPr/>
        </p:nvSpPr>
        <p:spPr bwMode="auto">
          <a:xfrm>
            <a:off x="9497791" y="2595890"/>
            <a:ext cx="1621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endParaRPr kumimoji="0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8094AF6-6F2B-5A37-209D-F477AA985B26}"/>
              </a:ext>
            </a:extLst>
          </p:cNvPr>
          <p:cNvSpPr txBox="1"/>
          <p:nvPr/>
        </p:nvSpPr>
        <p:spPr bwMode="auto">
          <a:xfrm>
            <a:off x="9497791" y="3344574"/>
            <a:ext cx="162187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50%</a:t>
            </a:r>
            <a:endParaRPr kumimoji="0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834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7F37A986-35A2-068A-C9FB-40B7F512E2FF}"/>
              </a:ext>
            </a:extLst>
          </p:cNvPr>
          <p:cNvSpPr txBox="1"/>
          <p:nvPr/>
        </p:nvSpPr>
        <p:spPr bwMode="auto">
          <a:xfrm>
            <a:off x="2584432" y="63742"/>
            <a:ext cx="66542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lang="en-US" altLang="zh-TW" sz="40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FAB</a:t>
            </a:r>
            <a:r>
              <a:rPr lang="zh-TW" altLang="zh-TW" sz="40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環境</a:t>
            </a:r>
            <a:r>
              <a:rPr lang="zh-TW" altLang="en-US" sz="40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40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&amp;</a:t>
            </a:r>
            <a:r>
              <a:rPr lang="zh-TW" altLang="en-US" sz="40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zh-TW" sz="4000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逃生路線</a:t>
            </a: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AB36F7F8-B780-4A09-9EAA-E7E6016DB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25" y="842362"/>
            <a:ext cx="9891647" cy="5500937"/>
          </a:xfrm>
          <a:prstGeom prst="rect">
            <a:avLst/>
          </a:prstGeom>
        </p:spPr>
      </p:pic>
      <p:sp>
        <p:nvSpPr>
          <p:cNvPr id="31" name="箭號: 向右 30">
            <a:extLst>
              <a:ext uri="{FF2B5EF4-FFF2-40B4-BE49-F238E27FC236}">
                <a16:creationId xmlns:a16="http://schemas.microsoft.com/office/drawing/2014/main" id="{D6B8269B-249C-E533-F168-F071DAD55C03}"/>
              </a:ext>
            </a:extLst>
          </p:cNvPr>
          <p:cNvSpPr/>
          <p:nvPr/>
        </p:nvSpPr>
        <p:spPr>
          <a:xfrm rot="8449134">
            <a:off x="9606680" y="843870"/>
            <a:ext cx="305269" cy="215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箭號: 向右 31">
            <a:extLst>
              <a:ext uri="{FF2B5EF4-FFF2-40B4-BE49-F238E27FC236}">
                <a16:creationId xmlns:a16="http://schemas.microsoft.com/office/drawing/2014/main" id="{62E17F0A-7F63-46BB-6142-D482FCEE6043}"/>
              </a:ext>
            </a:extLst>
          </p:cNvPr>
          <p:cNvSpPr/>
          <p:nvPr/>
        </p:nvSpPr>
        <p:spPr>
          <a:xfrm rot="12913657">
            <a:off x="10087587" y="4374807"/>
            <a:ext cx="305269" cy="215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箭號: 向右 32">
            <a:extLst>
              <a:ext uri="{FF2B5EF4-FFF2-40B4-BE49-F238E27FC236}">
                <a16:creationId xmlns:a16="http://schemas.microsoft.com/office/drawing/2014/main" id="{5B14EC2F-3BC8-A701-AE92-4E2B5C31CBD0}"/>
              </a:ext>
            </a:extLst>
          </p:cNvPr>
          <p:cNvSpPr/>
          <p:nvPr/>
        </p:nvSpPr>
        <p:spPr>
          <a:xfrm rot="19576168">
            <a:off x="1943739" y="3389019"/>
            <a:ext cx="305269" cy="215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箭號: 向右 33">
            <a:extLst>
              <a:ext uri="{FF2B5EF4-FFF2-40B4-BE49-F238E27FC236}">
                <a16:creationId xmlns:a16="http://schemas.microsoft.com/office/drawing/2014/main" id="{96F36740-B48D-2AE7-5902-CACD50148B86}"/>
              </a:ext>
            </a:extLst>
          </p:cNvPr>
          <p:cNvSpPr/>
          <p:nvPr/>
        </p:nvSpPr>
        <p:spPr>
          <a:xfrm rot="2527057">
            <a:off x="1943738" y="769404"/>
            <a:ext cx="305269" cy="21515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7F38C7E8-08A9-5310-956B-95A2FDC4EF80}"/>
              </a:ext>
            </a:extLst>
          </p:cNvPr>
          <p:cNvSpPr txBox="1"/>
          <p:nvPr/>
        </p:nvSpPr>
        <p:spPr bwMode="auto">
          <a:xfrm>
            <a:off x="2393728" y="6255325"/>
            <a:ext cx="74045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2400" b="1" dirty="0">
                <a:solidFill>
                  <a:srgbClr val="FF0000"/>
                </a:solidFill>
              </a:rPr>
              <a:t>箭頭所指的方向為通往</a:t>
            </a:r>
            <a:r>
              <a:rPr lang="en-US" altLang="zh-TW" sz="2400" b="1" dirty="0">
                <a:solidFill>
                  <a:srgbClr val="FF0000"/>
                </a:solidFill>
              </a:rPr>
              <a:t>FAB</a:t>
            </a:r>
            <a:r>
              <a:rPr lang="zh-TW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</a:rPr>
              <a:t>1F</a:t>
            </a:r>
            <a:r>
              <a:rPr lang="zh-TW" altLang="en-US" sz="2400" b="1" dirty="0">
                <a:solidFill>
                  <a:srgbClr val="FF0000"/>
                </a:solidFill>
              </a:rPr>
              <a:t> 的緊急逃生出口</a:t>
            </a:r>
            <a:endParaRPr kumimoji="0" 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7ED263E-9E2C-B6CC-0A25-DDEF58E5664A}"/>
              </a:ext>
            </a:extLst>
          </p:cNvPr>
          <p:cNvSpPr txBox="1"/>
          <p:nvPr/>
        </p:nvSpPr>
        <p:spPr bwMode="auto">
          <a:xfrm>
            <a:off x="10426957" y="4500671"/>
            <a:ext cx="3749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89D8889-CF1A-3DA2-06AC-052B486E514A}"/>
              </a:ext>
            </a:extLst>
          </p:cNvPr>
          <p:cNvSpPr txBox="1"/>
          <p:nvPr/>
        </p:nvSpPr>
        <p:spPr bwMode="auto">
          <a:xfrm>
            <a:off x="9911769" y="622329"/>
            <a:ext cx="3749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kumimoji="0"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5B09062-C52C-A78E-D6AC-D87FACE9F429}"/>
              </a:ext>
            </a:extLst>
          </p:cNvPr>
          <p:cNvSpPr txBox="1"/>
          <p:nvPr/>
        </p:nvSpPr>
        <p:spPr bwMode="auto">
          <a:xfrm>
            <a:off x="1570909" y="473030"/>
            <a:ext cx="3749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kumimoji="0"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DC0815D-C52A-ED38-0AE9-0B38CC4A48C4}"/>
              </a:ext>
            </a:extLst>
          </p:cNvPr>
          <p:cNvSpPr txBox="1"/>
          <p:nvPr/>
        </p:nvSpPr>
        <p:spPr bwMode="auto">
          <a:xfrm>
            <a:off x="1570909" y="3521520"/>
            <a:ext cx="37490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kumimoji="0"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投影片編號版面配置區 3">
            <a:extLst>
              <a:ext uri="{FF2B5EF4-FFF2-40B4-BE49-F238E27FC236}">
                <a16:creationId xmlns:a16="http://schemas.microsoft.com/office/drawing/2014/main" id="{F9FFF64B-8141-C8C3-1399-8136B9974667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667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字方塊 7">
            <a:extLst>
              <a:ext uri="{FF2B5EF4-FFF2-40B4-BE49-F238E27FC236}">
                <a16:creationId xmlns:a16="http://schemas.microsoft.com/office/drawing/2014/main" id="{7F37A986-35A2-068A-C9FB-40B7F512E2FF}"/>
              </a:ext>
            </a:extLst>
          </p:cNvPr>
          <p:cNvSpPr txBox="1"/>
          <p:nvPr/>
        </p:nvSpPr>
        <p:spPr bwMode="auto">
          <a:xfrm>
            <a:off x="2768847" y="17735"/>
            <a:ext cx="665429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/>
            <a:r>
              <a:rPr kumimoji="0" lang="zh-TW" altLang="en-US" sz="4000" b="1" dirty="0">
                <a:solidFill>
                  <a:srgbClr val="002060"/>
                </a:solidFill>
                <a:latin typeface="+mj-ea"/>
                <a:ea typeface="+mj-ea"/>
              </a:rPr>
              <a:t>爐管機台配置圖</a:t>
            </a:r>
            <a:endParaRPr lang="zh-TW" altLang="zh-TW" sz="4000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pic>
        <p:nvPicPr>
          <p:cNvPr id="18" name="圖片 1">
            <a:extLst>
              <a:ext uri="{FF2B5EF4-FFF2-40B4-BE49-F238E27FC236}">
                <a16:creationId xmlns:a16="http://schemas.microsoft.com/office/drawing/2014/main" id="{C475F462-4561-F465-8631-B9B83B070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23" y="1108937"/>
            <a:ext cx="5554175" cy="4872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299C8AD0-F2F4-A66F-527D-A4753E342C6A}"/>
              </a:ext>
            </a:extLst>
          </p:cNvPr>
          <p:cNvSpPr txBox="1"/>
          <p:nvPr/>
        </p:nvSpPr>
        <p:spPr bwMode="auto">
          <a:xfrm>
            <a:off x="6289482" y="1108937"/>
            <a:ext cx="60939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爐管生產機台依反應壓力分兩大類為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AP &amp; LP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16A84D52-34CE-0CA9-7A43-51E38B3BC59F}"/>
              </a:ext>
            </a:extLst>
          </p:cNvPr>
          <p:cNvGrpSpPr/>
          <p:nvPr/>
        </p:nvGrpSpPr>
        <p:grpSpPr>
          <a:xfrm>
            <a:off x="6437527" y="1796568"/>
            <a:ext cx="5064034" cy="4530859"/>
            <a:chOff x="6289482" y="1874945"/>
            <a:chExt cx="5064034" cy="4530859"/>
          </a:xfrm>
        </p:grpSpPr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59668891-3C4E-601B-0836-52C387EC5CB2}"/>
                </a:ext>
              </a:extLst>
            </p:cNvPr>
            <p:cNvGrpSpPr/>
            <p:nvPr/>
          </p:nvGrpSpPr>
          <p:grpSpPr>
            <a:xfrm>
              <a:off x="6289482" y="1874945"/>
              <a:ext cx="2272937" cy="3577271"/>
              <a:chOff x="6289482" y="1874945"/>
              <a:chExt cx="2272937" cy="3577271"/>
            </a:xfrm>
          </p:grpSpPr>
          <p:sp>
            <p:nvSpPr>
              <p:cNvPr id="2" name="矩形: 圓角 1">
                <a:extLst>
                  <a:ext uri="{FF2B5EF4-FFF2-40B4-BE49-F238E27FC236}">
                    <a16:creationId xmlns:a16="http://schemas.microsoft.com/office/drawing/2014/main" id="{F994E374-7DAF-14F4-1554-A1BFA33F69E5}"/>
                  </a:ext>
                </a:extLst>
              </p:cNvPr>
              <p:cNvSpPr/>
              <p:nvPr/>
            </p:nvSpPr>
            <p:spPr>
              <a:xfrm>
                <a:off x="6289482" y="1874945"/>
                <a:ext cx="2272937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Atmospheric  Pressure (AP)</a:t>
                </a:r>
                <a:endPara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矩形: 圓角 4">
                <a:extLst>
                  <a:ext uri="{FF2B5EF4-FFF2-40B4-BE49-F238E27FC236}">
                    <a16:creationId xmlns:a16="http://schemas.microsoft.com/office/drawing/2014/main" id="{3868C951-2AC9-4B00-6587-BC136B5213A6}"/>
                  </a:ext>
                </a:extLst>
              </p:cNvPr>
              <p:cNvSpPr/>
              <p:nvPr/>
            </p:nvSpPr>
            <p:spPr>
              <a:xfrm>
                <a:off x="6451818" y="2743852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氧化管 </a:t>
                </a:r>
                <a:r>
                  <a:rPr lang="en-US" altLang="zh-TW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</a:t>
                </a:r>
              </a:p>
              <a:p>
                <a:pPr algn="ctr"/>
                <a:r>
                  <a:rPr lang="en-US" altLang="zh-TW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(oxide)</a:t>
                </a:r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" name="矩形: 圓角 5">
                <a:extLst>
                  <a:ext uri="{FF2B5EF4-FFF2-40B4-BE49-F238E27FC236}">
                    <a16:creationId xmlns:a16="http://schemas.microsoft.com/office/drawing/2014/main" id="{0206832B-D52A-9C5A-5068-8FFBC8DD3F83}"/>
                  </a:ext>
                </a:extLst>
              </p:cNvPr>
              <p:cNvSpPr/>
              <p:nvPr/>
            </p:nvSpPr>
            <p:spPr>
              <a:xfrm>
                <a:off x="6451817" y="3697440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POCL3</a:t>
                </a:r>
                <a:r>
                  <a:rPr lang="zh-TW" altLang="en-US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dirty="0">
                  <a:solidFill>
                    <a:schemeClr val="accent1">
                      <a:lumMod val="60000"/>
                      <a:lumOff val="4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" name="矩形: 圓角 6">
                <a:extLst>
                  <a:ext uri="{FF2B5EF4-FFF2-40B4-BE49-F238E27FC236}">
                    <a16:creationId xmlns:a16="http://schemas.microsoft.com/office/drawing/2014/main" id="{FDC81C0B-A2CC-628A-B32B-E174ABBA0AD6}"/>
                  </a:ext>
                </a:extLst>
              </p:cNvPr>
              <p:cNvSpPr/>
              <p:nvPr/>
            </p:nvSpPr>
            <p:spPr>
              <a:xfrm>
                <a:off x="6451816" y="4651028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KOYO</a:t>
                </a:r>
                <a:r>
                  <a:rPr lang="zh-TW" altLang="en-US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6" name="接點: 肘形 15">
                <a:extLst>
                  <a:ext uri="{FF2B5EF4-FFF2-40B4-BE49-F238E27FC236}">
                    <a16:creationId xmlns:a16="http://schemas.microsoft.com/office/drawing/2014/main" id="{B1A086F4-2033-CB1E-B4B5-62981BE84AAB}"/>
                  </a:ext>
                </a:extLst>
              </p:cNvPr>
              <p:cNvCxnSpPr>
                <a:cxnSpLocks/>
                <a:stCxn id="2" idx="1"/>
                <a:endCxn id="5" idx="1"/>
              </p:cNvCxnSpPr>
              <p:nvPr/>
            </p:nvCxnSpPr>
            <p:spPr>
              <a:xfrm rot="10800000" flipH="1" flipV="1">
                <a:off x="6289482" y="2275538"/>
                <a:ext cx="162336" cy="868907"/>
              </a:xfrm>
              <a:prstGeom prst="bentConnector3">
                <a:avLst>
                  <a:gd name="adj1" fmla="val -140819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接點: 肘形 25">
                <a:extLst>
                  <a:ext uri="{FF2B5EF4-FFF2-40B4-BE49-F238E27FC236}">
                    <a16:creationId xmlns:a16="http://schemas.microsoft.com/office/drawing/2014/main" id="{1C740C11-FC81-DCB0-5B96-73F64064A5DA}"/>
                  </a:ext>
                </a:extLst>
              </p:cNvPr>
              <p:cNvCxnSpPr>
                <a:cxnSpLocks/>
                <a:stCxn id="6" idx="1"/>
                <a:endCxn id="2" idx="1"/>
              </p:cNvCxnSpPr>
              <p:nvPr/>
            </p:nvCxnSpPr>
            <p:spPr>
              <a:xfrm rot="10800000">
                <a:off x="6289483" y="2275540"/>
                <a:ext cx="162335" cy="1822495"/>
              </a:xfrm>
              <a:prstGeom prst="bentConnector3">
                <a:avLst>
                  <a:gd name="adj1" fmla="val 240820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接點: 肘形 28">
                <a:extLst>
                  <a:ext uri="{FF2B5EF4-FFF2-40B4-BE49-F238E27FC236}">
                    <a16:creationId xmlns:a16="http://schemas.microsoft.com/office/drawing/2014/main" id="{63BDBA3F-428B-693F-D134-43122B557E4F}"/>
                  </a:ext>
                </a:extLst>
              </p:cNvPr>
              <p:cNvCxnSpPr>
                <a:cxnSpLocks/>
                <a:stCxn id="7" idx="1"/>
                <a:endCxn id="2" idx="1"/>
              </p:cNvCxnSpPr>
              <p:nvPr/>
            </p:nvCxnSpPr>
            <p:spPr>
              <a:xfrm rot="10800000">
                <a:off x="6289482" y="2275540"/>
                <a:ext cx="162334" cy="2776083"/>
              </a:xfrm>
              <a:prstGeom prst="bentConnector3">
                <a:avLst>
                  <a:gd name="adj1" fmla="val 240821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96FE5327-40D1-9C33-106F-0979AC6008EE}"/>
                </a:ext>
              </a:extLst>
            </p:cNvPr>
            <p:cNvGrpSpPr/>
            <p:nvPr/>
          </p:nvGrpSpPr>
          <p:grpSpPr>
            <a:xfrm>
              <a:off x="9080578" y="1874945"/>
              <a:ext cx="2272938" cy="4530859"/>
              <a:chOff x="9080578" y="1874945"/>
              <a:chExt cx="2272938" cy="4530859"/>
            </a:xfrm>
          </p:grpSpPr>
          <p:sp>
            <p:nvSpPr>
              <p:cNvPr id="3" name="矩形: 圓角 2">
                <a:extLst>
                  <a:ext uri="{FF2B5EF4-FFF2-40B4-BE49-F238E27FC236}">
                    <a16:creationId xmlns:a16="http://schemas.microsoft.com/office/drawing/2014/main" id="{0C449B41-EB09-5785-D119-629BB89D5316}"/>
                  </a:ext>
                </a:extLst>
              </p:cNvPr>
              <p:cNvSpPr/>
              <p:nvPr/>
            </p:nvSpPr>
            <p:spPr>
              <a:xfrm>
                <a:off x="9080579" y="1874945"/>
                <a:ext cx="2272937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Pressure (LP)</a:t>
                </a:r>
              </a:p>
            </p:txBody>
          </p:sp>
          <p:sp>
            <p:nvSpPr>
              <p:cNvPr id="32" name="矩形: 圓角 31">
                <a:extLst>
                  <a:ext uri="{FF2B5EF4-FFF2-40B4-BE49-F238E27FC236}">
                    <a16:creationId xmlns:a16="http://schemas.microsoft.com/office/drawing/2014/main" id="{F2E3341A-09C0-0817-D498-3C2B5A04BBD3}"/>
                  </a:ext>
                </a:extLst>
              </p:cNvPr>
              <p:cNvSpPr/>
              <p:nvPr/>
            </p:nvSpPr>
            <p:spPr>
              <a:xfrm>
                <a:off x="9271550" y="2786193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POLY </a:t>
                </a:r>
                <a:r>
                  <a:rPr lang="zh-TW" altLang="en-US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  <a:p>
                <a:pPr algn="ctr"/>
                <a:r>
                  <a:rPr lang="en-US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situ 1</a:t>
                </a:r>
              </a:p>
            </p:txBody>
          </p:sp>
          <p:sp>
            <p:nvSpPr>
              <p:cNvPr id="33" name="矩形: 圓角 32">
                <a:extLst>
                  <a:ext uri="{FF2B5EF4-FFF2-40B4-BE49-F238E27FC236}">
                    <a16:creationId xmlns:a16="http://schemas.microsoft.com/office/drawing/2014/main" id="{ADE31A0D-37D4-40BC-72F8-DD3A7BB537BC}"/>
                  </a:ext>
                </a:extLst>
              </p:cNvPr>
              <p:cNvSpPr/>
              <p:nvPr/>
            </p:nvSpPr>
            <p:spPr>
              <a:xfrm>
                <a:off x="9271550" y="3697440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NITRIDE 7</a:t>
                </a:r>
              </a:p>
              <a:p>
                <a:pPr algn="ctr"/>
                <a:r>
                  <a:rPr lang="en-US" dirty="0">
                    <a:solidFill>
                      <a:srgbClr val="92D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(THIN/THICK)</a:t>
                </a:r>
              </a:p>
            </p:txBody>
          </p:sp>
          <p:sp>
            <p:nvSpPr>
              <p:cNvPr id="34" name="矩形: 圓角 33">
                <a:extLst>
                  <a:ext uri="{FF2B5EF4-FFF2-40B4-BE49-F238E27FC236}">
                    <a16:creationId xmlns:a16="http://schemas.microsoft.com/office/drawing/2014/main" id="{94FDB2CB-AEB7-4D92-C507-2F7DD4D9D9FE}"/>
                  </a:ext>
                </a:extLst>
              </p:cNvPr>
              <p:cNvSpPr/>
              <p:nvPr/>
            </p:nvSpPr>
            <p:spPr>
              <a:xfrm>
                <a:off x="9271549" y="4651028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FFCC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TEOS 7</a:t>
                </a:r>
              </a:p>
            </p:txBody>
          </p:sp>
          <p:sp>
            <p:nvSpPr>
              <p:cNvPr id="35" name="矩形: 圓角 34">
                <a:extLst>
                  <a:ext uri="{FF2B5EF4-FFF2-40B4-BE49-F238E27FC236}">
                    <a16:creationId xmlns:a16="http://schemas.microsoft.com/office/drawing/2014/main" id="{85FAC40A-62AE-07D0-61A1-E6AE5C1626CD}"/>
                  </a:ext>
                </a:extLst>
              </p:cNvPr>
              <p:cNvSpPr/>
              <p:nvPr/>
            </p:nvSpPr>
            <p:spPr>
              <a:xfrm>
                <a:off x="9271548" y="5604616"/>
                <a:ext cx="1890993" cy="801188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FFCC66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HTO 1</a:t>
                </a:r>
              </a:p>
            </p:txBody>
          </p:sp>
          <p:cxnSp>
            <p:nvCxnSpPr>
              <p:cNvPr id="37" name="接點: 肘形 36">
                <a:extLst>
                  <a:ext uri="{FF2B5EF4-FFF2-40B4-BE49-F238E27FC236}">
                    <a16:creationId xmlns:a16="http://schemas.microsoft.com/office/drawing/2014/main" id="{8D262D96-301F-C2FF-EE01-B8E3520C53D7}"/>
                  </a:ext>
                </a:extLst>
              </p:cNvPr>
              <p:cNvCxnSpPr>
                <a:cxnSpLocks/>
                <a:stCxn id="3" idx="1"/>
                <a:endCxn id="32" idx="1"/>
              </p:cNvCxnSpPr>
              <p:nvPr/>
            </p:nvCxnSpPr>
            <p:spPr>
              <a:xfrm rot="10800000" flipH="1" flipV="1">
                <a:off x="9080578" y="2275539"/>
                <a:ext cx="190971" cy="911248"/>
              </a:xfrm>
              <a:prstGeom prst="bentConnector3">
                <a:avLst>
                  <a:gd name="adj1" fmla="val -119704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接點: 肘形 39">
                <a:extLst>
                  <a:ext uri="{FF2B5EF4-FFF2-40B4-BE49-F238E27FC236}">
                    <a16:creationId xmlns:a16="http://schemas.microsoft.com/office/drawing/2014/main" id="{F7F21361-DCB5-22AF-1A4E-5643DA1B45B2}"/>
                  </a:ext>
                </a:extLst>
              </p:cNvPr>
              <p:cNvCxnSpPr>
                <a:cxnSpLocks/>
                <a:stCxn id="3" idx="1"/>
                <a:endCxn id="33" idx="1"/>
              </p:cNvCxnSpPr>
              <p:nvPr/>
            </p:nvCxnSpPr>
            <p:spPr>
              <a:xfrm rot="10800000" flipH="1" flipV="1">
                <a:off x="9080578" y="2275538"/>
                <a:ext cx="190971" cy="1822495"/>
              </a:xfrm>
              <a:prstGeom prst="bentConnector3">
                <a:avLst>
                  <a:gd name="adj1" fmla="val -119704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接點: 肘形 42">
                <a:extLst>
                  <a:ext uri="{FF2B5EF4-FFF2-40B4-BE49-F238E27FC236}">
                    <a16:creationId xmlns:a16="http://schemas.microsoft.com/office/drawing/2014/main" id="{9FD30F36-C1F2-395C-513C-F7FFA0CBDFB2}"/>
                  </a:ext>
                </a:extLst>
              </p:cNvPr>
              <p:cNvCxnSpPr>
                <a:cxnSpLocks/>
                <a:stCxn id="3" idx="1"/>
                <a:endCxn id="34" idx="1"/>
              </p:cNvCxnSpPr>
              <p:nvPr/>
            </p:nvCxnSpPr>
            <p:spPr>
              <a:xfrm rot="10800000" flipH="1" flipV="1">
                <a:off x="9080579" y="2275538"/>
                <a:ext cx="190970" cy="2776083"/>
              </a:xfrm>
              <a:prstGeom prst="bentConnector3">
                <a:avLst>
                  <a:gd name="adj1" fmla="val -119705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接點: 肘形 45">
                <a:extLst>
                  <a:ext uri="{FF2B5EF4-FFF2-40B4-BE49-F238E27FC236}">
                    <a16:creationId xmlns:a16="http://schemas.microsoft.com/office/drawing/2014/main" id="{07F7F326-AAC6-23FC-64E9-0F4601744469}"/>
                  </a:ext>
                </a:extLst>
              </p:cNvPr>
              <p:cNvCxnSpPr>
                <a:cxnSpLocks/>
                <a:stCxn id="3" idx="1"/>
                <a:endCxn id="35" idx="1"/>
              </p:cNvCxnSpPr>
              <p:nvPr/>
            </p:nvCxnSpPr>
            <p:spPr>
              <a:xfrm rot="10800000" flipH="1" flipV="1">
                <a:off x="9080578" y="2275538"/>
                <a:ext cx="190969" cy="3729671"/>
              </a:xfrm>
              <a:prstGeom prst="bentConnector3">
                <a:avLst>
                  <a:gd name="adj1" fmla="val -119705"/>
                </a:avLst>
              </a:prstGeom>
              <a:ln w="1905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投影片編號版面配置區 3">
            <a:extLst>
              <a:ext uri="{FF2B5EF4-FFF2-40B4-BE49-F238E27FC236}">
                <a16:creationId xmlns:a16="http://schemas.microsoft.com/office/drawing/2014/main" id="{D9D6CBBF-D531-8EA6-9EA5-346993DD337F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2308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投影片編號版面配置區 3">
            <a:extLst>
              <a:ext uri="{FF2B5EF4-FFF2-40B4-BE49-F238E27FC236}">
                <a16:creationId xmlns:a16="http://schemas.microsoft.com/office/drawing/2014/main" id="{D9D6CBBF-D531-8EA6-9EA5-346993DD337F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F5B066C-2EDB-E345-3259-F6A5EB5A4399}"/>
              </a:ext>
            </a:extLst>
          </p:cNvPr>
          <p:cNvSpPr txBox="1">
            <a:spLocks/>
          </p:cNvSpPr>
          <p:nvPr/>
        </p:nvSpPr>
        <p:spPr>
          <a:xfrm>
            <a:off x="4194286" y="320080"/>
            <a:ext cx="3803427" cy="706437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  <a:ea typeface="微軟正黑體" pitchFamily="34" charset="-120"/>
              </a:defRPr>
            </a:lvl9pPr>
          </a:lstStyle>
          <a:p>
            <a:pPr>
              <a:defRPr/>
            </a:pPr>
            <a:r>
              <a:rPr lang="zh-TW" altLang="en-US" b="1">
                <a:solidFill>
                  <a:srgbClr val="002060"/>
                </a:solidFill>
                <a:latin typeface="+mj-ea"/>
              </a:rPr>
              <a:t>機台主體架構</a:t>
            </a:r>
            <a:endParaRPr lang="zh-TW" altLang="en-US" b="1" dirty="0">
              <a:solidFill>
                <a:srgbClr val="002060"/>
              </a:solidFill>
              <a:latin typeface="+mj-ea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6CC1913-83AD-532F-6626-46EAB6992504}"/>
              </a:ext>
            </a:extLst>
          </p:cNvPr>
          <p:cNvSpPr txBox="1">
            <a:spLocks/>
          </p:cNvSpPr>
          <p:nvPr/>
        </p:nvSpPr>
        <p:spPr>
          <a:xfrm>
            <a:off x="1300517" y="1189831"/>
            <a:ext cx="4195027" cy="5184775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MAIN  SYSTEM</a:t>
            </a:r>
          </a:p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AP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管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M3100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LP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管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:</a:t>
            </a:r>
            <a:r>
              <a:rPr lang="zh-TW" altLang="en-US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M3200</a:t>
            </a:r>
            <a:endParaRPr lang="zh-TW" altLang="en-US" sz="1800" b="1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THERMAL SYSTEM</a:t>
            </a:r>
          </a:p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zh-TW" altLang="en-US" sz="1800" b="1" dirty="0">
                <a:solidFill>
                  <a:srgbClr val="0033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</a:t>
            </a:r>
            <a:r>
              <a:rPr lang="en-US" altLang="zh-TW" sz="1800" b="1" dirty="0">
                <a:solidFill>
                  <a:srgbClr val="0033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MODEL 120</a:t>
            </a:r>
            <a:endParaRPr lang="zh-TW" altLang="en-US" sz="1800" b="1" dirty="0">
              <a:solidFill>
                <a:srgbClr val="0033CC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GAS SYSTEM</a:t>
            </a:r>
          </a:p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TW" sz="1800" b="1" dirty="0">
                <a:solidFill>
                  <a:srgbClr val="3399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MODEL 340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WAFER TRANSFER</a:t>
            </a:r>
          </a:p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TW" sz="1800" b="1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 </a:t>
            </a:r>
            <a:r>
              <a:rPr lang="zh-TW" altLang="en-US" sz="1800" b="1" dirty="0">
                <a:solidFill>
                  <a:schemeClr val="accent6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en-US" altLang="zh-TW" sz="1800" b="1" dirty="0">
                <a:solidFill>
                  <a:srgbClr val="FFCC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T-BAWL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  <a:defRPr/>
            </a:pPr>
            <a:r>
              <a:rPr lang="en-US" altLang="zh-TW" sz="18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 TRANSFER</a:t>
            </a:r>
          </a:p>
          <a:p>
            <a:pPr marL="0" indent="0">
              <a:lnSpc>
                <a:spcPct val="150000"/>
              </a:lnSpc>
              <a:buFont typeface="Wingdings 2" panose="05020102010507070707" pitchFamily="18" charset="2"/>
              <a:buNone/>
              <a:defRPr/>
            </a:pPr>
            <a:r>
              <a:rPr lang="en-US" altLang="zh-TW" sz="1800" b="1" dirty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    </a:t>
            </a:r>
            <a:r>
              <a:rPr lang="zh-TW" altLang="en-US" sz="1800" b="1" dirty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</a:t>
            </a:r>
            <a:r>
              <a:rPr lang="en-US" altLang="zh-TW" sz="1800" b="1" dirty="0">
                <a:solidFill>
                  <a:srgbClr val="00B05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VL-800 </a:t>
            </a:r>
            <a:endParaRPr lang="zh-TW" altLang="en-US" sz="1800" b="1" dirty="0">
              <a:solidFill>
                <a:srgbClr val="00B05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A2AB0B2E-8959-DD21-23AE-011AFF0065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7713299"/>
              </p:ext>
            </p:extLst>
          </p:nvPr>
        </p:nvGraphicFramePr>
        <p:xfrm>
          <a:off x="5933696" y="777280"/>
          <a:ext cx="4320480" cy="576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041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電腦, 機器, 電子產品 的圖片&#10;&#10;自動產生的描述">
            <a:extLst>
              <a:ext uri="{FF2B5EF4-FFF2-40B4-BE49-F238E27FC236}">
                <a16:creationId xmlns:a16="http://schemas.microsoft.com/office/drawing/2014/main" id="{B5B0CCBD-C56E-37CB-DB44-194252EFB0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74369" y="1805813"/>
            <a:ext cx="5286248" cy="3964686"/>
          </a:xfrm>
          <a:prstGeom prst="rect">
            <a:avLst/>
          </a:prstGeom>
        </p:spPr>
      </p:pic>
      <p:sp>
        <p:nvSpPr>
          <p:cNvPr id="16386" name="標題 1">
            <a:extLst>
              <a:ext uri="{FF2B5EF4-FFF2-40B4-BE49-F238E27FC236}">
                <a16:creationId xmlns:a16="http://schemas.microsoft.com/office/drawing/2014/main" id="{42982D3D-6409-3AF1-7E8C-BEAA58457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6048" y="203673"/>
            <a:ext cx="10363200" cy="824232"/>
          </a:xfrm>
        </p:spPr>
        <p:txBody>
          <a:bodyPr/>
          <a:lstStyle/>
          <a:p>
            <a:pPr algn="ctr"/>
            <a:r>
              <a:rPr lang="zh-TW" altLang="zh-TW" b="1" dirty="0">
                <a:solidFill>
                  <a:srgbClr val="00206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爐管機台</a:t>
            </a:r>
            <a:r>
              <a:rPr lang="zh-TW" altLang="en-US" b="1" dirty="0">
                <a:solidFill>
                  <a:srgbClr val="002060"/>
                </a:solidFill>
                <a:latin typeface="微軟正黑體" panose="020B0604030504040204" pitchFamily="34" charset="-120"/>
                <a:cs typeface="Arial" panose="020B0604020202020204" pitchFamily="34" charset="0"/>
              </a:rPr>
              <a:t>簡介</a:t>
            </a:r>
            <a:endParaRPr lang="zh-TW" altLang="en-US" dirty="0">
              <a:solidFill>
                <a:srgbClr val="002060"/>
              </a:solidFill>
            </a:endParaRPr>
          </a:p>
        </p:txBody>
      </p:sp>
      <p:sp>
        <p:nvSpPr>
          <p:cNvPr id="16390" name="矩形 6">
            <a:extLst>
              <a:ext uri="{FF2B5EF4-FFF2-40B4-BE49-F238E27FC236}">
                <a16:creationId xmlns:a16="http://schemas.microsoft.com/office/drawing/2014/main" id="{0CB2B5AD-B6E2-EA95-32B5-47ABC07F3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887" y="2094239"/>
            <a:ext cx="4890961" cy="3730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514350" indent="-5143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01.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傳送機示意圖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02.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製程氣體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Flow Chart</a:t>
            </a: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03.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M3100/3200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控制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顯示面板 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04.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VL-800 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控制器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05.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T-BAWL 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控制器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06.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上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/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下貨區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Load/Unload</a:t>
            </a:r>
          </a:p>
          <a:p>
            <a:pPr>
              <a:lnSpc>
                <a:spcPct val="150000"/>
              </a:lnSpc>
              <a:spcBef>
                <a:spcPts val="575"/>
              </a:spcBef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07.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Cassette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放置區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391" name="矩形 4">
            <a:extLst>
              <a:ext uri="{FF2B5EF4-FFF2-40B4-BE49-F238E27FC236}">
                <a16:creationId xmlns:a16="http://schemas.microsoft.com/office/drawing/2014/main" id="{88929561-85BF-9C14-4E2A-D4AFA7A1A7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165" y="1459855"/>
            <a:ext cx="280320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(1)</a:t>
            </a:r>
            <a:r>
              <a:rPr lang="zh-TW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機台介紹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(Front)</a:t>
            </a:r>
            <a:endParaRPr lang="zh-TW" altLang="zh-TW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6392" name="文字方塊 7">
            <a:extLst>
              <a:ext uri="{FF2B5EF4-FFF2-40B4-BE49-F238E27FC236}">
                <a16:creationId xmlns:a16="http://schemas.microsoft.com/office/drawing/2014/main" id="{CCB5F1E4-A681-3C73-C6D9-9AF37A20CE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057" y="1690687"/>
            <a:ext cx="460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01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393" name="文字方塊 7">
            <a:extLst>
              <a:ext uri="{FF2B5EF4-FFF2-40B4-BE49-F238E27FC236}">
                <a16:creationId xmlns:a16="http://schemas.microsoft.com/office/drawing/2014/main" id="{CE2E7601-A727-63FA-B619-2A0E1801C8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2913" y="1785940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02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394" name="文字方塊 7">
            <a:extLst>
              <a:ext uri="{FF2B5EF4-FFF2-40B4-BE49-F238E27FC236}">
                <a16:creationId xmlns:a16="http://schemas.microsoft.com/office/drawing/2014/main" id="{4B2717A3-0131-1504-77E5-A86F02CF7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4682" y="2501902"/>
            <a:ext cx="4603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03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395" name="文字方塊 7">
            <a:extLst>
              <a:ext uri="{FF2B5EF4-FFF2-40B4-BE49-F238E27FC236}">
                <a16:creationId xmlns:a16="http://schemas.microsoft.com/office/drawing/2014/main" id="{71F8A61D-B0C3-6B95-93F2-6E8DFFEC6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151" y="3702780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04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396" name="文字方塊 7">
            <a:extLst>
              <a:ext uri="{FF2B5EF4-FFF2-40B4-BE49-F238E27FC236}">
                <a16:creationId xmlns:a16="http://schemas.microsoft.com/office/drawing/2014/main" id="{501E1F7F-B7E6-5023-F81F-4AF4CAF5A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774" y="5670551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05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397" name="文字方塊 7">
            <a:extLst>
              <a:ext uri="{FF2B5EF4-FFF2-40B4-BE49-F238E27FC236}">
                <a16:creationId xmlns:a16="http://schemas.microsoft.com/office/drawing/2014/main" id="{DD519BBA-7344-3D88-AAD0-8AD7F8F88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18617" y="5454412"/>
            <a:ext cx="460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06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16398" name="文字方塊 7">
            <a:extLst>
              <a:ext uri="{FF2B5EF4-FFF2-40B4-BE49-F238E27FC236}">
                <a16:creationId xmlns:a16="http://schemas.microsoft.com/office/drawing/2014/main" id="{22E6883F-7DAE-24A5-A24F-7883FB355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057" y="4060983"/>
            <a:ext cx="4603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07</a:t>
            </a:r>
            <a:endParaRPr lang="zh-TW" altLang="en-US" sz="1800" b="1" i="1" dirty="0">
              <a:solidFill>
                <a:srgbClr val="FF0000"/>
              </a:solidFill>
              <a:latin typeface="Calibri" panose="020F0502020204030204" pitchFamily="34" charset="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6AF6D7BB-AAF2-309A-72D1-2D0527D21B65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B1C9936-0674-A065-B42C-0891EB0C4E92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1571372" y="3584448"/>
            <a:ext cx="263778" cy="203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5C98DC4-CFC2-10D3-B526-16932FB66407}"/>
              </a:ext>
            </a:extLst>
          </p:cNvPr>
          <p:cNvSpPr txBox="1"/>
          <p:nvPr/>
        </p:nvSpPr>
        <p:spPr bwMode="auto">
          <a:xfrm>
            <a:off x="483458" y="3240391"/>
            <a:ext cx="14630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lang="zh-TW" altLang="en-US" b="1" dirty="0">
                <a:latin typeface="+mj-ea"/>
                <a:ea typeface="+mj-ea"/>
              </a:rPr>
              <a:t>機台代號</a:t>
            </a:r>
            <a:endParaRPr kumimoji="0" lang="en-US" b="1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5">
            <a:extLst>
              <a:ext uri="{FF2B5EF4-FFF2-40B4-BE49-F238E27FC236}">
                <a16:creationId xmlns:a16="http://schemas.microsoft.com/office/drawing/2014/main" id="{F63F5A87-A589-A5D3-36E3-F5650433A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2263" y="971031"/>
            <a:ext cx="264687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(2)</a:t>
            </a:r>
            <a:r>
              <a:rPr lang="zh-TW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機台介紹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(Back)</a:t>
            </a:r>
            <a:endParaRPr lang="zh-TW" altLang="zh-TW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77BE10A-5642-8AA5-E643-93AA19CF9F2F}"/>
              </a:ext>
            </a:extLst>
          </p:cNvPr>
          <p:cNvSpPr txBox="1">
            <a:spLocks/>
          </p:cNvSpPr>
          <p:nvPr/>
        </p:nvSpPr>
        <p:spPr>
          <a:xfrm>
            <a:off x="6672263" y="1873255"/>
            <a:ext cx="4393690" cy="3111490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07.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Cassette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放置區</a:t>
            </a:r>
            <a:endParaRPr lang="en-US" altLang="zh-TW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08.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 </a:t>
            </a:r>
          </a:p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09.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 fin (7 fin)</a:t>
            </a:r>
          </a:p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10.</a:t>
            </a:r>
            <a:r>
              <a:rPr lang="zh-TW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Pedestal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Cover</a:t>
            </a:r>
          </a:p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11.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Handling</a:t>
            </a:r>
            <a:r>
              <a:rPr lang="zh-TW" altLang="en-US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Arm</a:t>
            </a:r>
          </a:p>
          <a:p>
            <a:pPr marL="514350" indent="-514350" eaLnBrk="1" fontAlgn="auto" hangingPunct="1">
              <a:lnSpc>
                <a:spcPct val="150000"/>
              </a:lnSpc>
              <a:spcBef>
                <a:spcPts val="580"/>
              </a:spcBef>
              <a:spcAft>
                <a:spcPts val="0"/>
              </a:spcAft>
              <a:buNone/>
              <a:defRPr/>
            </a:pPr>
            <a:r>
              <a:rPr lang="en-US" altLang="zh-TW" sz="20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12. </a:t>
            </a:r>
            <a:r>
              <a:rPr lang="en-US" altLang="zh-TW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 Elevator</a:t>
            </a: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3BA3D674-C66F-BE9B-525F-4A7179197827}"/>
              </a:ext>
            </a:extLst>
          </p:cNvPr>
          <p:cNvGrpSpPr/>
          <p:nvPr/>
        </p:nvGrpSpPr>
        <p:grpSpPr>
          <a:xfrm>
            <a:off x="1298132" y="574634"/>
            <a:ext cx="4392484" cy="5856646"/>
            <a:chOff x="7799516" y="776903"/>
            <a:chExt cx="4392484" cy="5856646"/>
          </a:xfrm>
        </p:grpSpPr>
        <p:pic>
          <p:nvPicPr>
            <p:cNvPr id="9" name="圖片 8" descr="一張含有 機器, 工程, 電子產品, 投影機 的圖片&#10;&#10;自動產生的描述">
              <a:extLst>
                <a:ext uri="{FF2B5EF4-FFF2-40B4-BE49-F238E27FC236}">
                  <a16:creationId xmlns:a16="http://schemas.microsoft.com/office/drawing/2014/main" id="{1C95A064-6A45-50F3-AA74-AA59E508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067435" y="1508984"/>
              <a:ext cx="5856646" cy="4392484"/>
            </a:xfrm>
            <a:prstGeom prst="rect">
              <a:avLst/>
            </a:prstGeom>
          </p:spPr>
        </p:pic>
        <p:sp>
          <p:nvSpPr>
            <p:cNvPr id="17416" name="文字方塊 8">
              <a:extLst>
                <a:ext uri="{FF2B5EF4-FFF2-40B4-BE49-F238E27FC236}">
                  <a16:creationId xmlns:a16="http://schemas.microsoft.com/office/drawing/2014/main" id="{6C91E52E-9B93-AD94-5570-A299D6A84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535383" y="1219189"/>
              <a:ext cx="4603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08</a:t>
              </a:r>
              <a:endParaRPr lang="zh-TW" altLang="en-US" sz="1800" b="1" i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417" name="文字方塊 9">
              <a:extLst>
                <a:ext uri="{FF2B5EF4-FFF2-40B4-BE49-F238E27FC236}">
                  <a16:creationId xmlns:a16="http://schemas.microsoft.com/office/drawing/2014/main" id="{D80FEA37-E2E6-C39E-5C9B-9AC472DE1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65570" y="4303920"/>
              <a:ext cx="460375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09</a:t>
              </a:r>
            </a:p>
          </p:txBody>
        </p:sp>
        <p:sp>
          <p:nvSpPr>
            <p:cNvPr id="17419" name="文字方塊 11">
              <a:extLst>
                <a:ext uri="{FF2B5EF4-FFF2-40B4-BE49-F238E27FC236}">
                  <a16:creationId xmlns:a16="http://schemas.microsoft.com/office/drawing/2014/main" id="{ABE6D0E1-CDB1-6D5D-4F0B-DE7EAE106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8766" y="2334811"/>
              <a:ext cx="4603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11</a:t>
              </a:r>
              <a:endParaRPr lang="zh-TW" altLang="en-US" sz="1800" b="1" i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421" name="文字方塊 15">
              <a:extLst>
                <a:ext uri="{FF2B5EF4-FFF2-40B4-BE49-F238E27FC236}">
                  <a16:creationId xmlns:a16="http://schemas.microsoft.com/office/drawing/2014/main" id="{22442825-DBC7-2316-F65F-D9FD692A95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39171" y="5262052"/>
              <a:ext cx="4603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12</a:t>
              </a:r>
              <a:endParaRPr lang="zh-TW" altLang="en-US" sz="1800" b="1" i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  <p:sp>
          <p:nvSpPr>
            <p:cNvPr id="17422" name="文字方塊 16">
              <a:extLst>
                <a:ext uri="{FF2B5EF4-FFF2-40B4-BE49-F238E27FC236}">
                  <a16:creationId xmlns:a16="http://schemas.microsoft.com/office/drawing/2014/main" id="{AB6608DA-A194-EF83-A29A-8BB3C81A6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09248" y="1795399"/>
              <a:ext cx="46037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TW" sz="18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Arial" panose="020B0604020202020204" pitchFamily="34" charset="0"/>
                </a:rPr>
                <a:t>07</a:t>
              </a:r>
              <a:endParaRPr lang="zh-TW" altLang="en-US" sz="1800" b="1" i="1" dirty="0">
                <a:solidFill>
                  <a:srgbClr val="FF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Arial" panose="020B0604020202020204" pitchFamily="34" charset="0"/>
              </a:endParaRPr>
            </a:p>
          </p:txBody>
        </p:sp>
      </p:grp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15898AE7-9C59-BBA8-9D8A-56D35129F198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9">
            <a:extLst>
              <a:ext uri="{FF2B5EF4-FFF2-40B4-BE49-F238E27FC236}">
                <a16:creationId xmlns:a16="http://schemas.microsoft.com/office/drawing/2014/main" id="{084072DC-74F1-6DE5-1A02-C1AD1A9A9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7974" y="2973891"/>
            <a:ext cx="4603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矩形 4">
            <a:extLst>
              <a:ext uri="{FF2B5EF4-FFF2-40B4-BE49-F238E27FC236}">
                <a16:creationId xmlns:a16="http://schemas.microsoft.com/office/drawing/2014/main" id="{E198980A-746F-83A1-ABEE-F25C7F16F2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569" y="416546"/>
            <a:ext cx="519668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lvl="1" eaLnBrk="1" hangingPunct="1">
              <a:spcBef>
                <a:spcPct val="0"/>
              </a:spcBef>
              <a:buFontTx/>
              <a:buNone/>
            </a:pPr>
            <a:r>
              <a:rPr lang="zh-TW" alt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機台做動簡介 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5C2406C-26F3-886E-4327-7BF694AEED0A}"/>
              </a:ext>
            </a:extLst>
          </p:cNvPr>
          <p:cNvGrpSpPr/>
          <p:nvPr/>
        </p:nvGrpSpPr>
        <p:grpSpPr>
          <a:xfrm>
            <a:off x="676309" y="1406524"/>
            <a:ext cx="5029199" cy="3906838"/>
            <a:chOff x="4038601" y="1209675"/>
            <a:chExt cx="5029199" cy="3906838"/>
          </a:xfrm>
        </p:grpSpPr>
        <p:pic>
          <p:nvPicPr>
            <p:cNvPr id="3074" name="Picture 58">
              <a:extLst>
                <a:ext uri="{FF2B5EF4-FFF2-40B4-BE49-F238E27FC236}">
                  <a16:creationId xmlns:a16="http://schemas.microsoft.com/office/drawing/2014/main" id="{5C7C3B21-58DC-66CB-A5B7-039FA77BD7EC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0188" y="1209675"/>
              <a:ext cx="1909762" cy="39068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720B5B7A-0E23-99F5-9964-9B70D652757F}"/>
                </a:ext>
              </a:extLst>
            </p:cNvPr>
            <p:cNvSpPr/>
            <p:nvPr/>
          </p:nvSpPr>
          <p:spPr>
            <a:xfrm>
              <a:off x="4191000" y="3352800"/>
              <a:ext cx="287338" cy="46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3446CCF6-1A1F-058A-64B2-E0F439658016}"/>
                </a:ext>
              </a:extLst>
            </p:cNvPr>
            <p:cNvSpPr/>
            <p:nvPr/>
          </p:nvSpPr>
          <p:spPr>
            <a:xfrm>
              <a:off x="4811714" y="3352800"/>
              <a:ext cx="287337" cy="460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820C82C-0CD5-7A43-42AF-F9E8D6179CE2}"/>
                </a:ext>
              </a:extLst>
            </p:cNvPr>
            <p:cNvSpPr/>
            <p:nvPr/>
          </p:nvSpPr>
          <p:spPr>
            <a:xfrm>
              <a:off x="4191000" y="3856039"/>
              <a:ext cx="287338" cy="46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3350E84A-4D32-72C7-4D68-C352667AE98A}"/>
                </a:ext>
              </a:extLst>
            </p:cNvPr>
            <p:cNvSpPr/>
            <p:nvPr/>
          </p:nvSpPr>
          <p:spPr>
            <a:xfrm>
              <a:off x="4811714" y="3856039"/>
              <a:ext cx="287337" cy="46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38C508E2-4206-2B06-187C-B30150110B4C}"/>
                </a:ext>
              </a:extLst>
            </p:cNvPr>
            <p:cNvSpPr/>
            <p:nvPr/>
          </p:nvSpPr>
          <p:spPr>
            <a:xfrm>
              <a:off x="4191000" y="4360864"/>
              <a:ext cx="287338" cy="46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22BAB5FF-B700-4509-7313-5CFB556BC68B}"/>
                </a:ext>
              </a:extLst>
            </p:cNvPr>
            <p:cNvSpPr/>
            <p:nvPr/>
          </p:nvSpPr>
          <p:spPr>
            <a:xfrm>
              <a:off x="4811714" y="4360864"/>
              <a:ext cx="287337" cy="4603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pic>
          <p:nvPicPr>
            <p:cNvPr id="3082" name="圖片 67">
              <a:extLst>
                <a:ext uri="{FF2B5EF4-FFF2-40B4-BE49-F238E27FC236}">
                  <a16:creationId xmlns:a16="http://schemas.microsoft.com/office/drawing/2014/main" id="{9D3E4577-4094-8933-C253-189A4B312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201" y="3794126"/>
              <a:ext cx="792163" cy="423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8530735-3C42-5C91-F567-36F330F4C5AF}"/>
                </a:ext>
              </a:extLst>
            </p:cNvPr>
            <p:cNvSpPr/>
            <p:nvPr/>
          </p:nvSpPr>
          <p:spPr>
            <a:xfrm>
              <a:off x="5219700" y="1330325"/>
              <a:ext cx="146050" cy="1949450"/>
            </a:xfrm>
            <a:prstGeom prst="rect">
              <a:avLst/>
            </a:prstGeom>
            <a:solidFill>
              <a:srgbClr val="0066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cxnSp>
          <p:nvCxnSpPr>
            <p:cNvPr id="53" name="直線單箭頭接點 52">
              <a:extLst>
                <a:ext uri="{FF2B5EF4-FFF2-40B4-BE49-F238E27FC236}">
                  <a16:creationId xmlns:a16="http://schemas.microsoft.com/office/drawing/2014/main" id="{3C8EAE01-DDE7-E906-E137-AF0CA3C9771D}"/>
                </a:ext>
              </a:extLst>
            </p:cNvPr>
            <p:cNvCxnSpPr/>
            <p:nvPr/>
          </p:nvCxnSpPr>
          <p:spPr>
            <a:xfrm>
              <a:off x="7051676" y="2938463"/>
              <a:ext cx="523875" cy="0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5" name="文字方塊 78">
              <a:extLst>
                <a:ext uri="{FF2B5EF4-FFF2-40B4-BE49-F238E27FC236}">
                  <a16:creationId xmlns:a16="http://schemas.microsoft.com/office/drawing/2014/main" id="{B78B7632-5872-0E48-FA70-D2EF85C6CF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7138" y="2806701"/>
              <a:ext cx="1490662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VACUUM PIPING</a:t>
              </a:r>
              <a:endParaRPr lang="zh-TW" altLang="en-US" sz="1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5" name="直線單箭頭接點 54">
              <a:extLst>
                <a:ext uri="{FF2B5EF4-FFF2-40B4-BE49-F238E27FC236}">
                  <a16:creationId xmlns:a16="http://schemas.microsoft.com/office/drawing/2014/main" id="{42E26E67-F570-AB68-12B1-3D1BC87BC718}"/>
                </a:ext>
              </a:extLst>
            </p:cNvPr>
            <p:cNvCxnSpPr/>
            <p:nvPr/>
          </p:nvCxnSpPr>
          <p:spPr>
            <a:xfrm>
              <a:off x="6203950" y="2624138"/>
              <a:ext cx="1371600" cy="0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7" name="文字方塊 81">
              <a:extLst>
                <a:ext uri="{FF2B5EF4-FFF2-40B4-BE49-F238E27FC236}">
                  <a16:creationId xmlns:a16="http://schemas.microsoft.com/office/drawing/2014/main" id="{EDB0D679-B493-6502-5EBE-3945A2D9FD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75551" y="2501901"/>
              <a:ext cx="728663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TUBE</a:t>
              </a:r>
              <a:endParaRPr lang="zh-TW" altLang="en-US" sz="1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7" name="直線單箭頭接點 56">
              <a:extLst>
                <a:ext uri="{FF2B5EF4-FFF2-40B4-BE49-F238E27FC236}">
                  <a16:creationId xmlns:a16="http://schemas.microsoft.com/office/drawing/2014/main" id="{FD06E20D-8BD6-C468-629F-3A274A79ACC6}"/>
                </a:ext>
              </a:extLst>
            </p:cNvPr>
            <p:cNvCxnSpPr/>
            <p:nvPr/>
          </p:nvCxnSpPr>
          <p:spPr>
            <a:xfrm flipH="1" flipV="1">
              <a:off x="5005388" y="2778125"/>
              <a:ext cx="893762" cy="381000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89" name="文字方塊 84">
              <a:extLst>
                <a:ext uri="{FF2B5EF4-FFF2-40B4-BE49-F238E27FC236}">
                  <a16:creationId xmlns:a16="http://schemas.microsoft.com/office/drawing/2014/main" id="{5288515E-5F4C-6B03-4225-45C5B1F30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8601" y="2654301"/>
              <a:ext cx="1084263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MANIFOLD</a:t>
              </a:r>
              <a:endParaRPr lang="zh-TW" altLang="en-US" sz="1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9" name="直線單箭頭接點 58">
              <a:extLst>
                <a:ext uri="{FF2B5EF4-FFF2-40B4-BE49-F238E27FC236}">
                  <a16:creationId xmlns:a16="http://schemas.microsoft.com/office/drawing/2014/main" id="{E5513751-0E6F-1D10-D28B-80945B3A689B}"/>
                </a:ext>
              </a:extLst>
            </p:cNvPr>
            <p:cNvCxnSpPr/>
            <p:nvPr/>
          </p:nvCxnSpPr>
          <p:spPr>
            <a:xfrm flipV="1">
              <a:off x="6210300" y="3124200"/>
              <a:ext cx="1365250" cy="0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1" name="文字方塊 87">
              <a:extLst>
                <a:ext uri="{FF2B5EF4-FFF2-40B4-BE49-F238E27FC236}">
                  <a16:creationId xmlns:a16="http://schemas.microsoft.com/office/drawing/2014/main" id="{0E822D58-DC5F-7C0D-511B-5C5BC6B3C5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0950" y="3000376"/>
              <a:ext cx="10096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SHUTTER</a:t>
              </a:r>
              <a:endParaRPr lang="zh-TW" altLang="en-US" sz="1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63" name="直線單箭頭接點 62">
              <a:extLst>
                <a:ext uri="{FF2B5EF4-FFF2-40B4-BE49-F238E27FC236}">
                  <a16:creationId xmlns:a16="http://schemas.microsoft.com/office/drawing/2014/main" id="{7724658C-1B56-6853-B7A2-BA7DDE99014F}"/>
                </a:ext>
              </a:extLst>
            </p:cNvPr>
            <p:cNvCxnSpPr/>
            <p:nvPr/>
          </p:nvCxnSpPr>
          <p:spPr>
            <a:xfrm>
              <a:off x="6203951" y="4662488"/>
              <a:ext cx="1109663" cy="0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3" name="文字方塊 93">
              <a:extLst>
                <a:ext uri="{FF2B5EF4-FFF2-40B4-BE49-F238E27FC236}">
                  <a16:creationId xmlns:a16="http://schemas.microsoft.com/office/drawing/2014/main" id="{C8FD5681-1200-9AE3-FC7B-3DC90BE624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8700" y="4524376"/>
              <a:ext cx="1454150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CAP &amp; </a:t>
              </a:r>
              <a:r>
                <a:rPr lang="zh-TW" altLang="en-US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保溫桶</a:t>
              </a:r>
            </a:p>
          </p:txBody>
        </p:sp>
        <p:cxnSp>
          <p:nvCxnSpPr>
            <p:cNvPr id="67" name="直線單箭頭接點 66">
              <a:extLst>
                <a:ext uri="{FF2B5EF4-FFF2-40B4-BE49-F238E27FC236}">
                  <a16:creationId xmlns:a16="http://schemas.microsoft.com/office/drawing/2014/main" id="{53F4F045-A778-C6D8-D421-D1CE66840901}"/>
                </a:ext>
              </a:extLst>
            </p:cNvPr>
            <p:cNvCxnSpPr/>
            <p:nvPr/>
          </p:nvCxnSpPr>
          <p:spPr>
            <a:xfrm flipH="1">
              <a:off x="5638800" y="4556125"/>
              <a:ext cx="0" cy="331788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5" name="文字方塊 99">
              <a:extLst>
                <a:ext uri="{FF2B5EF4-FFF2-40B4-BE49-F238E27FC236}">
                  <a16:creationId xmlns:a16="http://schemas.microsoft.com/office/drawing/2014/main" id="{938F3505-130B-D935-3EE3-E1E29614E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0201" y="4829176"/>
              <a:ext cx="72072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ARM</a:t>
              </a:r>
              <a:endParaRPr lang="zh-TW" altLang="en-US" sz="1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線單箭頭接點 68">
              <a:extLst>
                <a:ext uri="{FF2B5EF4-FFF2-40B4-BE49-F238E27FC236}">
                  <a16:creationId xmlns:a16="http://schemas.microsoft.com/office/drawing/2014/main" id="{3D031AFD-AD15-6F8E-DE93-7DBDA0F9B8CA}"/>
                </a:ext>
              </a:extLst>
            </p:cNvPr>
            <p:cNvCxnSpPr/>
            <p:nvPr/>
          </p:nvCxnSpPr>
          <p:spPr>
            <a:xfrm>
              <a:off x="4724400" y="4175125"/>
              <a:ext cx="0" cy="554038"/>
            </a:xfrm>
            <a:prstGeom prst="straightConnector1">
              <a:avLst/>
            </a:prstGeom>
            <a:ln>
              <a:solidFill>
                <a:srgbClr val="0066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97" name="文字方塊 102">
              <a:extLst>
                <a:ext uri="{FF2B5EF4-FFF2-40B4-BE49-F238E27FC236}">
                  <a16:creationId xmlns:a16="http://schemas.microsoft.com/office/drawing/2014/main" id="{913A83F1-3E77-8201-715F-AC8C7C10E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1" y="4708526"/>
              <a:ext cx="1235075" cy="276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1pPr>
              <a:lvl2pPr marL="742950" indent="-28575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2pPr>
              <a:lvl3pPr marL="11430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3pPr>
              <a:lvl4pPr marL="16002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4pPr>
              <a:lvl5pPr marL="2057400" indent="-228600" eaLnBrk="0" hangingPunct="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TW" sz="1200" b="1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ROBOT ASS.</a:t>
              </a:r>
              <a:endParaRPr lang="zh-TW" altLang="en-US" sz="1200" b="1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74" name="直線接點 73">
              <a:extLst>
                <a:ext uri="{FF2B5EF4-FFF2-40B4-BE49-F238E27FC236}">
                  <a16:creationId xmlns:a16="http://schemas.microsoft.com/office/drawing/2014/main" id="{8169394C-4CBE-3D69-DB63-64580FFA09D5}"/>
                </a:ext>
              </a:extLst>
            </p:cNvPr>
            <p:cNvCxnSpPr/>
            <p:nvPr/>
          </p:nvCxnSpPr>
          <p:spPr>
            <a:xfrm>
              <a:off x="6280150" y="1635125"/>
              <a:ext cx="0" cy="1379538"/>
            </a:xfrm>
            <a:prstGeom prst="line">
              <a:avLst/>
            </a:prstGeom>
            <a:ln>
              <a:solidFill>
                <a:srgbClr val="00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>
              <a:extLst>
                <a:ext uri="{FF2B5EF4-FFF2-40B4-BE49-F238E27FC236}">
                  <a16:creationId xmlns:a16="http://schemas.microsoft.com/office/drawing/2014/main" id="{FB539CAA-CB05-B7F4-16EC-18B4E9C23202}"/>
                </a:ext>
              </a:extLst>
            </p:cNvPr>
            <p:cNvCxnSpPr/>
            <p:nvPr/>
          </p:nvCxnSpPr>
          <p:spPr>
            <a:xfrm>
              <a:off x="5899150" y="1635125"/>
              <a:ext cx="0" cy="1379538"/>
            </a:xfrm>
            <a:prstGeom prst="line">
              <a:avLst/>
            </a:prstGeom>
            <a:ln>
              <a:solidFill>
                <a:srgbClr val="00666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D01E1E3D-EE83-0BFB-0204-34A74A03C8E1}"/>
              </a:ext>
            </a:extLst>
          </p:cNvPr>
          <p:cNvGrpSpPr/>
          <p:nvPr/>
        </p:nvGrpSpPr>
        <p:grpSpPr>
          <a:xfrm>
            <a:off x="365158" y="5843532"/>
            <a:ext cx="6324599" cy="606824"/>
            <a:chOff x="3048001" y="5292725"/>
            <a:chExt cx="6324599" cy="606824"/>
          </a:xfrm>
        </p:grpSpPr>
        <p:sp>
          <p:nvSpPr>
            <p:cNvPr id="72" name="圓角矩形 71">
              <a:extLst>
                <a:ext uri="{FF2B5EF4-FFF2-40B4-BE49-F238E27FC236}">
                  <a16:creationId xmlns:a16="http://schemas.microsoft.com/office/drawing/2014/main" id="{39F5E5ED-4C43-BE6B-1A1F-414E17DA6D46}"/>
                </a:ext>
              </a:extLst>
            </p:cNvPr>
            <p:cNvSpPr/>
            <p:nvPr/>
          </p:nvSpPr>
          <p:spPr bwMode="auto">
            <a:xfrm>
              <a:off x="3048001" y="5292725"/>
              <a:ext cx="1617975" cy="591216"/>
            </a:xfrm>
            <a:prstGeom prst="roundRect">
              <a:avLst/>
            </a:prstGeom>
            <a:solidFill>
              <a:srgbClr val="FFC0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lIns="36000" tIns="36000" rIns="36000" bIns="360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ctr" eaLnBrk="1" hangingPunct="1">
                <a:lnSpc>
                  <a:spcPts val="1200"/>
                </a:lnSpc>
                <a:defRPr/>
              </a:pPr>
              <a:endParaRPr lang="en-US" altLang="zh-TW" sz="1400" b="1" dirty="0">
                <a:solidFill>
                  <a:srgbClr val="C00000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endParaRPr>
            </a:p>
            <a:p>
              <a:pPr algn="ctr" eaLnBrk="1" hangingPunct="1">
                <a:lnSpc>
                  <a:spcPts val="1200"/>
                </a:lnSpc>
                <a:defRPr/>
              </a:pPr>
              <a:r>
                <a:rPr lang="en-US" altLang="zh-TW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Wafer </a:t>
              </a:r>
              <a:r>
                <a:rPr lang="zh-TW" altLang="en-US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傳送至 </a:t>
              </a:r>
              <a:r>
                <a:rPr lang="en-US" altLang="zh-TW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Boat</a:t>
              </a:r>
            </a:p>
            <a:p>
              <a:pPr algn="ctr" eaLnBrk="1" hangingPunct="1">
                <a:lnSpc>
                  <a:spcPts val="1200"/>
                </a:lnSpc>
                <a:defRPr/>
              </a:pPr>
              <a:endParaRPr lang="zh-TW" altLang="en-US" sz="1400" b="1" dirty="0">
                <a:solidFill>
                  <a:srgbClr val="C00000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endParaRPr>
            </a:p>
          </p:txBody>
        </p:sp>
        <p:sp>
          <p:nvSpPr>
            <p:cNvPr id="75" name="圓角矩形 74">
              <a:extLst>
                <a:ext uri="{FF2B5EF4-FFF2-40B4-BE49-F238E27FC236}">
                  <a16:creationId xmlns:a16="http://schemas.microsoft.com/office/drawing/2014/main" id="{892CDB01-D5CE-24D0-B102-F4C10FB1A065}"/>
                </a:ext>
              </a:extLst>
            </p:cNvPr>
            <p:cNvSpPr/>
            <p:nvPr/>
          </p:nvSpPr>
          <p:spPr bwMode="auto">
            <a:xfrm>
              <a:off x="5005160" y="5292726"/>
              <a:ext cx="1776641" cy="60682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ctr" eaLnBrk="1" hangingPunct="1">
                <a:lnSpc>
                  <a:spcPts val="1200"/>
                </a:lnSpc>
                <a:defRPr/>
              </a:pPr>
              <a:endParaRPr lang="en-US" altLang="zh-TW" sz="1400" b="1" dirty="0">
                <a:solidFill>
                  <a:srgbClr val="C00000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endParaRPr>
            </a:p>
            <a:p>
              <a:pPr algn="ctr" eaLnBrk="1" hangingPunct="1">
                <a:lnSpc>
                  <a:spcPts val="1200"/>
                </a:lnSpc>
                <a:defRPr/>
              </a:pPr>
              <a:r>
                <a:rPr lang="en-US" altLang="zh-TW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Boat</a:t>
              </a:r>
              <a:r>
                <a:rPr lang="zh-TW" altLang="en-US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 傳至保溫筒承接</a:t>
              </a:r>
              <a:endParaRPr lang="en-US" altLang="zh-TW" sz="1400" b="1" dirty="0">
                <a:solidFill>
                  <a:srgbClr val="C00000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endParaRPr>
            </a:p>
            <a:p>
              <a:pPr algn="ctr" eaLnBrk="1" hangingPunct="1">
                <a:lnSpc>
                  <a:spcPts val="1200"/>
                </a:lnSpc>
                <a:defRPr/>
              </a:pPr>
              <a:endParaRPr lang="zh-TW" alt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77" name="圓角矩形 76">
              <a:extLst>
                <a:ext uri="{FF2B5EF4-FFF2-40B4-BE49-F238E27FC236}">
                  <a16:creationId xmlns:a16="http://schemas.microsoft.com/office/drawing/2014/main" id="{B058D5DB-4777-559E-40BC-A75C5EFF49EC}"/>
                </a:ext>
              </a:extLst>
            </p:cNvPr>
            <p:cNvSpPr/>
            <p:nvPr/>
          </p:nvSpPr>
          <p:spPr bwMode="auto">
            <a:xfrm>
              <a:off x="7103162" y="5292726"/>
              <a:ext cx="2269438" cy="606823"/>
            </a:xfrm>
            <a:prstGeom prst="roundRect">
              <a:avLst/>
            </a:prstGeom>
            <a:solidFill>
              <a:srgbClr val="FFFF00"/>
            </a:solidFill>
            <a:ln>
              <a:headEnd type="none" w="med" len="med"/>
              <a:tailEnd type="none" w="med" len="med"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lIns="36000" tIns="36000" rIns="36000" bIns="3600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5pPr>
              <a:lvl6pPr marL="25146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6pPr>
              <a:lvl7pPr marL="29718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7pPr>
              <a:lvl8pPr marL="34290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8pPr>
              <a:lvl9pPr marL="3886200" indent="-228600" eaLnBrk="0" fontAlgn="base" hangingPunct="0">
                <a:spcBef>
                  <a:spcPct val="5000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charset="-120"/>
                </a:defRPr>
              </a:lvl9pPr>
            </a:lstStyle>
            <a:p>
              <a:pPr algn="ctr" eaLnBrk="1" hangingPunct="1">
                <a:lnSpc>
                  <a:spcPts val="1200"/>
                </a:lnSpc>
                <a:defRPr/>
              </a:pPr>
              <a:endParaRPr lang="en-US" altLang="zh-TW" sz="1400" b="1" dirty="0">
                <a:solidFill>
                  <a:srgbClr val="C00000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endParaRPr>
            </a:p>
            <a:p>
              <a:pPr algn="ctr" eaLnBrk="1" hangingPunct="1">
                <a:lnSpc>
                  <a:spcPts val="1200"/>
                </a:lnSpc>
                <a:defRPr/>
              </a:pPr>
              <a:r>
                <a:rPr lang="en-US" altLang="zh-TW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Boat / </a:t>
              </a:r>
              <a:r>
                <a:rPr lang="zh-TW" altLang="en-US" sz="1400" b="1" dirty="0">
                  <a:solidFill>
                    <a:srgbClr val="C00000"/>
                  </a:solidFill>
                  <a:latin typeface="Times New Roman" pitchFamily="18" charset="0"/>
                  <a:ea typeface="微軟正黑體" pitchFamily="34" charset="-120"/>
                  <a:cs typeface="Times New Roman" pitchFamily="18" charset="0"/>
                </a:rPr>
                <a:t>保溫筒上升到爐管</a:t>
              </a:r>
              <a:endParaRPr lang="en-US" altLang="zh-TW" sz="1400" b="1" dirty="0">
                <a:solidFill>
                  <a:srgbClr val="C00000"/>
                </a:solidFill>
                <a:latin typeface="Times New Roman" pitchFamily="18" charset="0"/>
                <a:ea typeface="微軟正黑體" pitchFamily="34" charset="-120"/>
                <a:cs typeface="Times New Roman" pitchFamily="18" charset="0"/>
              </a:endParaRPr>
            </a:p>
            <a:p>
              <a:pPr algn="ctr" eaLnBrk="1" hangingPunct="1">
                <a:lnSpc>
                  <a:spcPts val="1200"/>
                </a:lnSpc>
                <a:defRPr/>
              </a:pPr>
              <a:endParaRPr lang="en-US" altLang="zh-TW" b="1" dirty="0">
                <a:solidFill>
                  <a:srgbClr val="C00000"/>
                </a:solidFill>
              </a:endParaRPr>
            </a:p>
          </p:txBody>
        </p:sp>
        <p:sp>
          <p:nvSpPr>
            <p:cNvPr id="8234" name="向下箭號 22">
              <a:extLst>
                <a:ext uri="{FF2B5EF4-FFF2-40B4-BE49-F238E27FC236}">
                  <a16:creationId xmlns:a16="http://schemas.microsoft.com/office/drawing/2014/main" id="{7B0E3DF7-6263-F5B5-EA82-1894B771B59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566444" y="5324356"/>
              <a:ext cx="512762" cy="490776"/>
            </a:xfrm>
            <a:prstGeom prst="downArrow">
              <a:avLst>
                <a:gd name="adj1" fmla="val 50000"/>
                <a:gd name="adj2" fmla="val 49907"/>
              </a:avLst>
            </a:prstGeom>
            <a:solidFill>
              <a:schemeClr val="accent1">
                <a:lumMod val="25000"/>
              </a:schemeClr>
            </a:soli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endParaRPr lang="zh-TW" altLang="en-US"/>
            </a:p>
          </p:txBody>
        </p:sp>
        <p:sp>
          <p:nvSpPr>
            <p:cNvPr id="8235" name="向下箭號 22">
              <a:extLst>
                <a:ext uri="{FF2B5EF4-FFF2-40B4-BE49-F238E27FC236}">
                  <a16:creationId xmlns:a16="http://schemas.microsoft.com/office/drawing/2014/main" id="{B972AA46-EDCE-1303-F926-BD999B04E20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6700044" y="5324356"/>
              <a:ext cx="512762" cy="490776"/>
            </a:xfrm>
            <a:prstGeom prst="downArrow">
              <a:avLst>
                <a:gd name="adj1" fmla="val 50000"/>
                <a:gd name="adj2" fmla="val 49907"/>
              </a:avLst>
            </a:prstGeom>
            <a:solidFill>
              <a:schemeClr val="accent1">
                <a:lumMod val="25000"/>
              </a:schemeClr>
            </a:solidFill>
            <a:ln w="9525" algn="ctr">
              <a:solidFill>
                <a:srgbClr val="006666"/>
              </a:solidFill>
              <a:round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endParaRPr lang="zh-TW" altLang="en-US"/>
            </a:p>
          </p:txBody>
        </p:sp>
      </p:grpSp>
      <p:sp>
        <p:nvSpPr>
          <p:cNvPr id="4" name="Rectangle 4">
            <a:extLst>
              <a:ext uri="{FF2B5EF4-FFF2-40B4-BE49-F238E27FC236}">
                <a16:creationId xmlns:a16="http://schemas.microsoft.com/office/drawing/2014/main" id="{4BDB36CE-9072-F8E8-80D4-F7D9BAA93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105" y="1326357"/>
            <a:ext cx="4294187" cy="502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M01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BE_UD_UP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BOAT ELEVATOR UP/DOWN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M02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HA_ROT_CW 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 HANDLING ARM ROTATE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M03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DS_UD_DOWN 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DOOR SHUTTER UP/DOWN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M04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DS_SWG_OPEN 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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DOOR SHUTTER SWING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M05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BC_LOK_FREE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BOAT CLAMP LOCK/FREE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M06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：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BE_ROT_CW</a:t>
            </a:r>
          </a:p>
          <a:p>
            <a:pPr>
              <a:lnSpc>
                <a:spcPct val="150000"/>
              </a:lnSpc>
            </a:pP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BOAT ELEVATOR ROTATE</a:t>
            </a:r>
            <a:endParaRPr lang="en-US" altLang="zh-TW" sz="1200" b="1" dirty="0">
              <a:solidFill>
                <a:srgbClr val="FF0000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  <a:sym typeface="Wingdings" panose="05000000000000000000" pitchFamily="2" charset="2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FCA982-7A52-F1B3-5679-6F18892BB6A6}"/>
              </a:ext>
            </a:extLst>
          </p:cNvPr>
          <p:cNvSpPr txBox="1">
            <a:spLocks/>
          </p:cNvSpPr>
          <p:nvPr/>
        </p:nvSpPr>
        <p:spPr>
          <a:xfrm>
            <a:off x="7069105" y="1098549"/>
            <a:ext cx="3571875" cy="428625"/>
          </a:xfrm>
          <a:prstGeom prst="rect">
            <a:avLst/>
          </a:prstGeom>
        </p:spPr>
        <p:txBody>
          <a:bodyPr bIns="91440" anchor="b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(1)</a:t>
            </a:r>
            <a:r>
              <a:rPr kumimoji="0" lang="zh-TW" altLang="en-US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 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VL-800</a:t>
            </a:r>
            <a:r>
              <a:rPr kumimoji="0" lang="zh-TW" altLang="en-US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 </a:t>
            </a:r>
            <a:r>
              <a:rPr kumimoji="0" lang="en-US" altLang="zh-TW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Motion</a:t>
            </a:r>
            <a:r>
              <a:rPr kumimoji="0" lang="zh-TW" altLang="en-US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 簡介</a:t>
            </a:r>
            <a:endParaRPr kumimoji="0" lang="zh-TW" altLang="en-US" sz="2400" dirty="0">
              <a:latin typeface="+mj-ea"/>
              <a:ea typeface="+mj-ea"/>
              <a:cs typeface="+mj-cs"/>
            </a:endParaRPr>
          </a:p>
        </p:txBody>
      </p:sp>
      <p:sp>
        <p:nvSpPr>
          <p:cNvPr id="9" name="投影片編號版面配置區 3">
            <a:extLst>
              <a:ext uri="{FF2B5EF4-FFF2-40B4-BE49-F238E27FC236}">
                <a16:creationId xmlns:a16="http://schemas.microsoft.com/office/drawing/2014/main" id="{921B6572-6A71-2440-DC0C-98E8A72C5669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5567173" y="559057"/>
            <a:ext cx="3929063" cy="428625"/>
          </a:xfrm>
          <a:prstGeom prst="rect">
            <a:avLst/>
          </a:prstGeom>
        </p:spPr>
        <p:txBody>
          <a:bodyPr bIns="91440" anchor="b"/>
          <a:lstStyle/>
          <a:p>
            <a:pPr>
              <a:defRPr/>
            </a:pP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(2)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 </a:t>
            </a:r>
            <a:r>
              <a:rPr lang="en-US" altLang="zh-TW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T-BAWL</a:t>
            </a:r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  <a:cs typeface="+mj-cs"/>
              </a:rPr>
              <a:t> 控制簡介</a:t>
            </a:r>
            <a:endParaRPr lang="zh-TW" altLang="en-US" sz="2400" dirty="0">
              <a:latin typeface="+mj-ea"/>
              <a:ea typeface="+mj-ea"/>
              <a:cs typeface="+mj-cs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D9687F45-2E96-7F73-B8D8-23A7F925EE90}"/>
              </a:ext>
            </a:extLst>
          </p:cNvPr>
          <p:cNvGrpSpPr/>
          <p:nvPr/>
        </p:nvGrpSpPr>
        <p:grpSpPr>
          <a:xfrm>
            <a:off x="1702816" y="1183481"/>
            <a:ext cx="2947988" cy="4491037"/>
            <a:chOff x="1952625" y="933451"/>
            <a:chExt cx="2947988" cy="4491037"/>
          </a:xfrm>
        </p:grpSpPr>
        <p:pic>
          <p:nvPicPr>
            <p:cNvPr id="19461" name="Picture 4" descr="Picture 007"/>
            <p:cNvPicPr>
              <a:picLocks noChangeAspect="1" noChangeArrowheads="1"/>
            </p:cNvPicPr>
            <p:nvPr/>
          </p:nvPicPr>
          <p:blipFill>
            <a:blip r:embed="rId2">
              <a:lum contrast="1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214" t="4008" r="10214" b="1651"/>
            <a:stretch>
              <a:fillRect/>
            </a:stretch>
          </p:blipFill>
          <p:spPr bwMode="auto">
            <a:xfrm>
              <a:off x="1952625" y="933451"/>
              <a:ext cx="2947988" cy="1990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462" name="Picture 3" descr="Picture 01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54213" y="3213100"/>
              <a:ext cx="2946400" cy="2211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" name="群組 6">
            <a:extLst>
              <a:ext uri="{FF2B5EF4-FFF2-40B4-BE49-F238E27FC236}">
                <a16:creationId xmlns:a16="http://schemas.microsoft.com/office/drawing/2014/main" id="{CA48F71C-FB71-BC7B-172A-593EB53997D6}"/>
              </a:ext>
            </a:extLst>
          </p:cNvPr>
          <p:cNvGrpSpPr/>
          <p:nvPr/>
        </p:nvGrpSpPr>
        <p:grpSpPr>
          <a:xfrm>
            <a:off x="5567173" y="1122712"/>
            <a:ext cx="4392612" cy="2770188"/>
            <a:chOff x="5448301" y="874713"/>
            <a:chExt cx="4392612" cy="2770188"/>
          </a:xfrm>
        </p:grpSpPr>
        <p:sp>
          <p:nvSpPr>
            <p:cNvPr id="10" name="Rectangle 4"/>
            <p:cNvSpPr>
              <a:spLocks noChangeArrowheads="1"/>
            </p:cNvSpPr>
            <p:nvPr/>
          </p:nvSpPr>
          <p:spPr bwMode="auto">
            <a:xfrm>
              <a:off x="5448301" y="874714"/>
              <a:ext cx="1223963" cy="2770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01  CP1_LU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02  CP2_LU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03  CPOT_LR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04  OFAJ_UD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05  OFAJ_RT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06  OFUA_UD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07  WCNT_UD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08  CPOT_UD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09  CELV_UD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10  CARR_RT</a:t>
              </a:r>
              <a:endParaRPr lang="zh-TW" altLang="en-US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4"/>
            <p:cNvSpPr>
              <a:spLocks noChangeArrowheads="1"/>
            </p:cNvSpPr>
            <p:nvPr/>
          </p:nvSpPr>
          <p:spPr bwMode="auto">
            <a:xfrm>
              <a:off x="6600825" y="874714"/>
              <a:ext cx="1220788" cy="27701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11  CHND_FB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12  CHND_LU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13  CSTA_FB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14  CSTB_FB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15  CSTA_LU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16  CSTB_LU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17  WEL5_UD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18  WEL1_UD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19  WAFR_RT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20  WAF5_FB</a:t>
              </a:r>
              <a:endParaRPr lang="zh-TW" altLang="en-US" sz="1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4"/>
            <p:cNvSpPr>
              <a:spLocks noChangeArrowheads="1"/>
            </p:cNvSpPr>
            <p:nvPr/>
          </p:nvSpPr>
          <p:spPr bwMode="auto">
            <a:xfrm>
              <a:off x="7751763" y="874713"/>
              <a:ext cx="2089150" cy="1524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21  WAF1_FB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22,27,28,29,30(OPTIONAL)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23  WCNT_RD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r>
                <a:rPr lang="en-US" altLang="zh-TW" sz="1200" b="1" dirty="0">
                  <a:latin typeface="Times New Roman" panose="02020603050405020304" pitchFamily="18" charset="0"/>
                  <a:ea typeface="+mj-ea"/>
                  <a:cs typeface="Times New Roman" panose="02020603050405020304" pitchFamily="18" charset="0"/>
                </a:rPr>
                <a:t>26  CPOT_LU</a:t>
              </a:r>
            </a:p>
            <a:p>
              <a:pPr eaLnBrk="1" hangingPunct="1">
                <a:spcBef>
                  <a:spcPct val="50000"/>
                </a:spcBef>
                <a:defRPr/>
              </a:pPr>
              <a:endPara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5567173" y="3839906"/>
            <a:ext cx="5724525" cy="203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上貨流程：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01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：放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Cassette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 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選取位置 </a:t>
            </a:r>
            <a:r>
              <a:rPr lang="en-US" altLang="zh-TW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</a:t>
            </a:r>
            <a:r>
              <a:rPr lang="zh-TW" altLang="en-US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Carrier Hand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抓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Wingdings" pitchFamily="2" charset="2"/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         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Cassette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放置於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Stage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02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Wafer transfer </a:t>
            </a:r>
            <a:r>
              <a:rPr lang="en-US" altLang="zh-TW" b="1" dirty="0">
                <a:solidFill>
                  <a:srgbClr val="FF33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 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Folk5/1-Load </a:t>
            </a:r>
            <a:r>
              <a:rPr lang="en-US" altLang="zh-TW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 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傳送至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Wingdings" pitchFamily="2" charset="2"/>
              </a:rPr>
              <a:t>Boat</a:t>
            </a:r>
            <a:endParaRPr lang="zh-TW" altLang="en-US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defRPr/>
            </a:pPr>
            <a:endParaRPr lang="zh-TW" altLang="en-US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817296" y="5502018"/>
            <a:ext cx="3670300" cy="11080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75000"/>
              <a:buFont typeface="Arial" panose="020B0604020202020204" pitchFamily="34" charset="0"/>
              <a:buChar char="►"/>
              <a:defRPr kumimoji="1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▪"/>
              <a:defRPr sz="16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▪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3pPr>
            <a:lvl4pPr marL="1600200" indent="-228600">
              <a:spcBef>
                <a:spcPct val="20000"/>
              </a:spcBef>
              <a:buFont typeface="Wingdings 2" panose="05020102010507070707" pitchFamily="18" charset="2"/>
              <a:buChar char=""/>
              <a:defRPr sz="1400">
                <a:solidFill>
                  <a:srgbClr val="646464"/>
                </a:solidFill>
                <a:latin typeface="Arial Unicode MS" pitchFamily="34" charset="-120"/>
                <a:ea typeface="新細明體" panose="02020500000000000000" pitchFamily="18" charset="-120"/>
                <a:cs typeface="Arial Unicode MS" pitchFamily="34" charset="-12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rgbClr val="646464"/>
                </a:solidFill>
                <a:latin typeface="Arial Unicode MS" pitchFamily="34" charset="-120"/>
                <a:ea typeface="Arial Unicode MS" pitchFamily="34" charset="-120"/>
                <a:cs typeface="Arial Unicode MS" pitchFamily="34" charset="-120"/>
              </a:defRPr>
            </a:lvl9pPr>
          </a:lstStyle>
          <a:p>
            <a:pPr>
              <a:spcBef>
                <a:spcPct val="50000"/>
              </a:spcBef>
              <a:buSzTx/>
              <a:buFontTx/>
              <a:buNone/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SEQ= FORK5-LOAD/UNLOAD FORK1-LOAD/UN</a:t>
            </a:r>
          </a:p>
          <a:p>
            <a:pPr>
              <a:spcBef>
                <a:spcPct val="50000"/>
              </a:spcBef>
              <a:buSzTx/>
              <a:buFontTx/>
              <a:buNone/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CARRIER NO= C1</a:t>
            </a:r>
          </a:p>
          <a:p>
            <a:pPr>
              <a:spcBef>
                <a:spcPct val="50000"/>
              </a:spcBef>
              <a:buSzTx/>
              <a:buFontTx/>
              <a:buNone/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CARRIER PITCH= 01(SLOT 25)</a:t>
            </a:r>
          </a:p>
          <a:p>
            <a:pPr>
              <a:spcBef>
                <a:spcPct val="50000"/>
              </a:spcBef>
              <a:buSzTx/>
              <a:buFontTx/>
              <a:buNone/>
              <a:defRPr/>
            </a:pPr>
            <a:r>
              <a:rPr lang="en-US" altLang="zh-TW" sz="1200" dirty="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 PITCH= 021               </a:t>
            </a:r>
            <a:endParaRPr lang="zh-TW" altLang="en-US" sz="1200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3413FE8E-CA05-ED08-CB9D-218E0D294785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19FA6B-9032-45E2-3F54-D2370546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842932"/>
            <a:ext cx="8529637" cy="1013300"/>
          </a:xfrm>
        </p:spPr>
        <p:txBody>
          <a:bodyPr/>
          <a:lstStyle/>
          <a:p>
            <a:pPr algn="ctr">
              <a:defRPr/>
            </a:pPr>
            <a:r>
              <a:rPr lang="zh-TW" altLang="en-US" b="1" dirty="0">
                <a:solidFill>
                  <a:srgbClr val="002060"/>
                </a:solidFill>
                <a:latin typeface="+mj-ea"/>
              </a:rPr>
              <a:t>爐管</a:t>
            </a:r>
            <a:r>
              <a:rPr lang="en-US" altLang="zh-TW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SPM</a:t>
            </a:r>
            <a:r>
              <a:rPr lang="zh-TW" altLang="en-US" b="1" dirty="0">
                <a:solidFill>
                  <a:srgbClr val="002060"/>
                </a:solidFill>
                <a:latin typeface="+mj-ea"/>
              </a:rPr>
              <a:t>程序說明</a:t>
            </a:r>
            <a:br>
              <a:rPr lang="zh-TW" altLang="en-US" sz="4800" b="1" dirty="0">
                <a:solidFill>
                  <a:srgbClr val="002060"/>
                </a:solidFill>
                <a:latin typeface="+mj-ea"/>
              </a:rPr>
            </a:br>
            <a:endParaRPr lang="zh-TW" altLang="en-US" sz="4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3C34501-6467-5FEC-6E59-72FF1513F2E0}"/>
              </a:ext>
            </a:extLst>
          </p:cNvPr>
          <p:cNvSpPr txBox="1"/>
          <p:nvPr/>
        </p:nvSpPr>
        <p:spPr>
          <a:xfrm>
            <a:off x="1887538" y="1603559"/>
            <a:ext cx="8529637" cy="505632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SPM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steps is as follows</a:t>
            </a:r>
            <a:r>
              <a:rPr lang="zh-TW" altLang="en-US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</a:t>
            </a:r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defRPr/>
            </a:pPr>
            <a:endParaRPr lang="en-US" altLang="zh-TW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前置作業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EX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：機台是否掛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清潔與安裝作業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(EX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：更換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PEDESTAL…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etc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 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注意：記得寫上編號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(BOAT)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PEDESTAL</a:t>
            </a:r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重量</a:t>
            </a:r>
            <a:endParaRPr lang="en-US" altLang="zh-TW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調整作業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(EX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BOAT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承接和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LOCK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的位置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…</a:t>
            </a:r>
            <a:r>
              <a:rPr lang="en-US" altLang="zh-TW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etc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確認傳送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(EX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CHECK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FORK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是否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BETWEEN WAFER-A AND WAFER-B)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5.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將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CAP AND BOAT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升到爐管中，進行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PURGE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AND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TEST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LK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RATE</a:t>
            </a:r>
          </a:p>
          <a:p>
            <a:pPr>
              <a:lnSpc>
                <a:spcPct val="200000"/>
              </a:lnSpc>
              <a:defRPr/>
            </a:pP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6.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清潔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ROBOT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AREA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並且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CHECK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VL800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REMOTE 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和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T-BWAL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是否在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RUN</a:t>
            </a:r>
            <a:r>
              <a:rPr lang="zh-TW" altLang="en-US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頁面</a:t>
            </a:r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投影片編號版面配置區 3">
            <a:extLst>
              <a:ext uri="{FF2B5EF4-FFF2-40B4-BE49-F238E27FC236}">
                <a16:creationId xmlns:a16="http://schemas.microsoft.com/office/drawing/2014/main" id="{7E32387F-B5D3-787F-DF43-20648930266C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標題 1"/>
          <p:cNvSpPr>
            <a:spLocks noGrp="1"/>
          </p:cNvSpPr>
          <p:nvPr>
            <p:ph type="title"/>
          </p:nvPr>
        </p:nvSpPr>
        <p:spPr>
          <a:xfrm>
            <a:off x="1034290" y="223599"/>
            <a:ext cx="7772400" cy="1020762"/>
          </a:xfrm>
        </p:spPr>
        <p:txBody>
          <a:bodyPr/>
          <a:lstStyle/>
          <a:p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爐管</a:t>
            </a:r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相關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1098804" y="1466296"/>
            <a:ext cx="9994392" cy="1139253"/>
          </a:xfrm>
        </p:spPr>
        <p:txBody>
          <a:bodyPr/>
          <a:lstStyle/>
          <a:p>
            <a:pPr marL="0" lvl="1" indent="0" algn="just" eaLnBrk="1" hangingPunct="1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PM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：使機台維持最佳狀況、降低 </a:t>
            </a:r>
            <a:r>
              <a:rPr lang="en-US" altLang="zh-TW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Down Time</a:t>
            </a:r>
            <a:r>
              <a:rPr lang="zh-TW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，提高機台生產力、減少機台及產品的損壞。</a:t>
            </a: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lvl="1" indent="0" eaLnBrk="1" hangingPunct="1"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endParaRPr lang="en-US" altLang="zh-TW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0486" name="內容版面配置區 2"/>
          <p:cNvSpPr txBox="1">
            <a:spLocks/>
          </p:cNvSpPr>
          <p:nvPr/>
        </p:nvSpPr>
        <p:spPr bwMode="auto">
          <a:xfrm>
            <a:off x="6275388" y="3573463"/>
            <a:ext cx="3529012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73050" indent="-27305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tabLst>
                <a:tab pos="1219200" algn="l"/>
              </a:tabLst>
              <a:defRPr sz="26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1pPr>
            <a:lvl2pPr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tabLst>
                <a:tab pos="1219200" algn="l"/>
              </a:tabLst>
              <a:defRPr sz="24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2pPr>
            <a:lvl3pPr marL="822325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3pPr>
            <a:lvl4pPr marL="1096963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4pPr>
            <a:lvl5pPr marL="1371600" indent="-228600">
              <a:spcBef>
                <a:spcPts val="375"/>
              </a:spcBef>
              <a:buClr>
                <a:srgbClr val="A28E6A"/>
              </a:buClr>
              <a:buChar char="o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5pPr>
            <a:lvl6pPr marL="1828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6pPr>
            <a:lvl7pPr marL="2286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7pPr>
            <a:lvl8pPr marL="2743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8pPr>
            <a:lvl9pPr marL="32004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tabLst>
                <a:tab pos="1219200" algn="l"/>
              </a:tabLst>
              <a:defRPr sz="2000">
                <a:solidFill>
                  <a:schemeClr val="tx1"/>
                </a:solidFill>
                <a:latin typeface="Perpetua" pitchFamily="18" charset="0"/>
                <a:ea typeface="新細明體" panose="02020500000000000000" pitchFamily="18" charset="-120"/>
              </a:defRPr>
            </a:lvl9pPr>
          </a:lstStyle>
          <a:p>
            <a:pPr marL="0" lvl="1" algn="r">
              <a:spcBef>
                <a:spcPts val="575"/>
              </a:spcBef>
              <a:buClr>
                <a:schemeClr val="accent1"/>
              </a:buClr>
              <a:buNone/>
            </a:pP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2*SPM 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BPM (1PM)</a:t>
            </a:r>
          </a:p>
          <a:p>
            <a:pPr marL="0" lvl="1" algn="r">
              <a:spcBef>
                <a:spcPts val="575"/>
              </a:spcBef>
              <a:buClr>
                <a:schemeClr val="accent1"/>
              </a:buClr>
              <a:buNone/>
            </a:pPr>
            <a:endPara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lvl="1" algn="r">
              <a:spcBef>
                <a:spcPts val="575"/>
              </a:spcBef>
              <a:buClr>
                <a:schemeClr val="accent1"/>
              </a:buClr>
              <a:buNone/>
            </a:pP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2*SPM 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BPM (2PM)</a:t>
            </a:r>
          </a:p>
          <a:p>
            <a:pPr marL="0" lvl="1" algn="r">
              <a:spcBef>
                <a:spcPts val="575"/>
              </a:spcBef>
              <a:buClr>
                <a:schemeClr val="accent1"/>
              </a:buClr>
              <a:buNone/>
            </a:pPr>
            <a:endParaRPr lang="en-US" altLang="zh-TW" b="1" dirty="0"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lvl="1" algn="r">
              <a:spcBef>
                <a:spcPts val="575"/>
              </a:spcBef>
              <a:buClr>
                <a:schemeClr val="accent1"/>
              </a:buClr>
              <a:buNone/>
            </a:pP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2*SPM </a:t>
            </a:r>
            <a:r>
              <a:rPr lang="zh-TW" altLang="en-US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→</a:t>
            </a:r>
            <a:r>
              <a:rPr lang="en-US" altLang="zh-TW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BPM (3PM)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向下箭號 6"/>
          <p:cNvSpPr/>
          <p:nvPr/>
        </p:nvSpPr>
        <p:spPr>
          <a:xfrm>
            <a:off x="8004175" y="4076701"/>
            <a:ext cx="215900" cy="2889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8" name="向下箭號 7"/>
          <p:cNvSpPr/>
          <p:nvPr/>
        </p:nvSpPr>
        <p:spPr>
          <a:xfrm>
            <a:off x="8004175" y="4957764"/>
            <a:ext cx="215900" cy="2889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/>
          </a:p>
        </p:txBody>
      </p:sp>
      <p:sp>
        <p:nvSpPr>
          <p:cNvPr id="13" name="弧形箭號 (下彎) 12"/>
          <p:cNvSpPr/>
          <p:nvPr/>
        </p:nvSpPr>
        <p:spPr>
          <a:xfrm rot="16200000">
            <a:off x="5376070" y="4437858"/>
            <a:ext cx="1800225" cy="503237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0E1DFFE5-2D9C-8D36-7000-17B5AEF0E16F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A9F2C95-CBED-A42E-FE29-DD349C5A9D65}"/>
              </a:ext>
            </a:extLst>
          </p:cNvPr>
          <p:cNvSpPr txBox="1"/>
          <p:nvPr/>
        </p:nvSpPr>
        <p:spPr bwMode="auto">
          <a:xfrm>
            <a:off x="946913" y="2901618"/>
            <a:ext cx="4590288" cy="364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marL="273050" lvl="1" indent="-27305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tabLst>
                <a:tab pos="1219200" algn="l"/>
              </a:tabLst>
              <a:defRPr/>
            </a:pP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LP-TEOS</a:t>
            </a:r>
            <a:r>
              <a:rPr lang="zh-TW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：</a:t>
            </a:r>
            <a:endParaRPr lang="en-US" altLang="zh-TW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  9 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m±2 </a:t>
            </a:r>
            <a:r>
              <a:rPr lang="zh-TW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→ 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SPM</a:t>
            </a:r>
            <a:endParaRPr lang="zh-TW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18 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m±2 </a:t>
            </a:r>
            <a:r>
              <a:rPr lang="zh-TW" altLang="en-US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→ </a:t>
            </a: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SPM</a:t>
            </a:r>
            <a:endParaRPr lang="zh-TW" altLang="en-US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27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m±2 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→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BPM 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algn="l">
              <a:buFont typeface="Wingdings 2" panose="05020102010507070707" pitchFamily="18" charset="2"/>
              <a:buNone/>
            </a:pPr>
            <a:endParaRPr kumimoji="0"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2"/>
          <p:cNvSpPr txBox="1">
            <a:spLocks/>
          </p:cNvSpPr>
          <p:nvPr/>
        </p:nvSpPr>
        <p:spPr>
          <a:xfrm>
            <a:off x="1765428" y="333378"/>
            <a:ext cx="2901696" cy="1727198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lvl="1" indent="-27305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tabLst>
                <a:tab pos="1219200" algn="l"/>
              </a:tabLst>
              <a:defRPr/>
            </a:pPr>
            <a:r>
              <a:rPr lang="en-US" altLang="zh-TW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LP-POLY</a:t>
            </a:r>
            <a:r>
              <a:rPr lang="zh-TW" altLang="en-US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：</a:t>
            </a:r>
            <a:endParaRPr lang="en-US" altLang="zh-TW" b="1" dirty="0"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  9 </a:t>
            </a: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m±2</a:t>
            </a:r>
            <a:r>
              <a:rPr lang="zh-TW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→ </a:t>
            </a: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SPM</a:t>
            </a:r>
            <a:endParaRPr lang="zh-TW" altLang="en-US" b="1" dirty="0">
              <a:solidFill>
                <a:srgbClr val="7030A0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19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m±2 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→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BPM</a:t>
            </a:r>
            <a:endParaRPr lang="zh-TW" altLang="en-US" b="1" dirty="0">
              <a:solidFill>
                <a:srgbClr val="FF0000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273050" lvl="1" indent="-273050" eaLnBrk="1" hangingPunct="1">
              <a:lnSpc>
                <a:spcPct val="200000"/>
              </a:lnSpc>
              <a:spcBef>
                <a:spcPts val="575"/>
              </a:spcBef>
              <a:buClr>
                <a:schemeClr val="accent1"/>
              </a:buClr>
              <a:tabLst>
                <a:tab pos="1219200" algn="l"/>
              </a:tabLst>
              <a:defRPr/>
            </a:pPr>
            <a:endParaRPr lang="en-US" altLang="zh-TW" b="1" dirty="0">
              <a:solidFill>
                <a:srgbClr val="7030A0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6271184-8180-65AC-0B00-84C4935E6213}"/>
              </a:ext>
            </a:extLst>
          </p:cNvPr>
          <p:cNvGrpSpPr/>
          <p:nvPr/>
        </p:nvGrpSpPr>
        <p:grpSpPr>
          <a:xfrm>
            <a:off x="6184901" y="439675"/>
            <a:ext cx="2071688" cy="2303463"/>
            <a:chOff x="6184901" y="476251"/>
            <a:chExt cx="2071688" cy="2303463"/>
          </a:xfrm>
        </p:grpSpPr>
        <p:sp>
          <p:nvSpPr>
            <p:cNvPr id="21509" name="內容版面配置區 2"/>
            <p:cNvSpPr txBox="1">
              <a:spLocks/>
            </p:cNvSpPr>
            <p:nvPr/>
          </p:nvSpPr>
          <p:spPr bwMode="auto">
            <a:xfrm>
              <a:off x="6672264" y="476251"/>
              <a:ext cx="1584325" cy="2303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73050" indent="-27305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6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1pPr>
              <a:lvl2pPr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4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9pPr>
            </a:lstStyle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SPM </a:t>
              </a:r>
              <a:r>
                <a:rPr lang="zh-TW" altLang="en-US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(1PM)</a:t>
              </a: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endParaRPr lang="en-US" altLang="zh-TW" sz="1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SPM </a:t>
              </a:r>
              <a:r>
                <a:rPr lang="zh-TW" altLang="en-US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(2PM)</a:t>
              </a: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endParaRPr lang="en-US" altLang="zh-TW" sz="1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SPM </a:t>
              </a:r>
              <a:r>
                <a:rPr lang="zh-TW" altLang="en-US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(3PM)</a:t>
              </a: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endParaRPr lang="en-US" altLang="zh-TW" sz="1200" b="1" dirty="0"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endParaRP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SPM </a:t>
              </a:r>
              <a:r>
                <a:rPr lang="zh-TW" altLang="en-US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(4PM)</a:t>
              </a:r>
              <a:endPara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endPara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SPM </a:t>
              </a:r>
              <a:r>
                <a:rPr lang="zh-TW" altLang="en-US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(5PM)</a:t>
              </a:r>
              <a:endPara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1" algn="r">
                <a:spcBef>
                  <a:spcPts val="575"/>
                </a:spcBef>
                <a:buClr>
                  <a:schemeClr val="accent1"/>
                </a:buClr>
                <a:buNone/>
              </a:pPr>
              <a:endParaRPr lang="zh-TW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向下箭號 6"/>
            <p:cNvSpPr/>
            <p:nvPr/>
          </p:nvSpPr>
          <p:spPr>
            <a:xfrm>
              <a:off x="7391400" y="763589"/>
              <a:ext cx="217488" cy="28892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弧形箭號 (下彎) 8"/>
            <p:cNvSpPr/>
            <p:nvPr/>
          </p:nvSpPr>
          <p:spPr>
            <a:xfrm rot="16200000">
              <a:off x="5320507" y="1340645"/>
              <a:ext cx="2232025" cy="503237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向下箭號 9"/>
            <p:cNvSpPr/>
            <p:nvPr/>
          </p:nvSpPr>
          <p:spPr>
            <a:xfrm>
              <a:off x="7391400" y="1268414"/>
              <a:ext cx="217488" cy="287337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向下箭號 10"/>
            <p:cNvSpPr/>
            <p:nvPr/>
          </p:nvSpPr>
          <p:spPr>
            <a:xfrm>
              <a:off x="7391400" y="1771651"/>
              <a:ext cx="217488" cy="28892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向下箭號 11"/>
            <p:cNvSpPr/>
            <p:nvPr/>
          </p:nvSpPr>
          <p:spPr>
            <a:xfrm>
              <a:off x="7391400" y="2276475"/>
              <a:ext cx="217488" cy="28733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內容版面配置區 2"/>
          <p:cNvSpPr txBox="1">
            <a:spLocks/>
          </p:cNvSpPr>
          <p:nvPr/>
        </p:nvSpPr>
        <p:spPr>
          <a:xfrm>
            <a:off x="1743902" y="2913856"/>
            <a:ext cx="3586163" cy="2735263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lvl="1" indent="-273050" eaLnBrk="1" hangingPunct="1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tabLst>
                <a:tab pos="1219200" algn="l"/>
              </a:tabLst>
              <a:defRPr/>
            </a:pPr>
            <a:r>
              <a:rPr lang="en-US" altLang="zh-TW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LP-NITRIDE</a:t>
            </a:r>
            <a:r>
              <a:rPr lang="zh-TW" altLang="en-US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：</a:t>
            </a:r>
            <a:endParaRPr lang="en-US" altLang="zh-TW" b="1" dirty="0"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273050" lvl="1" indent="-273050" eaLnBrk="1" hangingPunct="1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tabLst>
                <a:tab pos="1219200" algn="l"/>
              </a:tabLst>
              <a:defRPr/>
            </a:pPr>
            <a:r>
              <a:rPr lang="en-US" altLang="zh-TW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(THICK) </a:t>
            </a:r>
          </a:p>
          <a:p>
            <a:pPr marL="0" lvl="1" indent="0" eaLnBrk="1" hangingPunct="1">
              <a:lnSpc>
                <a:spcPct val="150000"/>
              </a:lnSpc>
              <a:spcBef>
                <a:spcPts val="575"/>
              </a:spcBef>
              <a:buClr>
                <a:schemeClr val="accent1"/>
              </a:buClr>
              <a:buNone/>
              <a:tabLst>
                <a:tab pos="1219200" algn="l"/>
              </a:tabLst>
              <a:defRPr/>
            </a:pP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  40±10 run</a:t>
            </a:r>
            <a:r>
              <a:rPr lang="zh-TW" altLang="en-US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→ </a:t>
            </a:r>
            <a:r>
              <a:rPr lang="en-US" altLang="zh-TW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SPM </a:t>
            </a:r>
            <a:endParaRPr lang="zh-TW" altLang="en-US" b="1" dirty="0">
              <a:solidFill>
                <a:srgbClr val="7030A0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  80±10</a:t>
            </a:r>
            <a:r>
              <a:rPr lang="zh-TW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run</a:t>
            </a:r>
            <a:r>
              <a:rPr lang="zh-TW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→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SPM</a:t>
            </a:r>
            <a:endParaRPr lang="zh-TW" altLang="en-US" sz="2400" b="1" dirty="0">
              <a:solidFill>
                <a:srgbClr val="7030A0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150000"/>
              </a:lnSpc>
              <a:buNone/>
              <a:defRPr/>
            </a:pP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120±14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run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→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BPM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內容版面配置區 2"/>
          <p:cNvSpPr txBox="1">
            <a:spLocks/>
          </p:cNvSpPr>
          <p:nvPr/>
        </p:nvSpPr>
        <p:spPr>
          <a:xfrm>
            <a:off x="6096000" y="2597151"/>
            <a:ext cx="4103687" cy="2735263"/>
          </a:xfrm>
          <a:prstGeom prst="rect">
            <a:avLst/>
          </a:prstGeom>
        </p:spPr>
        <p:txBody>
          <a:bodyPr/>
          <a:lstStyle>
            <a:lvl1pPr marL="273050" indent="-273050" algn="l" rtl="0" eaLnBrk="0" fontAlgn="base" hangingPunct="0">
              <a:spcBef>
                <a:spcPts val="575"/>
              </a:spcBef>
              <a:spcAft>
                <a:spcPct val="0"/>
              </a:spcAft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7688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2325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6963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228600" algn="l" rtl="0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228600" algn="l" rtl="0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228600" algn="l" rtl="0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228600" algn="l" rtl="0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200000"/>
              </a:lnSpc>
              <a:defRPr/>
            </a:pPr>
            <a:endParaRPr lang="zh-TW" altLang="en-US" sz="2400" b="1" dirty="0"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eaLnBrk="1" hangingPunct="1">
              <a:lnSpc>
                <a:spcPct val="200000"/>
              </a:lnSpc>
              <a:defRPr/>
            </a:pPr>
            <a:r>
              <a:rPr lang="zh-TW" altLang="en-US" sz="2400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(THIN)</a:t>
            </a:r>
          </a:p>
          <a:p>
            <a:pPr marL="0" indent="0" eaLnBrk="1" hangingPunct="1">
              <a:lnSpc>
                <a:spcPct val="200000"/>
              </a:lnSpc>
              <a:buNone/>
              <a:defRPr/>
            </a:pPr>
            <a:r>
              <a:rPr lang="en-US" altLang="zh-TW" sz="2400" b="1" dirty="0"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150±15</a:t>
            </a:r>
            <a:r>
              <a:rPr lang="zh-TW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run</a:t>
            </a:r>
            <a:r>
              <a:rPr lang="zh-TW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→ </a:t>
            </a: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SPM</a:t>
            </a:r>
            <a:endParaRPr lang="zh-TW" altLang="en-US" sz="2400" b="1" dirty="0">
              <a:solidFill>
                <a:srgbClr val="7030A0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200000"/>
              </a:lnSpc>
              <a:buNone/>
              <a:defRPr/>
            </a:pPr>
            <a:r>
              <a:rPr lang="en-US" altLang="zh-TW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300±30 run</a:t>
            </a:r>
            <a:r>
              <a:rPr lang="zh-TW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→ </a:t>
            </a:r>
            <a:r>
              <a:rPr lang="en-US" altLang="zh-TW" sz="2400" b="1" dirty="0">
                <a:solidFill>
                  <a:srgbClr val="FF0000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BPM</a:t>
            </a:r>
            <a:endParaRPr lang="en-US" altLang="zh-TW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  <a:defRPr/>
            </a:pPr>
            <a:endParaRPr lang="zh-TW" alt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5A0E785C-0595-AE6B-3185-A7D49B811867}"/>
              </a:ext>
            </a:extLst>
          </p:cNvPr>
          <p:cNvGrpSpPr/>
          <p:nvPr/>
        </p:nvGrpSpPr>
        <p:grpSpPr>
          <a:xfrm>
            <a:off x="2931081" y="6186994"/>
            <a:ext cx="7205489" cy="1471612"/>
            <a:chOff x="2711625" y="5157788"/>
            <a:chExt cx="7205489" cy="1471612"/>
          </a:xfrm>
        </p:grpSpPr>
        <p:sp>
          <p:nvSpPr>
            <p:cNvPr id="21517" name="內容版面配置區 2"/>
            <p:cNvSpPr txBox="1">
              <a:spLocks/>
            </p:cNvSpPr>
            <p:nvPr/>
          </p:nvSpPr>
          <p:spPr bwMode="auto">
            <a:xfrm>
              <a:off x="2711625" y="5157788"/>
              <a:ext cx="7205489" cy="14716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273050" indent="-273050"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6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1pPr>
              <a:lvl2pPr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4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2pPr>
              <a:lvl3pPr marL="822325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3pPr>
              <a:lvl4pPr marL="1096963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4pPr>
              <a:lvl5pPr marL="1371600" indent="-228600">
                <a:spcBef>
                  <a:spcPts val="375"/>
                </a:spcBef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5pPr>
              <a:lvl6pPr marL="1828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6pPr>
              <a:lvl7pPr marL="2286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7pPr>
              <a:lvl8pPr marL="2743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8pPr>
              <a:lvl9pPr marL="32004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tabLst>
                  <a:tab pos="1219200" algn="l"/>
                </a:tabLst>
                <a:defRPr sz="2000">
                  <a:solidFill>
                    <a:schemeClr val="tx1"/>
                  </a:solidFill>
                  <a:latin typeface="Perpetua" pitchFamily="18" charset="0"/>
                  <a:ea typeface="新細明體" panose="02020500000000000000" pitchFamily="18" charset="-120"/>
                </a:defRPr>
              </a:lvl9pPr>
            </a:lstStyle>
            <a:p>
              <a:pPr marL="0" lvl="1">
                <a:spcBef>
                  <a:spcPts val="575"/>
                </a:spcBef>
                <a:buClr>
                  <a:schemeClr val="accent1"/>
                </a:buClr>
                <a:buNone/>
              </a:pPr>
              <a:r>
                <a:rPr lang="en-US" altLang="zh-TW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SPM </a:t>
              </a:r>
              <a:r>
                <a:rPr lang="zh-TW" altLang="en-US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(1PM)	SPM </a:t>
              </a:r>
              <a:r>
                <a:rPr lang="zh-TW" altLang="en-US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(2PM)	SPM </a:t>
              </a:r>
              <a:r>
                <a:rPr lang="zh-TW" altLang="en-US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(3PM)	SPM </a:t>
              </a:r>
              <a:r>
                <a:rPr lang="zh-TW" altLang="en-US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→</a:t>
              </a:r>
              <a:r>
                <a:rPr lang="en-US" altLang="zh-TW" sz="12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微軟正黑體" panose="020B0604030504040204" pitchFamily="34" charset="-120"/>
                  <a:cs typeface="Times New Roman" panose="02020603050405020304" pitchFamily="18" charset="0"/>
                </a:rPr>
                <a:t> BPM (4PM)</a:t>
              </a:r>
              <a:endParaRPr lang="zh-TW" altLang="en-US" sz="1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弧形箭號 (下彎) 16"/>
            <p:cNvSpPr/>
            <p:nvPr/>
          </p:nvSpPr>
          <p:spPr>
            <a:xfrm rot="10800000">
              <a:off x="3216276" y="5410200"/>
              <a:ext cx="5832475" cy="336550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向右箭號 17"/>
            <p:cNvSpPr/>
            <p:nvPr/>
          </p:nvSpPr>
          <p:spPr>
            <a:xfrm>
              <a:off x="4367213" y="5230814"/>
              <a:ext cx="215900" cy="1095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19" name="向右箭號 18"/>
            <p:cNvSpPr/>
            <p:nvPr/>
          </p:nvSpPr>
          <p:spPr>
            <a:xfrm>
              <a:off x="6184900" y="5230814"/>
              <a:ext cx="215900" cy="109537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  <p:sp>
          <p:nvSpPr>
            <p:cNvPr id="20" name="向右箭號 19"/>
            <p:cNvSpPr/>
            <p:nvPr/>
          </p:nvSpPr>
          <p:spPr>
            <a:xfrm>
              <a:off x="8008938" y="5232400"/>
              <a:ext cx="215900" cy="109538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TW" altLang="en-US"/>
            </a:p>
          </p:txBody>
        </p:sp>
      </p:grp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E75E7E-939F-52EF-437C-2B9D26251E05}"/>
              </a:ext>
            </a:extLst>
          </p:cNvPr>
          <p:cNvSpPr txBox="1">
            <a:spLocks/>
          </p:cNvSpPr>
          <p:nvPr/>
        </p:nvSpPr>
        <p:spPr>
          <a:xfrm>
            <a:off x="11509248" y="6202680"/>
            <a:ext cx="609600" cy="4572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defRPr kumimoji="0" sz="1400" kern="12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endParaRPr lang="zh-TW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51C17EEE-7529-316C-5F47-DBB51BD763A5}"/>
              </a:ext>
            </a:extLst>
          </p:cNvPr>
          <p:cNvCxnSpPr>
            <a:cxnSpLocks/>
          </p:cNvCxnSpPr>
          <p:nvPr/>
        </p:nvCxnSpPr>
        <p:spPr>
          <a:xfrm>
            <a:off x="338328" y="2913856"/>
            <a:ext cx="11853672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9711</TotalTime>
  <Words>1048</Words>
  <Application>Microsoft Office PowerPoint</Application>
  <PresentationFormat>寬螢幕</PresentationFormat>
  <Paragraphs>257</Paragraphs>
  <Slides>15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15</vt:i4>
      </vt:variant>
    </vt:vector>
  </HeadingPairs>
  <TitlesOfParts>
    <vt:vector size="24" baseType="lpstr">
      <vt:lpstr>微軟正黑體</vt:lpstr>
      <vt:lpstr>Calibri</vt:lpstr>
      <vt:lpstr>Courier New</vt:lpstr>
      <vt:lpstr>Franklin Gothic Book</vt:lpstr>
      <vt:lpstr>Times New Roman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PowerPoint 簡報</vt:lpstr>
      <vt:lpstr>PowerPoint 簡報</vt:lpstr>
      <vt:lpstr>PowerPoint 簡報</vt:lpstr>
      <vt:lpstr>PowerPoint 簡報</vt:lpstr>
      <vt:lpstr>爐管機台簡介</vt:lpstr>
      <vt:lpstr>PowerPoint 簡報</vt:lpstr>
      <vt:lpstr>PowerPoint 簡報</vt:lpstr>
      <vt:lpstr>PowerPoint 簡報</vt:lpstr>
      <vt:lpstr>爐管SPM程序說明 </vt:lpstr>
      <vt:lpstr>爐管PM相關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92</cp:revision>
  <dcterms:created xsi:type="dcterms:W3CDTF">2024-08-30T08:59:27Z</dcterms:created>
  <dcterms:modified xsi:type="dcterms:W3CDTF">2025-03-18T00:11:42Z</dcterms:modified>
</cp:coreProperties>
</file>