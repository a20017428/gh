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433" r:id="rId5"/>
    <p:sldId id="435" r:id="rId6"/>
    <p:sldId id="327" r:id="rId7"/>
    <p:sldId id="432" r:id="rId8"/>
    <p:sldId id="436" r:id="rId9"/>
  </p:sldIdLst>
  <p:sldSz cx="9144000" cy="6858000" type="screen4x3"/>
  <p:notesSz cx="7010400" cy="92964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FC2110"/>
    <a:srgbClr val="FFFFFF"/>
    <a:srgbClr val="F2F2F2"/>
    <a:srgbClr val="FF0000"/>
    <a:srgbClr val="FE0600"/>
    <a:srgbClr val="E75798"/>
    <a:srgbClr val="0000FF"/>
    <a:srgbClr val="E61C0E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02" autoAdjust="0"/>
    <p:restoredTop sz="93979" autoAdjust="0"/>
  </p:normalViewPr>
  <p:slideViewPr>
    <p:cSldViewPr>
      <p:cViewPr varScale="1">
        <p:scale>
          <a:sx n="110" d="100"/>
          <a:sy n="110" d="100"/>
        </p:scale>
        <p:origin x="1740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7E8A3B-5EA7-41B1-9B1E-A903CA99DE82}" type="doc">
      <dgm:prSet loTypeId="urn:microsoft.com/office/officeart/2005/8/layout/chevron1" loCatId="process" qsTypeId="urn:microsoft.com/office/officeart/2005/8/quickstyle/simple1" qsCatId="simple" csTypeId="urn:microsoft.com/office/officeart/2005/8/colors/accent5_2" csCatId="accent5" phldr="1"/>
      <dgm:spPr/>
    </dgm:pt>
    <dgm:pt modelId="{E2339F1B-338E-4E8A-865F-A8AF9153FB4C}">
      <dgm:prSet phldrT="[文字]" custT="1"/>
      <dgm:spPr/>
      <dgm:t>
        <a:bodyPr/>
        <a:lstStyle/>
        <a:p>
          <a:r>
            <a: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B/E</a:t>
          </a:r>
          <a:r>
            <a: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下降至</a:t>
          </a:r>
          <a:r>
            <a: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P2</a:t>
          </a:r>
          <a:r>
            <a: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位置，</a:t>
          </a:r>
          <a:br>
            <a: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等待承接</a:t>
          </a:r>
          <a:endParaRPr lang="en-US" sz="1200" dirty="0"/>
        </a:p>
      </dgm:t>
    </dgm:pt>
    <dgm:pt modelId="{119F36F5-E509-4336-A949-52BE4360F56E}" type="parTrans" cxnId="{90F1E811-2D7D-4CE2-9694-06DC133C0731}">
      <dgm:prSet/>
      <dgm:spPr/>
      <dgm:t>
        <a:bodyPr/>
        <a:lstStyle/>
        <a:p>
          <a:endParaRPr lang="en-US" sz="3200"/>
        </a:p>
      </dgm:t>
    </dgm:pt>
    <dgm:pt modelId="{880E6C13-9435-4F73-AD0F-2BEF2DF5966F}" type="sibTrans" cxnId="{90F1E811-2D7D-4CE2-9694-06DC133C0731}">
      <dgm:prSet/>
      <dgm:spPr/>
      <dgm:t>
        <a:bodyPr/>
        <a:lstStyle/>
        <a:p>
          <a:endParaRPr lang="en-US" sz="3200"/>
        </a:p>
      </dgm:t>
    </dgm:pt>
    <dgm:pt modelId="{F40AE5AE-10BB-4DF7-BDCB-CD03211D9F45}">
      <dgm:prSet phldrT="[文字]" custT="1"/>
      <dgm:spPr/>
      <dgm:t>
        <a:bodyPr/>
        <a:lstStyle/>
        <a:p>
          <a:r>
            <a:rPr lang="zh-TW" altLang="en-US" sz="1200" dirty="0"/>
            <a:t>關閉</a:t>
          </a:r>
          <a:r>
            <a:rPr lang="en-US" altLang="zh-TW" sz="1200" dirty="0"/>
            <a:t>Shutter</a:t>
          </a:r>
          <a:r>
            <a:rPr lang="zh-TW" altLang="en-US" sz="1200" dirty="0"/>
            <a:t>，</a:t>
          </a:r>
          <a:br>
            <a:rPr lang="en-US" altLang="zh-TW" sz="1200" dirty="0"/>
          </a:br>
          <a:r>
            <a:rPr lang="zh-TW" altLang="en-US" sz="1200" dirty="0"/>
            <a:t>等待</a:t>
          </a:r>
          <a:r>
            <a:rPr lang="en-US" altLang="zh-TW" sz="1200" dirty="0"/>
            <a:t>10</a:t>
          </a:r>
          <a:r>
            <a:rPr lang="zh-TW" altLang="en-US" sz="1200" dirty="0"/>
            <a:t>秒後封閉爐口</a:t>
          </a:r>
          <a:endParaRPr lang="en-US" sz="1200" dirty="0"/>
        </a:p>
      </dgm:t>
    </dgm:pt>
    <dgm:pt modelId="{AC9F3600-650A-4203-855C-0CF94A93B1C8}" type="parTrans" cxnId="{0D1B5826-46A6-472F-BB02-66A915F20057}">
      <dgm:prSet/>
      <dgm:spPr/>
      <dgm:t>
        <a:bodyPr/>
        <a:lstStyle/>
        <a:p>
          <a:endParaRPr lang="en-US" sz="3200"/>
        </a:p>
      </dgm:t>
    </dgm:pt>
    <dgm:pt modelId="{24147DA7-80F2-4C8C-B075-19C5AAFDEB36}" type="sibTrans" cxnId="{0D1B5826-46A6-472F-BB02-66A915F20057}">
      <dgm:prSet/>
      <dgm:spPr/>
      <dgm:t>
        <a:bodyPr/>
        <a:lstStyle/>
        <a:p>
          <a:endParaRPr lang="en-US" sz="3200"/>
        </a:p>
      </dgm:t>
    </dgm:pt>
    <dgm:pt modelId="{636DBEAE-02D6-4D5D-8763-4C6970E1AE26}">
      <dgm:prSet phldrT="[文字]" custT="1"/>
      <dgm:spPr/>
      <dgm:t>
        <a:bodyPr/>
        <a:lstStyle/>
        <a:p>
          <a:r>
            <a:rPr lang="zh-TW" altLang="en-US" sz="1200" dirty="0"/>
            <a:t>轉子旋轉歸位</a:t>
          </a:r>
          <a:endParaRPr lang="en-US" sz="1200" dirty="0"/>
        </a:p>
      </dgm:t>
    </dgm:pt>
    <dgm:pt modelId="{4A412FFD-4EA7-45AF-B94D-B78BEFB22E53}" type="parTrans" cxnId="{6AB6773D-22D1-4225-9B21-94989830C4DE}">
      <dgm:prSet/>
      <dgm:spPr/>
      <dgm:t>
        <a:bodyPr/>
        <a:lstStyle/>
        <a:p>
          <a:endParaRPr lang="en-US" sz="3200"/>
        </a:p>
      </dgm:t>
    </dgm:pt>
    <dgm:pt modelId="{E09CBB2E-283F-4F21-9164-D7B1BD56A27B}" type="sibTrans" cxnId="{6AB6773D-22D1-4225-9B21-94989830C4DE}">
      <dgm:prSet/>
      <dgm:spPr/>
      <dgm:t>
        <a:bodyPr/>
        <a:lstStyle/>
        <a:p>
          <a:endParaRPr lang="en-US" sz="3200"/>
        </a:p>
      </dgm:t>
    </dgm:pt>
    <dgm:pt modelId="{441846CB-B648-4645-868D-DD51A4AF8220}">
      <dgm:prSet phldrT="[文字]" custT="1"/>
      <dgm:spPr/>
      <dgm:t>
        <a:bodyPr/>
        <a:lstStyle/>
        <a:p>
          <a:r>
            <a:rPr lang="zh-TW" altLang="en-US" sz="1200" dirty="0"/>
            <a:t>冷卻</a:t>
          </a:r>
          <a:r>
            <a:rPr lang="en-US" altLang="zh-TW" sz="1200" dirty="0"/>
            <a:t>10</a:t>
          </a:r>
          <a:r>
            <a:rPr lang="zh-TW" altLang="en-US" sz="1200" dirty="0"/>
            <a:t>分鐘</a:t>
          </a:r>
          <a:endParaRPr lang="en-US" sz="1200" dirty="0"/>
        </a:p>
      </dgm:t>
    </dgm:pt>
    <dgm:pt modelId="{7CD16B37-A720-498C-B8A1-084498AC6908}" type="parTrans" cxnId="{0DEC5203-97AE-4972-95FF-99B3A0F4C7A1}">
      <dgm:prSet/>
      <dgm:spPr/>
      <dgm:t>
        <a:bodyPr/>
        <a:lstStyle/>
        <a:p>
          <a:endParaRPr lang="en-US" sz="3200"/>
        </a:p>
      </dgm:t>
    </dgm:pt>
    <dgm:pt modelId="{B5FB80BB-407D-4C2D-81DE-2D075D366C6D}" type="sibTrans" cxnId="{0DEC5203-97AE-4972-95FF-99B3A0F4C7A1}">
      <dgm:prSet/>
      <dgm:spPr/>
      <dgm:t>
        <a:bodyPr/>
        <a:lstStyle/>
        <a:p>
          <a:endParaRPr lang="en-US" sz="3200"/>
        </a:p>
      </dgm:t>
    </dgm:pt>
    <dgm:pt modelId="{24CE9078-8F4F-4E01-B33E-BC5601970172}" type="pres">
      <dgm:prSet presAssocID="{1F7E8A3B-5EA7-41B1-9B1E-A903CA99DE82}" presName="Name0" presStyleCnt="0">
        <dgm:presLayoutVars>
          <dgm:dir/>
          <dgm:animLvl val="lvl"/>
          <dgm:resizeHandles val="exact"/>
        </dgm:presLayoutVars>
      </dgm:prSet>
      <dgm:spPr/>
    </dgm:pt>
    <dgm:pt modelId="{D9AEB449-D8D0-470F-8DA7-53F378ED74A3}" type="pres">
      <dgm:prSet presAssocID="{E2339F1B-338E-4E8A-865F-A8AF9153FB4C}" presName="parTxOnly" presStyleLbl="node1" presStyleIdx="0" presStyleCnt="4" custScaleX="58907">
        <dgm:presLayoutVars>
          <dgm:chMax val="0"/>
          <dgm:chPref val="0"/>
          <dgm:bulletEnabled val="1"/>
        </dgm:presLayoutVars>
      </dgm:prSet>
      <dgm:spPr/>
    </dgm:pt>
    <dgm:pt modelId="{9B0AC142-087F-4C10-8FC0-1EF73D0D969D}" type="pres">
      <dgm:prSet presAssocID="{880E6C13-9435-4F73-AD0F-2BEF2DF5966F}" presName="parTxOnlySpace" presStyleCnt="0"/>
      <dgm:spPr/>
    </dgm:pt>
    <dgm:pt modelId="{4C41B087-363F-43D4-BF02-C15A17BE9CF7}" type="pres">
      <dgm:prSet presAssocID="{F40AE5AE-10BB-4DF7-BDCB-CD03211D9F45}" presName="parTxOnly" presStyleLbl="node1" presStyleIdx="1" presStyleCnt="4" custScaleX="50558">
        <dgm:presLayoutVars>
          <dgm:chMax val="0"/>
          <dgm:chPref val="0"/>
          <dgm:bulletEnabled val="1"/>
        </dgm:presLayoutVars>
      </dgm:prSet>
      <dgm:spPr/>
    </dgm:pt>
    <dgm:pt modelId="{80B93A53-4073-4E53-858D-E9C39EB6B53E}" type="pres">
      <dgm:prSet presAssocID="{24147DA7-80F2-4C8C-B075-19C5AAFDEB36}" presName="parTxOnlySpace" presStyleCnt="0"/>
      <dgm:spPr/>
    </dgm:pt>
    <dgm:pt modelId="{2E74F791-FEB2-440F-9243-AC6A9C7363A0}" type="pres">
      <dgm:prSet presAssocID="{636DBEAE-02D6-4D5D-8763-4C6970E1AE26}" presName="parTxOnly" presStyleLbl="node1" presStyleIdx="2" presStyleCnt="4" custScaleX="36911">
        <dgm:presLayoutVars>
          <dgm:chMax val="0"/>
          <dgm:chPref val="0"/>
          <dgm:bulletEnabled val="1"/>
        </dgm:presLayoutVars>
      </dgm:prSet>
      <dgm:spPr/>
    </dgm:pt>
    <dgm:pt modelId="{CA27F68B-174A-457B-B2CC-1C1F5D9A9FA6}" type="pres">
      <dgm:prSet presAssocID="{E09CBB2E-283F-4F21-9164-D7B1BD56A27B}" presName="parTxOnlySpace" presStyleCnt="0"/>
      <dgm:spPr/>
    </dgm:pt>
    <dgm:pt modelId="{BB3FC0F7-A9EA-4525-8EA3-9C8FEE49B737}" type="pres">
      <dgm:prSet presAssocID="{441846CB-B648-4645-868D-DD51A4AF8220}" presName="parTxOnly" presStyleLbl="node1" presStyleIdx="3" presStyleCnt="4" custScaleX="35533">
        <dgm:presLayoutVars>
          <dgm:chMax val="0"/>
          <dgm:chPref val="0"/>
          <dgm:bulletEnabled val="1"/>
        </dgm:presLayoutVars>
      </dgm:prSet>
      <dgm:spPr/>
    </dgm:pt>
  </dgm:ptLst>
  <dgm:cxnLst>
    <dgm:cxn modelId="{183F3200-02D8-4678-9F82-03F411F08CA3}" type="presOf" srcId="{636DBEAE-02D6-4D5D-8763-4C6970E1AE26}" destId="{2E74F791-FEB2-440F-9243-AC6A9C7363A0}" srcOrd="0" destOrd="0" presId="urn:microsoft.com/office/officeart/2005/8/layout/chevron1"/>
    <dgm:cxn modelId="{0DEC5203-97AE-4972-95FF-99B3A0F4C7A1}" srcId="{1F7E8A3B-5EA7-41B1-9B1E-A903CA99DE82}" destId="{441846CB-B648-4645-868D-DD51A4AF8220}" srcOrd="3" destOrd="0" parTransId="{7CD16B37-A720-498C-B8A1-084498AC6908}" sibTransId="{B5FB80BB-407D-4C2D-81DE-2D075D366C6D}"/>
    <dgm:cxn modelId="{90F1E811-2D7D-4CE2-9694-06DC133C0731}" srcId="{1F7E8A3B-5EA7-41B1-9B1E-A903CA99DE82}" destId="{E2339F1B-338E-4E8A-865F-A8AF9153FB4C}" srcOrd="0" destOrd="0" parTransId="{119F36F5-E509-4336-A949-52BE4360F56E}" sibTransId="{880E6C13-9435-4F73-AD0F-2BEF2DF5966F}"/>
    <dgm:cxn modelId="{0D1B5826-46A6-472F-BB02-66A915F20057}" srcId="{1F7E8A3B-5EA7-41B1-9B1E-A903CA99DE82}" destId="{F40AE5AE-10BB-4DF7-BDCB-CD03211D9F45}" srcOrd="1" destOrd="0" parTransId="{AC9F3600-650A-4203-855C-0CF94A93B1C8}" sibTransId="{24147DA7-80F2-4C8C-B075-19C5AAFDEB36}"/>
    <dgm:cxn modelId="{E1DC012F-6A8D-404C-89FA-957FB1DC4564}" type="presOf" srcId="{F40AE5AE-10BB-4DF7-BDCB-CD03211D9F45}" destId="{4C41B087-363F-43D4-BF02-C15A17BE9CF7}" srcOrd="0" destOrd="0" presId="urn:microsoft.com/office/officeart/2005/8/layout/chevron1"/>
    <dgm:cxn modelId="{6AB6773D-22D1-4225-9B21-94989830C4DE}" srcId="{1F7E8A3B-5EA7-41B1-9B1E-A903CA99DE82}" destId="{636DBEAE-02D6-4D5D-8763-4C6970E1AE26}" srcOrd="2" destOrd="0" parTransId="{4A412FFD-4EA7-45AF-B94D-B78BEFB22E53}" sibTransId="{E09CBB2E-283F-4F21-9164-D7B1BD56A27B}"/>
    <dgm:cxn modelId="{A5BA643E-A060-4498-8A04-DDA91BA3E75A}" type="presOf" srcId="{1F7E8A3B-5EA7-41B1-9B1E-A903CA99DE82}" destId="{24CE9078-8F4F-4E01-B33E-BC5601970172}" srcOrd="0" destOrd="0" presId="urn:microsoft.com/office/officeart/2005/8/layout/chevron1"/>
    <dgm:cxn modelId="{B733C0A7-CA67-49F3-AC68-2715E0181AAA}" type="presOf" srcId="{441846CB-B648-4645-868D-DD51A4AF8220}" destId="{BB3FC0F7-A9EA-4525-8EA3-9C8FEE49B737}" srcOrd="0" destOrd="0" presId="urn:microsoft.com/office/officeart/2005/8/layout/chevron1"/>
    <dgm:cxn modelId="{1F81B2B9-D0FD-4AE3-960E-6F35E5AFECFB}" type="presOf" srcId="{E2339F1B-338E-4E8A-865F-A8AF9153FB4C}" destId="{D9AEB449-D8D0-470F-8DA7-53F378ED74A3}" srcOrd="0" destOrd="0" presId="urn:microsoft.com/office/officeart/2005/8/layout/chevron1"/>
    <dgm:cxn modelId="{864551EA-B838-4F4F-ACB1-19323BEDE853}" type="presParOf" srcId="{24CE9078-8F4F-4E01-B33E-BC5601970172}" destId="{D9AEB449-D8D0-470F-8DA7-53F378ED74A3}" srcOrd="0" destOrd="0" presId="urn:microsoft.com/office/officeart/2005/8/layout/chevron1"/>
    <dgm:cxn modelId="{4DCA7D5F-BE1C-408D-BEA6-052BF5356F2D}" type="presParOf" srcId="{24CE9078-8F4F-4E01-B33E-BC5601970172}" destId="{9B0AC142-087F-4C10-8FC0-1EF73D0D969D}" srcOrd="1" destOrd="0" presId="urn:microsoft.com/office/officeart/2005/8/layout/chevron1"/>
    <dgm:cxn modelId="{1B7C3057-5E39-4B31-BA79-D709C9BE112A}" type="presParOf" srcId="{24CE9078-8F4F-4E01-B33E-BC5601970172}" destId="{4C41B087-363F-43D4-BF02-C15A17BE9CF7}" srcOrd="2" destOrd="0" presId="urn:microsoft.com/office/officeart/2005/8/layout/chevron1"/>
    <dgm:cxn modelId="{29E74539-AF64-485F-8DFF-ED92E4F54FCC}" type="presParOf" srcId="{24CE9078-8F4F-4E01-B33E-BC5601970172}" destId="{80B93A53-4073-4E53-858D-E9C39EB6B53E}" srcOrd="3" destOrd="0" presId="urn:microsoft.com/office/officeart/2005/8/layout/chevron1"/>
    <dgm:cxn modelId="{B82827C8-3EEB-48E7-AB56-45D214BEA78C}" type="presParOf" srcId="{24CE9078-8F4F-4E01-B33E-BC5601970172}" destId="{2E74F791-FEB2-440F-9243-AC6A9C7363A0}" srcOrd="4" destOrd="0" presId="urn:microsoft.com/office/officeart/2005/8/layout/chevron1"/>
    <dgm:cxn modelId="{A504358A-44B6-41E4-A0A6-C24531472510}" type="presParOf" srcId="{24CE9078-8F4F-4E01-B33E-BC5601970172}" destId="{CA27F68B-174A-457B-B2CC-1C1F5D9A9FA6}" srcOrd="5" destOrd="0" presId="urn:microsoft.com/office/officeart/2005/8/layout/chevron1"/>
    <dgm:cxn modelId="{D400DEF7-951C-49A8-83DE-A532414D964E}" type="presParOf" srcId="{24CE9078-8F4F-4E01-B33E-BC5601970172}" destId="{BB3FC0F7-A9EA-4525-8EA3-9C8FEE49B737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F7E8A3B-5EA7-41B1-9B1E-A903CA99DE82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E2339F1B-338E-4E8A-865F-A8AF9153FB4C}">
      <dgm:prSet phldrT="[文字]" custT="1"/>
      <dgm:spPr/>
      <dgm:t>
        <a:bodyPr/>
        <a:lstStyle/>
        <a:p>
          <a:r>
            <a: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Arm</a:t>
          </a:r>
          <a:r>
            <a: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擺至</a:t>
          </a:r>
          <a:r>
            <a: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P2</a:t>
          </a:r>
          <a:r>
            <a: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位置，</a:t>
          </a:r>
          <a:br>
            <a: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準備承接</a:t>
          </a:r>
          <a:endParaRPr lang="en-US" sz="1200" dirty="0"/>
        </a:p>
      </dgm:t>
    </dgm:pt>
    <dgm:pt modelId="{119F36F5-E509-4336-A949-52BE4360F56E}" type="parTrans" cxnId="{90F1E811-2D7D-4CE2-9694-06DC133C0731}">
      <dgm:prSet/>
      <dgm:spPr/>
      <dgm:t>
        <a:bodyPr/>
        <a:lstStyle/>
        <a:p>
          <a:endParaRPr lang="en-US" sz="3200"/>
        </a:p>
      </dgm:t>
    </dgm:pt>
    <dgm:pt modelId="{880E6C13-9435-4F73-AD0F-2BEF2DF5966F}" type="sibTrans" cxnId="{90F1E811-2D7D-4CE2-9694-06DC133C0731}">
      <dgm:prSet/>
      <dgm:spPr/>
      <dgm:t>
        <a:bodyPr/>
        <a:lstStyle/>
        <a:p>
          <a:endParaRPr lang="en-US" sz="3200"/>
        </a:p>
      </dgm:t>
    </dgm:pt>
    <dgm:pt modelId="{F40AE5AE-10BB-4DF7-BDCB-CD03211D9F45}">
      <dgm:prSet phldrT="[文字]" custT="1"/>
      <dgm:spPr/>
      <dgm:t>
        <a:bodyPr/>
        <a:lstStyle/>
        <a:p>
          <a:r>
            <a: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B/E</a:t>
          </a:r>
          <a:r>
            <a: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位置下降，</a:t>
          </a:r>
          <a:br>
            <a: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進行承接</a:t>
          </a:r>
          <a:endParaRPr lang="en-US" sz="1200" dirty="0"/>
        </a:p>
      </dgm:t>
    </dgm:pt>
    <dgm:pt modelId="{AC9F3600-650A-4203-855C-0CF94A93B1C8}" type="parTrans" cxnId="{0D1B5826-46A6-472F-BB02-66A915F20057}">
      <dgm:prSet/>
      <dgm:spPr/>
      <dgm:t>
        <a:bodyPr/>
        <a:lstStyle/>
        <a:p>
          <a:endParaRPr lang="en-US" sz="3200"/>
        </a:p>
      </dgm:t>
    </dgm:pt>
    <dgm:pt modelId="{24147DA7-80F2-4C8C-B075-19C5AAFDEB36}" type="sibTrans" cxnId="{0D1B5826-46A6-472F-BB02-66A915F20057}">
      <dgm:prSet/>
      <dgm:spPr/>
      <dgm:t>
        <a:bodyPr/>
        <a:lstStyle/>
        <a:p>
          <a:endParaRPr lang="en-US" sz="3200"/>
        </a:p>
      </dgm:t>
    </dgm:pt>
    <dgm:pt modelId="{636DBEAE-02D6-4D5D-8763-4C6970E1AE26}">
      <dgm:prSet phldrT="[文字]" custT="1"/>
      <dgm:spPr/>
      <dgm:t>
        <a:bodyPr/>
        <a:lstStyle/>
        <a:p>
          <a:r>
            <a: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Arm</a:t>
          </a:r>
          <a:r>
            <a: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歸位</a:t>
          </a:r>
          <a:endParaRPr lang="en-US" sz="1200" dirty="0"/>
        </a:p>
      </dgm:t>
    </dgm:pt>
    <dgm:pt modelId="{4A412FFD-4EA7-45AF-B94D-B78BEFB22E53}" type="parTrans" cxnId="{6AB6773D-22D1-4225-9B21-94989830C4DE}">
      <dgm:prSet/>
      <dgm:spPr/>
      <dgm:t>
        <a:bodyPr/>
        <a:lstStyle/>
        <a:p>
          <a:endParaRPr lang="en-US" sz="3200"/>
        </a:p>
      </dgm:t>
    </dgm:pt>
    <dgm:pt modelId="{E09CBB2E-283F-4F21-9164-D7B1BD56A27B}" type="sibTrans" cxnId="{6AB6773D-22D1-4225-9B21-94989830C4DE}">
      <dgm:prSet/>
      <dgm:spPr/>
      <dgm:t>
        <a:bodyPr/>
        <a:lstStyle/>
        <a:p>
          <a:endParaRPr lang="en-US" sz="3200"/>
        </a:p>
      </dgm:t>
    </dgm:pt>
    <dgm:pt modelId="{D0AC5EFF-9A43-497C-B7D4-416EF5AD4335}">
      <dgm:prSet phldrT="[文字]" custT="1"/>
      <dgm:spPr/>
      <dgm:t>
        <a:bodyPr/>
        <a:lstStyle/>
        <a:p>
          <a:r>
            <a: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Boat lock </a:t>
          </a:r>
          <a:r>
            <a: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鎖上</a:t>
          </a:r>
          <a:endParaRPr lang="en-US" sz="1200" dirty="0"/>
        </a:p>
      </dgm:t>
    </dgm:pt>
    <dgm:pt modelId="{79B34992-4E3C-41EB-8F6A-1FAE4F92BBC8}" type="parTrans" cxnId="{3CBFA192-3C4A-49C8-930A-A03A394EF378}">
      <dgm:prSet/>
      <dgm:spPr/>
      <dgm:t>
        <a:bodyPr/>
        <a:lstStyle/>
        <a:p>
          <a:endParaRPr lang="en-US"/>
        </a:p>
      </dgm:t>
    </dgm:pt>
    <dgm:pt modelId="{64CF05B8-6911-4497-9FF4-28F6967AD3D5}" type="sibTrans" cxnId="{3CBFA192-3C4A-49C8-930A-A03A394EF378}">
      <dgm:prSet/>
      <dgm:spPr/>
      <dgm:t>
        <a:bodyPr/>
        <a:lstStyle/>
        <a:p>
          <a:endParaRPr lang="en-US"/>
        </a:p>
      </dgm:t>
    </dgm:pt>
    <dgm:pt modelId="{24CE9078-8F4F-4E01-B33E-BC5601970172}" type="pres">
      <dgm:prSet presAssocID="{1F7E8A3B-5EA7-41B1-9B1E-A903CA99DE82}" presName="Name0" presStyleCnt="0">
        <dgm:presLayoutVars>
          <dgm:dir/>
          <dgm:animLvl val="lvl"/>
          <dgm:resizeHandles val="exact"/>
        </dgm:presLayoutVars>
      </dgm:prSet>
      <dgm:spPr/>
    </dgm:pt>
    <dgm:pt modelId="{D9AEB449-D8D0-470F-8DA7-53F378ED74A3}" type="pres">
      <dgm:prSet presAssocID="{E2339F1B-338E-4E8A-865F-A8AF9153FB4C}" presName="parTxOnly" presStyleLbl="node1" presStyleIdx="0" presStyleCnt="4" custScaleX="115711">
        <dgm:presLayoutVars>
          <dgm:chMax val="0"/>
          <dgm:chPref val="0"/>
          <dgm:bulletEnabled val="1"/>
        </dgm:presLayoutVars>
      </dgm:prSet>
      <dgm:spPr/>
    </dgm:pt>
    <dgm:pt modelId="{9B0AC142-087F-4C10-8FC0-1EF73D0D969D}" type="pres">
      <dgm:prSet presAssocID="{880E6C13-9435-4F73-AD0F-2BEF2DF5966F}" presName="parTxOnlySpace" presStyleCnt="0"/>
      <dgm:spPr/>
    </dgm:pt>
    <dgm:pt modelId="{4C41B087-363F-43D4-BF02-C15A17BE9CF7}" type="pres">
      <dgm:prSet presAssocID="{F40AE5AE-10BB-4DF7-BDCB-CD03211D9F45}" presName="parTxOnly" presStyleLbl="node1" presStyleIdx="1" presStyleCnt="4" custScaleX="102405">
        <dgm:presLayoutVars>
          <dgm:chMax val="0"/>
          <dgm:chPref val="0"/>
          <dgm:bulletEnabled val="1"/>
        </dgm:presLayoutVars>
      </dgm:prSet>
      <dgm:spPr/>
    </dgm:pt>
    <dgm:pt modelId="{80B93A53-4073-4E53-858D-E9C39EB6B53E}" type="pres">
      <dgm:prSet presAssocID="{24147DA7-80F2-4C8C-B075-19C5AAFDEB36}" presName="parTxOnlySpace" presStyleCnt="0"/>
      <dgm:spPr/>
    </dgm:pt>
    <dgm:pt modelId="{2E74F791-FEB2-440F-9243-AC6A9C7363A0}" type="pres">
      <dgm:prSet presAssocID="{636DBEAE-02D6-4D5D-8763-4C6970E1AE26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D56AC3CA-FB70-4642-B62E-A18D7F7DED66}" type="pres">
      <dgm:prSet presAssocID="{E09CBB2E-283F-4F21-9164-D7B1BD56A27B}" presName="parTxOnlySpace" presStyleCnt="0"/>
      <dgm:spPr/>
    </dgm:pt>
    <dgm:pt modelId="{F8968CFA-BC2D-4428-9F58-A3D22F4BE33D}" type="pres">
      <dgm:prSet presAssocID="{D0AC5EFF-9A43-497C-B7D4-416EF5AD4335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183F3200-02D8-4678-9F82-03F411F08CA3}" type="presOf" srcId="{636DBEAE-02D6-4D5D-8763-4C6970E1AE26}" destId="{2E74F791-FEB2-440F-9243-AC6A9C7363A0}" srcOrd="0" destOrd="0" presId="urn:microsoft.com/office/officeart/2005/8/layout/chevron1"/>
    <dgm:cxn modelId="{90F1E811-2D7D-4CE2-9694-06DC133C0731}" srcId="{1F7E8A3B-5EA7-41B1-9B1E-A903CA99DE82}" destId="{E2339F1B-338E-4E8A-865F-A8AF9153FB4C}" srcOrd="0" destOrd="0" parTransId="{119F36F5-E509-4336-A949-52BE4360F56E}" sibTransId="{880E6C13-9435-4F73-AD0F-2BEF2DF5966F}"/>
    <dgm:cxn modelId="{0D1B5826-46A6-472F-BB02-66A915F20057}" srcId="{1F7E8A3B-5EA7-41B1-9B1E-A903CA99DE82}" destId="{F40AE5AE-10BB-4DF7-BDCB-CD03211D9F45}" srcOrd="1" destOrd="0" parTransId="{AC9F3600-650A-4203-855C-0CF94A93B1C8}" sibTransId="{24147DA7-80F2-4C8C-B075-19C5AAFDEB36}"/>
    <dgm:cxn modelId="{E1DC012F-6A8D-404C-89FA-957FB1DC4564}" type="presOf" srcId="{F40AE5AE-10BB-4DF7-BDCB-CD03211D9F45}" destId="{4C41B087-363F-43D4-BF02-C15A17BE9CF7}" srcOrd="0" destOrd="0" presId="urn:microsoft.com/office/officeart/2005/8/layout/chevron1"/>
    <dgm:cxn modelId="{6AB6773D-22D1-4225-9B21-94989830C4DE}" srcId="{1F7E8A3B-5EA7-41B1-9B1E-A903CA99DE82}" destId="{636DBEAE-02D6-4D5D-8763-4C6970E1AE26}" srcOrd="2" destOrd="0" parTransId="{4A412FFD-4EA7-45AF-B94D-B78BEFB22E53}" sibTransId="{E09CBB2E-283F-4F21-9164-D7B1BD56A27B}"/>
    <dgm:cxn modelId="{A5BA643E-A060-4498-8A04-DDA91BA3E75A}" type="presOf" srcId="{1F7E8A3B-5EA7-41B1-9B1E-A903CA99DE82}" destId="{24CE9078-8F4F-4E01-B33E-BC5601970172}" srcOrd="0" destOrd="0" presId="urn:microsoft.com/office/officeart/2005/8/layout/chevron1"/>
    <dgm:cxn modelId="{3CBFA192-3C4A-49C8-930A-A03A394EF378}" srcId="{1F7E8A3B-5EA7-41B1-9B1E-A903CA99DE82}" destId="{D0AC5EFF-9A43-497C-B7D4-416EF5AD4335}" srcOrd="3" destOrd="0" parTransId="{79B34992-4E3C-41EB-8F6A-1FAE4F92BBC8}" sibTransId="{64CF05B8-6911-4497-9FF4-28F6967AD3D5}"/>
    <dgm:cxn modelId="{689A9DA0-64BF-4202-B9D8-DF13FEF3E495}" type="presOf" srcId="{D0AC5EFF-9A43-497C-B7D4-416EF5AD4335}" destId="{F8968CFA-BC2D-4428-9F58-A3D22F4BE33D}" srcOrd="0" destOrd="0" presId="urn:microsoft.com/office/officeart/2005/8/layout/chevron1"/>
    <dgm:cxn modelId="{1F81B2B9-D0FD-4AE3-960E-6F35E5AFECFB}" type="presOf" srcId="{E2339F1B-338E-4E8A-865F-A8AF9153FB4C}" destId="{D9AEB449-D8D0-470F-8DA7-53F378ED74A3}" srcOrd="0" destOrd="0" presId="urn:microsoft.com/office/officeart/2005/8/layout/chevron1"/>
    <dgm:cxn modelId="{864551EA-B838-4F4F-ACB1-19323BEDE853}" type="presParOf" srcId="{24CE9078-8F4F-4E01-B33E-BC5601970172}" destId="{D9AEB449-D8D0-470F-8DA7-53F378ED74A3}" srcOrd="0" destOrd="0" presId="urn:microsoft.com/office/officeart/2005/8/layout/chevron1"/>
    <dgm:cxn modelId="{4DCA7D5F-BE1C-408D-BEA6-052BF5356F2D}" type="presParOf" srcId="{24CE9078-8F4F-4E01-B33E-BC5601970172}" destId="{9B0AC142-087F-4C10-8FC0-1EF73D0D969D}" srcOrd="1" destOrd="0" presId="urn:microsoft.com/office/officeart/2005/8/layout/chevron1"/>
    <dgm:cxn modelId="{1B7C3057-5E39-4B31-BA79-D709C9BE112A}" type="presParOf" srcId="{24CE9078-8F4F-4E01-B33E-BC5601970172}" destId="{4C41B087-363F-43D4-BF02-C15A17BE9CF7}" srcOrd="2" destOrd="0" presId="urn:microsoft.com/office/officeart/2005/8/layout/chevron1"/>
    <dgm:cxn modelId="{29E74539-AF64-485F-8DFF-ED92E4F54FCC}" type="presParOf" srcId="{24CE9078-8F4F-4E01-B33E-BC5601970172}" destId="{80B93A53-4073-4E53-858D-E9C39EB6B53E}" srcOrd="3" destOrd="0" presId="urn:microsoft.com/office/officeart/2005/8/layout/chevron1"/>
    <dgm:cxn modelId="{B82827C8-3EEB-48E7-AB56-45D214BEA78C}" type="presParOf" srcId="{24CE9078-8F4F-4E01-B33E-BC5601970172}" destId="{2E74F791-FEB2-440F-9243-AC6A9C7363A0}" srcOrd="4" destOrd="0" presId="urn:microsoft.com/office/officeart/2005/8/layout/chevron1"/>
    <dgm:cxn modelId="{CF7FC544-E146-4147-88F7-6957E38C07A3}" type="presParOf" srcId="{24CE9078-8F4F-4E01-B33E-BC5601970172}" destId="{D56AC3CA-FB70-4642-B62E-A18D7F7DED66}" srcOrd="5" destOrd="0" presId="urn:microsoft.com/office/officeart/2005/8/layout/chevron1"/>
    <dgm:cxn modelId="{25BC6451-CC8D-4E62-97EC-9395BBB56398}" type="presParOf" srcId="{24CE9078-8F4F-4E01-B33E-BC5601970172}" destId="{F8968CFA-BC2D-4428-9F58-A3D22F4BE33D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F7E8A3B-5EA7-41B1-9B1E-A903CA99DE82}" type="doc">
      <dgm:prSet loTypeId="urn:microsoft.com/office/officeart/2005/8/layout/chevron1" loCatId="process" qsTypeId="urn:microsoft.com/office/officeart/2005/8/quickstyle/simple1" qsCatId="simple" csTypeId="urn:microsoft.com/office/officeart/2005/8/colors/accent5_2" csCatId="accent5" phldr="1"/>
      <dgm:spPr/>
    </dgm:pt>
    <dgm:pt modelId="{E2339F1B-338E-4E8A-865F-A8AF9153FB4C}">
      <dgm:prSet phldrT="[文字]" custT="1"/>
      <dgm:spPr/>
      <dgm:t>
        <a:bodyPr/>
        <a:lstStyle/>
        <a:p>
          <a:r>
            <a: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B/E</a:t>
          </a:r>
          <a:r>
            <a: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下降至</a:t>
          </a:r>
          <a:r>
            <a: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P2</a:t>
          </a:r>
          <a:r>
            <a: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位置，</a:t>
          </a:r>
          <a:br>
            <a: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等待承接</a:t>
          </a:r>
          <a:endParaRPr lang="en-US" sz="1200" dirty="0"/>
        </a:p>
      </dgm:t>
    </dgm:pt>
    <dgm:pt modelId="{119F36F5-E509-4336-A949-52BE4360F56E}" type="parTrans" cxnId="{90F1E811-2D7D-4CE2-9694-06DC133C0731}">
      <dgm:prSet/>
      <dgm:spPr/>
      <dgm:t>
        <a:bodyPr/>
        <a:lstStyle/>
        <a:p>
          <a:endParaRPr lang="en-US" sz="3200"/>
        </a:p>
      </dgm:t>
    </dgm:pt>
    <dgm:pt modelId="{880E6C13-9435-4F73-AD0F-2BEF2DF5966F}" type="sibTrans" cxnId="{90F1E811-2D7D-4CE2-9694-06DC133C0731}">
      <dgm:prSet/>
      <dgm:spPr/>
      <dgm:t>
        <a:bodyPr/>
        <a:lstStyle/>
        <a:p>
          <a:endParaRPr lang="en-US" sz="3200"/>
        </a:p>
      </dgm:t>
    </dgm:pt>
    <dgm:pt modelId="{F40AE5AE-10BB-4DF7-BDCB-CD03211D9F45}">
      <dgm:prSet phldrT="[文字]" custT="1"/>
      <dgm:spPr/>
      <dgm:t>
        <a:bodyPr/>
        <a:lstStyle/>
        <a:p>
          <a:r>
            <a:rPr lang="zh-TW" altLang="en-US" sz="1200" dirty="0"/>
            <a:t>關閉</a:t>
          </a:r>
          <a:r>
            <a:rPr lang="en-US" altLang="zh-TW" sz="1200" dirty="0"/>
            <a:t>Shutter</a:t>
          </a:r>
          <a:r>
            <a:rPr lang="zh-TW" altLang="en-US" sz="1200" dirty="0"/>
            <a:t>，</a:t>
          </a:r>
          <a:br>
            <a:rPr lang="en-US" altLang="zh-TW" sz="1200" dirty="0"/>
          </a:br>
          <a:r>
            <a:rPr lang="zh-TW" altLang="en-US" sz="1200" dirty="0"/>
            <a:t>冷卻</a:t>
          </a:r>
          <a:r>
            <a:rPr lang="en-US" altLang="zh-TW" sz="1200" dirty="0"/>
            <a:t>10</a:t>
          </a:r>
          <a:r>
            <a:rPr lang="zh-TW" altLang="en-US" sz="1200" dirty="0"/>
            <a:t>分鐘</a:t>
          </a:r>
          <a:endParaRPr lang="en-US" sz="1200" dirty="0"/>
        </a:p>
      </dgm:t>
    </dgm:pt>
    <dgm:pt modelId="{AC9F3600-650A-4203-855C-0CF94A93B1C8}" type="parTrans" cxnId="{0D1B5826-46A6-472F-BB02-66A915F20057}">
      <dgm:prSet/>
      <dgm:spPr/>
      <dgm:t>
        <a:bodyPr/>
        <a:lstStyle/>
        <a:p>
          <a:endParaRPr lang="en-US" sz="3200"/>
        </a:p>
      </dgm:t>
    </dgm:pt>
    <dgm:pt modelId="{24147DA7-80F2-4C8C-B075-19C5AAFDEB36}" type="sibTrans" cxnId="{0D1B5826-46A6-472F-BB02-66A915F20057}">
      <dgm:prSet/>
      <dgm:spPr/>
      <dgm:t>
        <a:bodyPr/>
        <a:lstStyle/>
        <a:p>
          <a:endParaRPr lang="en-US" sz="3200"/>
        </a:p>
      </dgm:t>
    </dgm:pt>
    <dgm:pt modelId="{636DBEAE-02D6-4D5D-8763-4C6970E1AE26}">
      <dgm:prSet phldrT="[文字]" custT="1"/>
      <dgm:spPr/>
      <dgm:t>
        <a:bodyPr/>
        <a:lstStyle/>
        <a:p>
          <a:r>
            <a:rPr lang="zh-TW" altLang="en-US" sz="1200" dirty="0"/>
            <a:t>轉子旋轉歸位</a:t>
          </a:r>
          <a:endParaRPr lang="en-US" sz="1200" dirty="0"/>
        </a:p>
      </dgm:t>
    </dgm:pt>
    <dgm:pt modelId="{4A412FFD-4EA7-45AF-B94D-B78BEFB22E53}" type="parTrans" cxnId="{6AB6773D-22D1-4225-9B21-94989830C4DE}">
      <dgm:prSet/>
      <dgm:spPr/>
      <dgm:t>
        <a:bodyPr/>
        <a:lstStyle/>
        <a:p>
          <a:endParaRPr lang="en-US" sz="3200"/>
        </a:p>
      </dgm:t>
    </dgm:pt>
    <dgm:pt modelId="{E09CBB2E-283F-4F21-9164-D7B1BD56A27B}" type="sibTrans" cxnId="{6AB6773D-22D1-4225-9B21-94989830C4DE}">
      <dgm:prSet/>
      <dgm:spPr/>
      <dgm:t>
        <a:bodyPr/>
        <a:lstStyle/>
        <a:p>
          <a:endParaRPr lang="en-US" sz="3200"/>
        </a:p>
      </dgm:t>
    </dgm:pt>
    <dgm:pt modelId="{441846CB-B648-4645-868D-DD51A4AF8220}">
      <dgm:prSet phldrT="[文字]" custT="1"/>
      <dgm:spPr/>
      <dgm:t>
        <a:bodyPr/>
        <a:lstStyle/>
        <a:p>
          <a:r>
            <a:rPr lang="zh-TW" altLang="en-US" sz="1200" dirty="0"/>
            <a:t>封閉爐口</a:t>
          </a:r>
          <a:endParaRPr lang="en-US" sz="1200" dirty="0"/>
        </a:p>
      </dgm:t>
    </dgm:pt>
    <dgm:pt modelId="{7CD16B37-A720-498C-B8A1-084498AC6908}" type="parTrans" cxnId="{0DEC5203-97AE-4972-95FF-99B3A0F4C7A1}">
      <dgm:prSet/>
      <dgm:spPr/>
      <dgm:t>
        <a:bodyPr/>
        <a:lstStyle/>
        <a:p>
          <a:endParaRPr lang="en-US" sz="3200"/>
        </a:p>
      </dgm:t>
    </dgm:pt>
    <dgm:pt modelId="{B5FB80BB-407D-4C2D-81DE-2D075D366C6D}" type="sibTrans" cxnId="{0DEC5203-97AE-4972-95FF-99B3A0F4C7A1}">
      <dgm:prSet/>
      <dgm:spPr/>
      <dgm:t>
        <a:bodyPr/>
        <a:lstStyle/>
        <a:p>
          <a:endParaRPr lang="en-US" sz="3200"/>
        </a:p>
      </dgm:t>
    </dgm:pt>
    <dgm:pt modelId="{24CE9078-8F4F-4E01-B33E-BC5601970172}" type="pres">
      <dgm:prSet presAssocID="{1F7E8A3B-5EA7-41B1-9B1E-A903CA99DE82}" presName="Name0" presStyleCnt="0">
        <dgm:presLayoutVars>
          <dgm:dir/>
          <dgm:animLvl val="lvl"/>
          <dgm:resizeHandles val="exact"/>
        </dgm:presLayoutVars>
      </dgm:prSet>
      <dgm:spPr/>
    </dgm:pt>
    <dgm:pt modelId="{D9AEB449-D8D0-470F-8DA7-53F378ED74A3}" type="pres">
      <dgm:prSet presAssocID="{E2339F1B-338E-4E8A-865F-A8AF9153FB4C}" presName="parTxOnly" presStyleLbl="node1" presStyleIdx="0" presStyleCnt="4" custScaleX="58907">
        <dgm:presLayoutVars>
          <dgm:chMax val="0"/>
          <dgm:chPref val="0"/>
          <dgm:bulletEnabled val="1"/>
        </dgm:presLayoutVars>
      </dgm:prSet>
      <dgm:spPr/>
    </dgm:pt>
    <dgm:pt modelId="{9B0AC142-087F-4C10-8FC0-1EF73D0D969D}" type="pres">
      <dgm:prSet presAssocID="{880E6C13-9435-4F73-AD0F-2BEF2DF5966F}" presName="parTxOnlySpace" presStyleCnt="0"/>
      <dgm:spPr/>
    </dgm:pt>
    <dgm:pt modelId="{4C41B087-363F-43D4-BF02-C15A17BE9CF7}" type="pres">
      <dgm:prSet presAssocID="{F40AE5AE-10BB-4DF7-BDCB-CD03211D9F45}" presName="parTxOnly" presStyleLbl="node1" presStyleIdx="1" presStyleCnt="4" custScaleX="50558">
        <dgm:presLayoutVars>
          <dgm:chMax val="0"/>
          <dgm:chPref val="0"/>
          <dgm:bulletEnabled val="1"/>
        </dgm:presLayoutVars>
      </dgm:prSet>
      <dgm:spPr/>
    </dgm:pt>
    <dgm:pt modelId="{80B93A53-4073-4E53-858D-E9C39EB6B53E}" type="pres">
      <dgm:prSet presAssocID="{24147DA7-80F2-4C8C-B075-19C5AAFDEB36}" presName="parTxOnlySpace" presStyleCnt="0"/>
      <dgm:spPr/>
    </dgm:pt>
    <dgm:pt modelId="{2E74F791-FEB2-440F-9243-AC6A9C7363A0}" type="pres">
      <dgm:prSet presAssocID="{636DBEAE-02D6-4D5D-8763-4C6970E1AE26}" presName="parTxOnly" presStyleLbl="node1" presStyleIdx="2" presStyleCnt="4" custScaleX="36911">
        <dgm:presLayoutVars>
          <dgm:chMax val="0"/>
          <dgm:chPref val="0"/>
          <dgm:bulletEnabled val="1"/>
        </dgm:presLayoutVars>
      </dgm:prSet>
      <dgm:spPr/>
    </dgm:pt>
    <dgm:pt modelId="{CA27F68B-174A-457B-B2CC-1C1F5D9A9FA6}" type="pres">
      <dgm:prSet presAssocID="{E09CBB2E-283F-4F21-9164-D7B1BD56A27B}" presName="parTxOnlySpace" presStyleCnt="0"/>
      <dgm:spPr/>
    </dgm:pt>
    <dgm:pt modelId="{BB3FC0F7-A9EA-4525-8EA3-9C8FEE49B737}" type="pres">
      <dgm:prSet presAssocID="{441846CB-B648-4645-868D-DD51A4AF8220}" presName="parTxOnly" presStyleLbl="node1" presStyleIdx="3" presStyleCnt="4" custScaleX="35533">
        <dgm:presLayoutVars>
          <dgm:chMax val="0"/>
          <dgm:chPref val="0"/>
          <dgm:bulletEnabled val="1"/>
        </dgm:presLayoutVars>
      </dgm:prSet>
      <dgm:spPr/>
    </dgm:pt>
  </dgm:ptLst>
  <dgm:cxnLst>
    <dgm:cxn modelId="{183F3200-02D8-4678-9F82-03F411F08CA3}" type="presOf" srcId="{636DBEAE-02D6-4D5D-8763-4C6970E1AE26}" destId="{2E74F791-FEB2-440F-9243-AC6A9C7363A0}" srcOrd="0" destOrd="0" presId="urn:microsoft.com/office/officeart/2005/8/layout/chevron1"/>
    <dgm:cxn modelId="{0DEC5203-97AE-4972-95FF-99B3A0F4C7A1}" srcId="{1F7E8A3B-5EA7-41B1-9B1E-A903CA99DE82}" destId="{441846CB-B648-4645-868D-DD51A4AF8220}" srcOrd="3" destOrd="0" parTransId="{7CD16B37-A720-498C-B8A1-084498AC6908}" sibTransId="{B5FB80BB-407D-4C2D-81DE-2D075D366C6D}"/>
    <dgm:cxn modelId="{90F1E811-2D7D-4CE2-9694-06DC133C0731}" srcId="{1F7E8A3B-5EA7-41B1-9B1E-A903CA99DE82}" destId="{E2339F1B-338E-4E8A-865F-A8AF9153FB4C}" srcOrd="0" destOrd="0" parTransId="{119F36F5-E509-4336-A949-52BE4360F56E}" sibTransId="{880E6C13-9435-4F73-AD0F-2BEF2DF5966F}"/>
    <dgm:cxn modelId="{0D1B5826-46A6-472F-BB02-66A915F20057}" srcId="{1F7E8A3B-5EA7-41B1-9B1E-A903CA99DE82}" destId="{F40AE5AE-10BB-4DF7-BDCB-CD03211D9F45}" srcOrd="1" destOrd="0" parTransId="{AC9F3600-650A-4203-855C-0CF94A93B1C8}" sibTransId="{24147DA7-80F2-4C8C-B075-19C5AAFDEB36}"/>
    <dgm:cxn modelId="{E1DC012F-6A8D-404C-89FA-957FB1DC4564}" type="presOf" srcId="{F40AE5AE-10BB-4DF7-BDCB-CD03211D9F45}" destId="{4C41B087-363F-43D4-BF02-C15A17BE9CF7}" srcOrd="0" destOrd="0" presId="urn:microsoft.com/office/officeart/2005/8/layout/chevron1"/>
    <dgm:cxn modelId="{6AB6773D-22D1-4225-9B21-94989830C4DE}" srcId="{1F7E8A3B-5EA7-41B1-9B1E-A903CA99DE82}" destId="{636DBEAE-02D6-4D5D-8763-4C6970E1AE26}" srcOrd="2" destOrd="0" parTransId="{4A412FFD-4EA7-45AF-B94D-B78BEFB22E53}" sibTransId="{E09CBB2E-283F-4F21-9164-D7B1BD56A27B}"/>
    <dgm:cxn modelId="{A5BA643E-A060-4498-8A04-DDA91BA3E75A}" type="presOf" srcId="{1F7E8A3B-5EA7-41B1-9B1E-A903CA99DE82}" destId="{24CE9078-8F4F-4E01-B33E-BC5601970172}" srcOrd="0" destOrd="0" presId="urn:microsoft.com/office/officeart/2005/8/layout/chevron1"/>
    <dgm:cxn modelId="{B733C0A7-CA67-49F3-AC68-2715E0181AAA}" type="presOf" srcId="{441846CB-B648-4645-868D-DD51A4AF8220}" destId="{BB3FC0F7-A9EA-4525-8EA3-9C8FEE49B737}" srcOrd="0" destOrd="0" presId="urn:microsoft.com/office/officeart/2005/8/layout/chevron1"/>
    <dgm:cxn modelId="{1F81B2B9-D0FD-4AE3-960E-6F35E5AFECFB}" type="presOf" srcId="{E2339F1B-338E-4E8A-865F-A8AF9153FB4C}" destId="{D9AEB449-D8D0-470F-8DA7-53F378ED74A3}" srcOrd="0" destOrd="0" presId="urn:microsoft.com/office/officeart/2005/8/layout/chevron1"/>
    <dgm:cxn modelId="{864551EA-B838-4F4F-ACB1-19323BEDE853}" type="presParOf" srcId="{24CE9078-8F4F-4E01-B33E-BC5601970172}" destId="{D9AEB449-D8D0-470F-8DA7-53F378ED74A3}" srcOrd="0" destOrd="0" presId="urn:microsoft.com/office/officeart/2005/8/layout/chevron1"/>
    <dgm:cxn modelId="{4DCA7D5F-BE1C-408D-BEA6-052BF5356F2D}" type="presParOf" srcId="{24CE9078-8F4F-4E01-B33E-BC5601970172}" destId="{9B0AC142-087F-4C10-8FC0-1EF73D0D969D}" srcOrd="1" destOrd="0" presId="urn:microsoft.com/office/officeart/2005/8/layout/chevron1"/>
    <dgm:cxn modelId="{1B7C3057-5E39-4B31-BA79-D709C9BE112A}" type="presParOf" srcId="{24CE9078-8F4F-4E01-B33E-BC5601970172}" destId="{4C41B087-363F-43D4-BF02-C15A17BE9CF7}" srcOrd="2" destOrd="0" presId="urn:microsoft.com/office/officeart/2005/8/layout/chevron1"/>
    <dgm:cxn modelId="{29E74539-AF64-485F-8DFF-ED92E4F54FCC}" type="presParOf" srcId="{24CE9078-8F4F-4E01-B33E-BC5601970172}" destId="{80B93A53-4073-4E53-858D-E9C39EB6B53E}" srcOrd="3" destOrd="0" presId="urn:microsoft.com/office/officeart/2005/8/layout/chevron1"/>
    <dgm:cxn modelId="{B82827C8-3EEB-48E7-AB56-45D214BEA78C}" type="presParOf" srcId="{24CE9078-8F4F-4E01-B33E-BC5601970172}" destId="{2E74F791-FEB2-440F-9243-AC6A9C7363A0}" srcOrd="4" destOrd="0" presId="urn:microsoft.com/office/officeart/2005/8/layout/chevron1"/>
    <dgm:cxn modelId="{A504358A-44B6-41E4-A0A6-C24531472510}" type="presParOf" srcId="{24CE9078-8F4F-4E01-B33E-BC5601970172}" destId="{CA27F68B-174A-457B-B2CC-1C1F5D9A9FA6}" srcOrd="5" destOrd="0" presId="urn:microsoft.com/office/officeart/2005/8/layout/chevron1"/>
    <dgm:cxn modelId="{D400DEF7-951C-49A8-83DE-A532414D964E}" type="presParOf" srcId="{24CE9078-8F4F-4E01-B33E-BC5601970172}" destId="{BB3FC0F7-A9EA-4525-8EA3-9C8FEE49B737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AEB449-D8D0-470F-8DA7-53F378ED74A3}">
      <dsp:nvSpPr>
        <dsp:cNvPr id="0" name=""/>
        <dsp:cNvSpPr/>
      </dsp:nvSpPr>
      <dsp:spPr>
        <a:xfrm>
          <a:off x="422" y="0"/>
          <a:ext cx="2513156" cy="495103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2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B/E</a:t>
          </a:r>
          <a:r>
            <a:rPr lang="zh-TW" altLang="en-US" sz="12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下降至</a:t>
          </a:r>
          <a:r>
            <a:rPr lang="en-US" altLang="zh-TW" sz="12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P2</a:t>
          </a:r>
          <a:r>
            <a:rPr lang="zh-TW" altLang="en-US" sz="12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位置，</a:t>
          </a:r>
          <a:br>
            <a:rPr lang="en-US" altLang="zh-TW" sz="12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12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等待承接</a:t>
          </a:r>
          <a:endParaRPr lang="en-US" sz="1200" kern="1200" dirty="0"/>
        </a:p>
      </dsp:txBody>
      <dsp:txXfrm>
        <a:off x="247974" y="0"/>
        <a:ext cx="2018053" cy="495103"/>
      </dsp:txXfrm>
    </dsp:sp>
    <dsp:sp modelId="{4C41B087-363F-43D4-BF02-C15A17BE9CF7}">
      <dsp:nvSpPr>
        <dsp:cNvPr id="0" name=""/>
        <dsp:cNvSpPr/>
      </dsp:nvSpPr>
      <dsp:spPr>
        <a:xfrm>
          <a:off x="2086947" y="0"/>
          <a:ext cx="2156962" cy="495103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dirty="0"/>
            <a:t>關閉</a:t>
          </a:r>
          <a:r>
            <a:rPr lang="en-US" altLang="zh-TW" sz="1200" kern="1200" dirty="0"/>
            <a:t>Shutter</a:t>
          </a:r>
          <a:r>
            <a:rPr lang="zh-TW" altLang="en-US" sz="1200" kern="1200" dirty="0"/>
            <a:t>，</a:t>
          </a:r>
          <a:br>
            <a:rPr lang="en-US" altLang="zh-TW" sz="1200" kern="1200" dirty="0"/>
          </a:br>
          <a:r>
            <a:rPr lang="zh-TW" altLang="en-US" sz="1200" kern="1200" dirty="0"/>
            <a:t>等待</a:t>
          </a:r>
          <a:r>
            <a:rPr lang="en-US" altLang="zh-TW" sz="1200" kern="1200" dirty="0"/>
            <a:t>10</a:t>
          </a:r>
          <a:r>
            <a:rPr lang="zh-TW" altLang="en-US" sz="1200" kern="1200" dirty="0"/>
            <a:t>秒後封閉爐口</a:t>
          </a:r>
          <a:endParaRPr lang="en-US" sz="1200" kern="1200" dirty="0"/>
        </a:p>
      </dsp:txBody>
      <dsp:txXfrm>
        <a:off x="2334499" y="0"/>
        <a:ext cx="1661859" cy="495103"/>
      </dsp:txXfrm>
    </dsp:sp>
    <dsp:sp modelId="{2E74F791-FEB2-440F-9243-AC6A9C7363A0}">
      <dsp:nvSpPr>
        <dsp:cNvPr id="0" name=""/>
        <dsp:cNvSpPr/>
      </dsp:nvSpPr>
      <dsp:spPr>
        <a:xfrm>
          <a:off x="3817278" y="0"/>
          <a:ext cx="1574738" cy="495103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dirty="0"/>
            <a:t>轉子旋轉歸位</a:t>
          </a:r>
          <a:endParaRPr lang="en-US" sz="1200" kern="1200" dirty="0"/>
        </a:p>
      </dsp:txBody>
      <dsp:txXfrm>
        <a:off x="4064830" y="0"/>
        <a:ext cx="1079635" cy="495103"/>
      </dsp:txXfrm>
    </dsp:sp>
    <dsp:sp modelId="{BB3FC0F7-A9EA-4525-8EA3-9C8FEE49B737}">
      <dsp:nvSpPr>
        <dsp:cNvPr id="0" name=""/>
        <dsp:cNvSpPr/>
      </dsp:nvSpPr>
      <dsp:spPr>
        <a:xfrm>
          <a:off x="4965386" y="0"/>
          <a:ext cx="1515948" cy="495103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dirty="0"/>
            <a:t>冷卻</a:t>
          </a:r>
          <a:r>
            <a:rPr lang="en-US" altLang="zh-TW" sz="1200" kern="1200" dirty="0"/>
            <a:t>10</a:t>
          </a:r>
          <a:r>
            <a:rPr lang="zh-TW" altLang="en-US" sz="1200" kern="1200" dirty="0"/>
            <a:t>分鐘</a:t>
          </a:r>
          <a:endParaRPr lang="en-US" sz="1200" kern="1200" dirty="0"/>
        </a:p>
      </dsp:txBody>
      <dsp:txXfrm>
        <a:off x="5212938" y="0"/>
        <a:ext cx="1020845" cy="4951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AEB449-D8D0-470F-8DA7-53F378ED74A3}">
      <dsp:nvSpPr>
        <dsp:cNvPr id="0" name=""/>
        <dsp:cNvSpPr/>
      </dsp:nvSpPr>
      <dsp:spPr>
        <a:xfrm>
          <a:off x="4140" y="0"/>
          <a:ext cx="1920960" cy="49510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2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Arm</a:t>
          </a:r>
          <a:r>
            <a:rPr lang="zh-TW" altLang="en-US" sz="12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擺至</a:t>
          </a:r>
          <a:r>
            <a:rPr lang="en-US" altLang="zh-TW" sz="12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P2</a:t>
          </a:r>
          <a:r>
            <a:rPr lang="zh-TW" altLang="en-US" sz="12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位置，</a:t>
          </a:r>
          <a:br>
            <a:rPr lang="en-US" altLang="zh-TW" sz="12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12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準備承接</a:t>
          </a:r>
          <a:endParaRPr lang="en-US" sz="1200" kern="1200" dirty="0"/>
        </a:p>
      </dsp:txBody>
      <dsp:txXfrm>
        <a:off x="251692" y="0"/>
        <a:ext cx="1425857" cy="495103"/>
      </dsp:txXfrm>
    </dsp:sp>
    <dsp:sp modelId="{4C41B087-363F-43D4-BF02-C15A17BE9CF7}">
      <dsp:nvSpPr>
        <dsp:cNvPr id="0" name=""/>
        <dsp:cNvSpPr/>
      </dsp:nvSpPr>
      <dsp:spPr>
        <a:xfrm>
          <a:off x="1759087" y="0"/>
          <a:ext cx="1700062" cy="49510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2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B/E</a:t>
          </a:r>
          <a:r>
            <a:rPr lang="zh-TW" altLang="en-US" sz="12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位置下降，</a:t>
          </a:r>
          <a:br>
            <a:rPr lang="en-US" altLang="zh-TW" sz="12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12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進行承接</a:t>
          </a:r>
          <a:endParaRPr lang="en-US" sz="1200" kern="1200" dirty="0"/>
        </a:p>
      </dsp:txBody>
      <dsp:txXfrm>
        <a:off x="2006639" y="0"/>
        <a:ext cx="1204959" cy="495103"/>
      </dsp:txXfrm>
    </dsp:sp>
    <dsp:sp modelId="{2E74F791-FEB2-440F-9243-AC6A9C7363A0}">
      <dsp:nvSpPr>
        <dsp:cNvPr id="0" name=""/>
        <dsp:cNvSpPr/>
      </dsp:nvSpPr>
      <dsp:spPr>
        <a:xfrm>
          <a:off x="3293136" y="0"/>
          <a:ext cx="1660136" cy="49510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2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Arm</a:t>
          </a:r>
          <a:r>
            <a:rPr lang="zh-TW" altLang="en-US" sz="12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歸位</a:t>
          </a:r>
          <a:endParaRPr lang="en-US" sz="1200" kern="1200" dirty="0"/>
        </a:p>
      </dsp:txBody>
      <dsp:txXfrm>
        <a:off x="3540688" y="0"/>
        <a:ext cx="1165033" cy="495103"/>
      </dsp:txXfrm>
    </dsp:sp>
    <dsp:sp modelId="{F8968CFA-BC2D-4428-9F58-A3D22F4BE33D}">
      <dsp:nvSpPr>
        <dsp:cNvPr id="0" name=""/>
        <dsp:cNvSpPr/>
      </dsp:nvSpPr>
      <dsp:spPr>
        <a:xfrm>
          <a:off x="4787259" y="0"/>
          <a:ext cx="1660136" cy="49510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2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Boat lock </a:t>
          </a:r>
          <a:r>
            <a:rPr lang="zh-TW" altLang="en-US" sz="12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鎖上</a:t>
          </a:r>
          <a:endParaRPr lang="en-US" sz="1200" kern="1200" dirty="0"/>
        </a:p>
      </dsp:txBody>
      <dsp:txXfrm>
        <a:off x="5034811" y="0"/>
        <a:ext cx="1165033" cy="49510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AEB449-D8D0-470F-8DA7-53F378ED74A3}">
      <dsp:nvSpPr>
        <dsp:cNvPr id="0" name=""/>
        <dsp:cNvSpPr/>
      </dsp:nvSpPr>
      <dsp:spPr>
        <a:xfrm>
          <a:off x="422" y="0"/>
          <a:ext cx="2513156" cy="495103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2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B/E</a:t>
          </a:r>
          <a:r>
            <a:rPr lang="zh-TW" altLang="en-US" sz="12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下降至</a:t>
          </a:r>
          <a:r>
            <a:rPr lang="en-US" altLang="zh-TW" sz="12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P2</a:t>
          </a:r>
          <a:r>
            <a:rPr lang="zh-TW" altLang="en-US" sz="12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位置，</a:t>
          </a:r>
          <a:br>
            <a:rPr lang="en-US" altLang="zh-TW" sz="12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12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等待承接</a:t>
          </a:r>
          <a:endParaRPr lang="en-US" sz="1200" kern="1200" dirty="0"/>
        </a:p>
      </dsp:txBody>
      <dsp:txXfrm>
        <a:off x="247974" y="0"/>
        <a:ext cx="2018053" cy="495103"/>
      </dsp:txXfrm>
    </dsp:sp>
    <dsp:sp modelId="{4C41B087-363F-43D4-BF02-C15A17BE9CF7}">
      <dsp:nvSpPr>
        <dsp:cNvPr id="0" name=""/>
        <dsp:cNvSpPr/>
      </dsp:nvSpPr>
      <dsp:spPr>
        <a:xfrm>
          <a:off x="2086947" y="0"/>
          <a:ext cx="2156962" cy="495103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dirty="0"/>
            <a:t>關閉</a:t>
          </a:r>
          <a:r>
            <a:rPr lang="en-US" altLang="zh-TW" sz="1200" kern="1200" dirty="0"/>
            <a:t>Shutter</a:t>
          </a:r>
          <a:r>
            <a:rPr lang="zh-TW" altLang="en-US" sz="1200" kern="1200" dirty="0"/>
            <a:t>，</a:t>
          </a:r>
          <a:br>
            <a:rPr lang="en-US" altLang="zh-TW" sz="1200" kern="1200" dirty="0"/>
          </a:br>
          <a:r>
            <a:rPr lang="zh-TW" altLang="en-US" sz="1200" kern="1200" dirty="0"/>
            <a:t>冷卻</a:t>
          </a:r>
          <a:r>
            <a:rPr lang="en-US" altLang="zh-TW" sz="1200" kern="1200" dirty="0"/>
            <a:t>10</a:t>
          </a:r>
          <a:r>
            <a:rPr lang="zh-TW" altLang="en-US" sz="1200" kern="1200" dirty="0"/>
            <a:t>分鐘</a:t>
          </a:r>
          <a:endParaRPr lang="en-US" sz="1200" kern="1200" dirty="0"/>
        </a:p>
      </dsp:txBody>
      <dsp:txXfrm>
        <a:off x="2334499" y="0"/>
        <a:ext cx="1661859" cy="495103"/>
      </dsp:txXfrm>
    </dsp:sp>
    <dsp:sp modelId="{2E74F791-FEB2-440F-9243-AC6A9C7363A0}">
      <dsp:nvSpPr>
        <dsp:cNvPr id="0" name=""/>
        <dsp:cNvSpPr/>
      </dsp:nvSpPr>
      <dsp:spPr>
        <a:xfrm>
          <a:off x="3817278" y="0"/>
          <a:ext cx="1574738" cy="495103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dirty="0"/>
            <a:t>轉子旋轉歸位</a:t>
          </a:r>
          <a:endParaRPr lang="en-US" sz="1200" kern="1200" dirty="0"/>
        </a:p>
      </dsp:txBody>
      <dsp:txXfrm>
        <a:off x="4064830" y="0"/>
        <a:ext cx="1079635" cy="495103"/>
      </dsp:txXfrm>
    </dsp:sp>
    <dsp:sp modelId="{BB3FC0F7-A9EA-4525-8EA3-9C8FEE49B737}">
      <dsp:nvSpPr>
        <dsp:cNvPr id="0" name=""/>
        <dsp:cNvSpPr/>
      </dsp:nvSpPr>
      <dsp:spPr>
        <a:xfrm>
          <a:off x="4965386" y="0"/>
          <a:ext cx="1515948" cy="495103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dirty="0"/>
            <a:t>封閉爐口</a:t>
          </a:r>
          <a:endParaRPr lang="en-US" sz="1200" kern="1200" dirty="0"/>
        </a:p>
      </dsp:txBody>
      <dsp:txXfrm>
        <a:off x="5212938" y="0"/>
        <a:ext cx="1020845" cy="4951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ea typeface="新細明體" charset="-120"/>
              </a:defRPr>
            </a:lvl1pPr>
          </a:lstStyle>
          <a:p>
            <a:pPr>
              <a:defRPr/>
            </a:pPr>
            <a:fld id="{C1690980-D2DD-4B39-9B73-51552E9C56CE}" type="datetime1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25F7101-7CBB-40B9-BA2A-FB97EE2A556B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ea typeface="新細明體" charset="-120"/>
              </a:defRPr>
            </a:lvl1pPr>
          </a:lstStyle>
          <a:p>
            <a:pPr>
              <a:defRPr/>
            </a:pPr>
            <a:fld id="{682FEEA1-FB2B-4899-9937-F8C1C61BED33}" type="datetime1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  <a:endParaRPr lang="zh-TW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4BCC7E6-2CF8-46C3-9098-1DABD60058C4}" type="slidenum">
              <a:rPr lang="zh-TW" altLang="en-US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22225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12777"/>
            <a:ext cx="7772400" cy="1440160"/>
          </a:xfrm>
        </p:spPr>
        <p:txBody>
          <a:bodyPr>
            <a:normAutofit/>
          </a:bodyPr>
          <a:lstStyle>
            <a:lvl1pPr>
              <a:defRPr sz="4000">
                <a:solidFill>
                  <a:srgbClr val="E61C0E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01008"/>
            <a:ext cx="6400800" cy="576064"/>
          </a:xfrm>
        </p:spPr>
        <p:txBody>
          <a:bodyPr>
            <a:normAutofit/>
          </a:bodyPr>
          <a:lstStyle>
            <a:lvl1pPr marL="0" indent="0" algn="ctr">
              <a:buNone/>
              <a:defRPr sz="30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dirty="0"/>
              <a:t>Click to edit Master subtitle style</a:t>
            </a:r>
            <a:endParaRPr lang="zh-TW" alt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7164388" y="6356350"/>
            <a:ext cx="1916112" cy="365125"/>
          </a:xfrm>
        </p:spPr>
        <p:txBody>
          <a:bodyPr/>
          <a:lstStyle>
            <a:lvl1pPr algn="ctr">
              <a:defRPr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>
              <a:defRPr/>
            </a:pPr>
            <a:fld id="{39C0E6A1-88C3-4D52-85F1-E645EB6C0285}" type="datetime1">
              <a:rPr lang="zh-TW" altLang="en-US" smtClean="0"/>
              <a:t>2025/10/28</a:t>
            </a:fld>
            <a:endParaRPr lang="zh-TW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164388" y="5949950"/>
            <a:ext cx="1887537" cy="365125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800" b="1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TW" altLang="en-US"/>
              <a:t>報告人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D0D0D"/>
                </a:solidFill>
              </a:defRPr>
            </a:lvl1pPr>
          </a:lstStyle>
          <a:p>
            <a:fld id="{44A231B3-5E4C-4D1B-95D4-C7E3DBA05F13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3671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742950" indent="-285750">
              <a:spcBef>
                <a:spcPts val="1000"/>
              </a:spcBef>
              <a:buFont typeface="Arial" pitchFamily="34" charset="0"/>
              <a:buChar char="•"/>
              <a:defRPr/>
            </a:lvl2pPr>
            <a:lvl3pPr>
              <a:spcBef>
                <a:spcPts val="1000"/>
              </a:spcBef>
              <a:defRPr/>
            </a:lvl3pPr>
            <a:lvl4pPr marL="1714500" indent="-342900">
              <a:spcBef>
                <a:spcPts val="1000"/>
              </a:spcBef>
              <a:buFont typeface="Calibri" pitchFamily="34" charset="0"/>
              <a:buChar char="»"/>
              <a:defRPr/>
            </a:lvl4pPr>
            <a:lvl5pPr marL="2057400" indent="-228600">
              <a:spcBef>
                <a:spcPts val="1000"/>
              </a:spcBef>
              <a:buFont typeface="Arial" pitchFamily="34" charset="0"/>
              <a:buChar char="»"/>
              <a:defRPr/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6F3469-D3C8-4DAD-BA28-FE21468A8562}" type="datetime1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10B2432-A20E-4E26-94E6-104434F1F062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1120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9B2792-D0C3-47F2-AE93-4B01A3953A2A}" type="datetime1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D8C9091-334D-4D2D-81D2-8FCC512423D2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1262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4F4533-6E7D-4F95-B8D5-16B1F93896D8}" type="datetime1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ECFAE55-6585-4179-99E2-ACF000E4A327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9821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F1BC6-F6B7-4262-A06F-473FDF481534}" type="datetime1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A4EB1E-05BF-4B7D-BD16-48CA8D78EE43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2946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C7ED8C-2494-47E8-A9E2-880EDB63A23A}" type="datetime1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A10F7A5-06E4-4075-B789-BD63EF0624B7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244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FBA7BF-2974-4AEA-A1C2-F2180D0F3DCB}" type="datetime1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A3647F-B5CB-4C0D-A009-B847CBF56DA1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1095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13707D-DBEA-4C91-B361-9BD1EE74593E}" type="datetime1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99009B8-C727-446A-BB14-3FF14188E03E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744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E73D42-D395-434D-9A74-EF4DB096052E}" type="datetime1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B18E4B5-6C1A-476F-A70A-20E87078FF2A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1150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B71A32-6081-4EB3-855F-62EA34B1378F}" type="datetime1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38670BE-EA1A-47B4-A2A3-6C3BD5E6F1C6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3972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C5AD21-9A70-4854-8E2A-F3E3BCCA35E1}" type="datetime1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B3ED241-944F-41C1-99C2-C0CEA3245B44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7673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93CE91E-9058-4852-A05F-4D0E2B8A8AF4}" type="datetime1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35375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200">
                <a:solidFill>
                  <a:srgbClr val="7F7F7F"/>
                </a:solidFill>
              </a:defRPr>
            </a:lvl1pPr>
          </a:lstStyle>
          <a:p>
            <a:fld id="{D419ED81-ED36-436D-8B37-3EE69C921561}" type="slidenum">
              <a:rPr lang="zh-TW" altLang="en-US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D006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18" Type="http://schemas.openxmlformats.org/officeDocument/2006/relationships/image" Target="../media/image14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" Type="http://schemas.openxmlformats.org/officeDocument/2006/relationships/diagramData" Target="../diagrams/data1.xml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openxmlformats.org/officeDocument/2006/relationships/image" Target="../media/image7.png"/><Relationship Id="rId5" Type="http://schemas.openxmlformats.org/officeDocument/2006/relationships/diagramColors" Target="../diagrams/colors1.xml"/><Relationship Id="rId15" Type="http://schemas.openxmlformats.org/officeDocument/2006/relationships/image" Target="../media/image11.png"/><Relationship Id="rId10" Type="http://schemas.openxmlformats.org/officeDocument/2006/relationships/image" Target="../media/image6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5.png"/><Relationship Id="rId14" Type="http://schemas.openxmlformats.org/officeDocument/2006/relationships/image" Target="../media/image10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image" Target="../media/image16.png"/><Relationship Id="rId3" Type="http://schemas.openxmlformats.org/officeDocument/2006/relationships/image" Target="../media/image5.png"/><Relationship Id="rId7" Type="http://schemas.openxmlformats.org/officeDocument/2006/relationships/image" Target="../media/image15.png"/><Relationship Id="rId12" Type="http://schemas.microsoft.com/office/2007/relationships/diagramDrawing" Target="../diagrams/drawing2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diagramColors" Target="../diagrams/colors2.xml"/><Relationship Id="rId5" Type="http://schemas.openxmlformats.org/officeDocument/2006/relationships/image" Target="../media/image7.png"/><Relationship Id="rId10" Type="http://schemas.openxmlformats.org/officeDocument/2006/relationships/diagramQuickStyle" Target="../diagrams/quickStyle2.xml"/><Relationship Id="rId4" Type="http://schemas.openxmlformats.org/officeDocument/2006/relationships/image" Target="../media/image6.png"/><Relationship Id="rId9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1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3.png"/><Relationship Id="rId12" Type="http://schemas.openxmlformats.org/officeDocument/2006/relationships/image" Target="../media/image7.png"/><Relationship Id="rId17" Type="http://schemas.openxmlformats.org/officeDocument/2006/relationships/image" Target="../media/image10.svg"/><Relationship Id="rId2" Type="http://schemas.openxmlformats.org/officeDocument/2006/relationships/diagramData" Target="../diagrams/data3.xml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11" Type="http://schemas.openxmlformats.org/officeDocument/2006/relationships/image" Target="../media/image5.png"/><Relationship Id="rId5" Type="http://schemas.openxmlformats.org/officeDocument/2006/relationships/diagramColors" Target="../diagrams/colors3.xml"/><Relationship Id="rId15" Type="http://schemas.openxmlformats.org/officeDocument/2006/relationships/image" Target="../media/image14.svg"/><Relationship Id="rId10" Type="http://schemas.openxmlformats.org/officeDocument/2006/relationships/image" Target="../media/image8.png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6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FE967-4D17-47B1-A49A-F63ECCE12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" name="資料庫圖表 71">
            <a:extLst>
              <a:ext uri="{FF2B5EF4-FFF2-40B4-BE49-F238E27FC236}">
                <a16:creationId xmlns:a16="http://schemas.microsoft.com/office/drawing/2014/main" id="{EE5BEA5D-D4A2-B8C4-CE66-F83C78BB17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8445368"/>
              </p:ext>
            </p:extLst>
          </p:nvPr>
        </p:nvGraphicFramePr>
        <p:xfrm>
          <a:off x="1331640" y="1781769"/>
          <a:ext cx="6481757" cy="4951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3" name="圖片 42">
            <a:extLst>
              <a:ext uri="{FF2B5EF4-FFF2-40B4-BE49-F238E27FC236}">
                <a16:creationId xmlns:a16="http://schemas.microsoft.com/office/drawing/2014/main" id="{EB0A8441-F272-1F40-65C2-DAAD3709B2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26079" y="2820727"/>
            <a:ext cx="853514" cy="1743607"/>
          </a:xfrm>
          <a:prstGeom prst="rect">
            <a:avLst/>
          </a:prstGeom>
        </p:spPr>
      </p:pic>
      <p:sp>
        <p:nvSpPr>
          <p:cNvPr id="38" name="橢圓 37">
            <a:extLst>
              <a:ext uri="{FF2B5EF4-FFF2-40B4-BE49-F238E27FC236}">
                <a16:creationId xmlns:a16="http://schemas.microsoft.com/office/drawing/2014/main" id="{A258042E-8245-DF7A-97A4-A819D3F5611B}"/>
              </a:ext>
            </a:extLst>
          </p:cNvPr>
          <p:cNvSpPr/>
          <p:nvPr/>
        </p:nvSpPr>
        <p:spPr>
          <a:xfrm>
            <a:off x="1957085" y="4535381"/>
            <a:ext cx="991503" cy="10096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816960FF-2511-D27D-9381-D14C5957C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395954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0E3EEA-E87D-A907-7D55-7AA34A421718}"/>
              </a:ext>
            </a:extLst>
          </p:cNvPr>
          <p:cNvSpPr/>
          <p:nvPr/>
        </p:nvSpPr>
        <p:spPr>
          <a:xfrm>
            <a:off x="357685" y="900009"/>
            <a:ext cx="871481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pPr lvl="1"/>
            <a:r>
              <a:rPr lang="en-US" altLang="zh-TW" sz="1600" b="1" dirty="0">
                <a:solidFill>
                  <a:srgbClr val="0000FF"/>
                </a:solidFill>
              </a:rPr>
              <a:t>a) </a:t>
            </a:r>
            <a:r>
              <a:rPr lang="en-US" altLang="zh-TW" sz="1600" b="1" dirty="0">
                <a:solidFill>
                  <a:srgbClr val="C00000"/>
                </a:solidFill>
              </a:rPr>
              <a:t>Failure mechanism</a:t>
            </a:r>
            <a:r>
              <a:rPr lang="en-US" altLang="zh-TW" sz="1600" b="1" dirty="0">
                <a:solidFill>
                  <a:srgbClr val="0000FF"/>
                </a:solidFill>
              </a:rPr>
              <a:t>:</a:t>
            </a:r>
          </a:p>
        </p:txBody>
      </p:sp>
      <p:pic>
        <p:nvPicPr>
          <p:cNvPr id="32" name="圖片 31">
            <a:extLst>
              <a:ext uri="{FF2B5EF4-FFF2-40B4-BE49-F238E27FC236}">
                <a16:creationId xmlns:a16="http://schemas.microsoft.com/office/drawing/2014/main" id="{88B535DF-5ABE-243B-4A91-AD6551E081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74904" y="2873932"/>
            <a:ext cx="738146" cy="1697379"/>
          </a:xfrm>
          <a:prstGeom prst="rect">
            <a:avLst/>
          </a:prstGeom>
        </p:spPr>
      </p:pic>
      <p:pic>
        <p:nvPicPr>
          <p:cNvPr id="54" name="圖片 53">
            <a:extLst>
              <a:ext uri="{FF2B5EF4-FFF2-40B4-BE49-F238E27FC236}">
                <a16:creationId xmlns:a16="http://schemas.microsoft.com/office/drawing/2014/main" id="{0DB625B3-FAAE-1E55-3B8D-FAF8EED49C1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80204" y="4439368"/>
            <a:ext cx="554784" cy="292633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A6D6E530-0F80-6E9C-7ECF-AC963E58F99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15093" y="2940445"/>
            <a:ext cx="484316" cy="1263628"/>
          </a:xfrm>
          <a:prstGeom prst="rect">
            <a:avLst/>
          </a:prstGeom>
        </p:spPr>
      </p:pic>
      <p:pic>
        <p:nvPicPr>
          <p:cNvPr id="36" name="圖片 35">
            <a:extLst>
              <a:ext uri="{FF2B5EF4-FFF2-40B4-BE49-F238E27FC236}">
                <a16:creationId xmlns:a16="http://schemas.microsoft.com/office/drawing/2014/main" id="{02F4786E-0955-037D-4496-E7518AFD9B9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39459" y="4106860"/>
            <a:ext cx="426757" cy="378743"/>
          </a:xfrm>
          <a:prstGeom prst="rect">
            <a:avLst/>
          </a:prstGeom>
        </p:spPr>
      </p:pic>
      <p:pic>
        <p:nvPicPr>
          <p:cNvPr id="53" name="圖片 52">
            <a:extLst>
              <a:ext uri="{FF2B5EF4-FFF2-40B4-BE49-F238E27FC236}">
                <a16:creationId xmlns:a16="http://schemas.microsoft.com/office/drawing/2014/main" id="{628FC2BA-68BD-1A46-62D6-60D7605EE75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8111" y="4636342"/>
            <a:ext cx="1060796" cy="304826"/>
          </a:xfrm>
          <a:prstGeom prst="rect">
            <a:avLst/>
          </a:prstGeom>
        </p:spPr>
      </p:pic>
      <p:pic>
        <p:nvPicPr>
          <p:cNvPr id="55" name="圖片 54">
            <a:extLst>
              <a:ext uri="{FF2B5EF4-FFF2-40B4-BE49-F238E27FC236}">
                <a16:creationId xmlns:a16="http://schemas.microsoft.com/office/drawing/2014/main" id="{89BD87BF-9036-B5D5-7EF3-87116C3534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1460" y="2847900"/>
            <a:ext cx="853514" cy="1743607"/>
          </a:xfrm>
          <a:prstGeom prst="rect">
            <a:avLst/>
          </a:prstGeom>
        </p:spPr>
      </p:pic>
      <p:sp>
        <p:nvSpPr>
          <p:cNvPr id="56" name="橢圓 55">
            <a:extLst>
              <a:ext uri="{FF2B5EF4-FFF2-40B4-BE49-F238E27FC236}">
                <a16:creationId xmlns:a16="http://schemas.microsoft.com/office/drawing/2014/main" id="{4BCCD64A-3A68-72A7-F182-CC28FB730588}"/>
              </a:ext>
            </a:extLst>
          </p:cNvPr>
          <p:cNvSpPr/>
          <p:nvPr/>
        </p:nvSpPr>
        <p:spPr>
          <a:xfrm>
            <a:off x="5872466" y="6335581"/>
            <a:ext cx="991503" cy="10096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7" name="圖片 56">
            <a:extLst>
              <a:ext uri="{FF2B5EF4-FFF2-40B4-BE49-F238E27FC236}">
                <a16:creationId xmlns:a16="http://schemas.microsoft.com/office/drawing/2014/main" id="{774906F4-8736-123D-1298-FA1A15589B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0285" y="2901105"/>
            <a:ext cx="738146" cy="1697379"/>
          </a:xfrm>
          <a:prstGeom prst="rect">
            <a:avLst/>
          </a:prstGeom>
        </p:spPr>
      </p:pic>
      <p:pic>
        <p:nvPicPr>
          <p:cNvPr id="59" name="圖片 58">
            <a:extLst>
              <a:ext uri="{FF2B5EF4-FFF2-40B4-BE49-F238E27FC236}">
                <a16:creationId xmlns:a16="http://schemas.microsoft.com/office/drawing/2014/main" id="{6DBA4662-2644-6E22-4290-D11C6CF348E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30474" y="4740645"/>
            <a:ext cx="484316" cy="1263628"/>
          </a:xfrm>
          <a:prstGeom prst="rect">
            <a:avLst/>
          </a:prstGeom>
        </p:spPr>
      </p:pic>
      <p:pic>
        <p:nvPicPr>
          <p:cNvPr id="61" name="圖片 60">
            <a:extLst>
              <a:ext uri="{FF2B5EF4-FFF2-40B4-BE49-F238E27FC236}">
                <a16:creationId xmlns:a16="http://schemas.microsoft.com/office/drawing/2014/main" id="{870C785B-D81A-554F-1451-D055CE87C99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03492" y="6436542"/>
            <a:ext cx="1060796" cy="304826"/>
          </a:xfrm>
          <a:prstGeom prst="rect">
            <a:avLst/>
          </a:prstGeom>
        </p:spPr>
      </p:pic>
      <p:pic>
        <p:nvPicPr>
          <p:cNvPr id="58" name="圖片 57">
            <a:extLst>
              <a:ext uri="{FF2B5EF4-FFF2-40B4-BE49-F238E27FC236}">
                <a16:creationId xmlns:a16="http://schemas.microsoft.com/office/drawing/2014/main" id="{758FEAA5-E972-8D08-B005-ED7798BBB43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5585" y="6239568"/>
            <a:ext cx="554784" cy="292633"/>
          </a:xfrm>
          <a:prstGeom prst="rect">
            <a:avLst/>
          </a:prstGeom>
        </p:spPr>
      </p:pic>
      <p:pic>
        <p:nvPicPr>
          <p:cNvPr id="174" name="圖形 173" descr="單線箭號: 右旋 以實心填滿">
            <a:extLst>
              <a:ext uri="{FF2B5EF4-FFF2-40B4-BE49-F238E27FC236}">
                <a16:creationId xmlns:a16="http://schemas.microsoft.com/office/drawing/2014/main" id="{C3A66E44-C2ED-CB82-5B9E-87AE1A9EDD4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flipV="1">
            <a:off x="5967917" y="6163391"/>
            <a:ext cx="991503" cy="315596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9872DC3C-33A5-D8AF-9798-95585800A5A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54840" y="5907060"/>
            <a:ext cx="426757" cy="378743"/>
          </a:xfrm>
          <a:prstGeom prst="rect">
            <a:avLst/>
          </a:prstGeom>
        </p:spPr>
      </p:pic>
      <p:pic>
        <p:nvPicPr>
          <p:cNvPr id="74" name="圖片 73">
            <a:extLst>
              <a:ext uri="{FF2B5EF4-FFF2-40B4-BE49-F238E27FC236}">
                <a16:creationId xmlns:a16="http://schemas.microsoft.com/office/drawing/2014/main" id="{F4B20BD5-3FCD-7A82-29E5-A1D06E7E8380}"/>
              </a:ext>
            </a:extLst>
          </p:cNvPr>
          <p:cNvPicPr>
            <a:picLocks noChangeAspect="1"/>
          </p:cNvPicPr>
          <p:nvPr/>
        </p:nvPicPr>
        <p:blipFill>
          <a:blip r:embed="rId15">
            <a:alphaModFix amt="35000"/>
          </a:blip>
          <a:stretch>
            <a:fillRect/>
          </a:stretch>
        </p:blipFill>
        <p:spPr>
          <a:xfrm>
            <a:off x="4324346" y="4632546"/>
            <a:ext cx="1481456" cy="164606"/>
          </a:xfrm>
          <a:prstGeom prst="rect">
            <a:avLst/>
          </a:prstGeom>
        </p:spPr>
      </p:pic>
      <p:pic>
        <p:nvPicPr>
          <p:cNvPr id="75" name="圖片 74">
            <a:extLst>
              <a:ext uri="{FF2B5EF4-FFF2-40B4-BE49-F238E27FC236}">
                <a16:creationId xmlns:a16="http://schemas.microsoft.com/office/drawing/2014/main" id="{1FEADA2F-A2A5-99FE-8912-6E7A832E977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9183" y="4617097"/>
            <a:ext cx="1481456" cy="164606"/>
          </a:xfrm>
          <a:prstGeom prst="rect">
            <a:avLst/>
          </a:prstGeom>
        </p:spPr>
      </p:pic>
      <p:pic>
        <p:nvPicPr>
          <p:cNvPr id="100" name="圖片 99">
            <a:extLst>
              <a:ext uri="{FF2B5EF4-FFF2-40B4-BE49-F238E27FC236}">
                <a16:creationId xmlns:a16="http://schemas.microsoft.com/office/drawing/2014/main" id="{563D275A-37DC-6E47-E138-4815DFDDAF1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flipH="1">
            <a:off x="5390868" y="4510343"/>
            <a:ext cx="1481456" cy="164606"/>
          </a:xfrm>
          <a:prstGeom prst="rect">
            <a:avLst/>
          </a:prstGeom>
        </p:spPr>
      </p:pic>
      <p:sp>
        <p:nvSpPr>
          <p:cNvPr id="101" name="箭號: 向下 100">
            <a:extLst>
              <a:ext uri="{FF2B5EF4-FFF2-40B4-BE49-F238E27FC236}">
                <a16:creationId xmlns:a16="http://schemas.microsoft.com/office/drawing/2014/main" id="{A85B6717-7D67-CCFF-2295-87A3EE9B90B5}"/>
              </a:ext>
            </a:extLst>
          </p:cNvPr>
          <p:cNvSpPr/>
          <p:nvPr/>
        </p:nvSpPr>
        <p:spPr>
          <a:xfrm>
            <a:off x="5888642" y="5335195"/>
            <a:ext cx="191594" cy="705710"/>
          </a:xfrm>
          <a:prstGeom prst="downArrow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8" name="直線接點 117">
            <a:extLst>
              <a:ext uri="{FF2B5EF4-FFF2-40B4-BE49-F238E27FC236}">
                <a16:creationId xmlns:a16="http://schemas.microsoft.com/office/drawing/2014/main" id="{003209F3-EF01-A63F-59D9-45BBCD7DEEE7}"/>
              </a:ext>
            </a:extLst>
          </p:cNvPr>
          <p:cNvCxnSpPr>
            <a:cxnSpLocks/>
            <a:endCxn id="119" idx="1"/>
          </p:cNvCxnSpPr>
          <p:nvPr/>
        </p:nvCxnSpPr>
        <p:spPr>
          <a:xfrm flipV="1">
            <a:off x="1723162" y="5969729"/>
            <a:ext cx="200755" cy="1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文字方塊 118">
            <a:extLst>
              <a:ext uri="{FF2B5EF4-FFF2-40B4-BE49-F238E27FC236}">
                <a16:creationId xmlns:a16="http://schemas.microsoft.com/office/drawing/2014/main" id="{DC6548B9-D76C-A521-3A1E-76AA7274038D}"/>
              </a:ext>
            </a:extLst>
          </p:cNvPr>
          <p:cNvSpPr txBox="1"/>
          <p:nvPr/>
        </p:nvSpPr>
        <p:spPr>
          <a:xfrm>
            <a:off x="1923917" y="5815840"/>
            <a:ext cx="64807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/>
              <a:t>Arm</a:t>
            </a:r>
            <a:endParaRPr lang="en-US" sz="1400" dirty="0"/>
          </a:p>
        </p:txBody>
      </p:sp>
      <p:sp>
        <p:nvSpPr>
          <p:cNvPr id="126" name="文字方塊 125">
            <a:extLst>
              <a:ext uri="{FF2B5EF4-FFF2-40B4-BE49-F238E27FC236}">
                <a16:creationId xmlns:a16="http://schemas.microsoft.com/office/drawing/2014/main" id="{6AF7C547-98DD-FC4A-F53D-B950CF0B08DF}"/>
              </a:ext>
            </a:extLst>
          </p:cNvPr>
          <p:cNvSpPr txBox="1"/>
          <p:nvPr/>
        </p:nvSpPr>
        <p:spPr>
          <a:xfrm>
            <a:off x="35496" y="4236125"/>
            <a:ext cx="80026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/>
              <a:t>Shutter</a:t>
            </a:r>
            <a:endParaRPr lang="en-US" sz="1400" dirty="0"/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FDD30434-62AF-F238-ED6D-DB754B3C9494}"/>
              </a:ext>
            </a:extLst>
          </p:cNvPr>
          <p:cNvCxnSpPr>
            <a:cxnSpLocks/>
            <a:stCxn id="126" idx="2"/>
          </p:cNvCxnSpPr>
          <p:nvPr/>
        </p:nvCxnSpPr>
        <p:spPr>
          <a:xfrm>
            <a:off x="435629" y="4543902"/>
            <a:ext cx="0" cy="161672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2AEC00D3-5C56-6C87-7F9F-AC5CA20B0FF0}"/>
              </a:ext>
            </a:extLst>
          </p:cNvPr>
          <p:cNvSpPr txBox="1"/>
          <p:nvPr/>
        </p:nvSpPr>
        <p:spPr>
          <a:xfrm>
            <a:off x="2635130" y="5067917"/>
            <a:ext cx="121285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/>
              <a:t>Elevator (B/E)</a:t>
            </a:r>
            <a:endParaRPr lang="en-US" sz="1400" dirty="0"/>
          </a:p>
        </p:txBody>
      </p:sp>
      <p:cxnSp>
        <p:nvCxnSpPr>
          <p:cNvPr id="135" name="直線接點 134">
            <a:extLst>
              <a:ext uri="{FF2B5EF4-FFF2-40B4-BE49-F238E27FC236}">
                <a16:creationId xmlns:a16="http://schemas.microsoft.com/office/drawing/2014/main" id="{C60507B8-D75C-A89F-4DCE-462058B6BED1}"/>
              </a:ext>
            </a:extLst>
          </p:cNvPr>
          <p:cNvCxnSpPr>
            <a:cxnSpLocks/>
            <a:endCxn id="134" idx="0"/>
          </p:cNvCxnSpPr>
          <p:nvPr/>
        </p:nvCxnSpPr>
        <p:spPr>
          <a:xfrm>
            <a:off x="3241559" y="4911096"/>
            <a:ext cx="0" cy="156821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文字方塊 137">
            <a:extLst>
              <a:ext uri="{FF2B5EF4-FFF2-40B4-BE49-F238E27FC236}">
                <a16:creationId xmlns:a16="http://schemas.microsoft.com/office/drawing/2014/main" id="{1F539CC1-70BE-5D35-A646-5FECD49F1F85}"/>
              </a:ext>
            </a:extLst>
          </p:cNvPr>
          <p:cNvSpPr txBox="1"/>
          <p:nvPr/>
        </p:nvSpPr>
        <p:spPr>
          <a:xfrm>
            <a:off x="2052703" y="2455717"/>
            <a:ext cx="80026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/>
              <a:t>Furnace</a:t>
            </a:r>
            <a:endParaRPr lang="en-US" sz="1400" dirty="0"/>
          </a:p>
        </p:txBody>
      </p:sp>
      <p:cxnSp>
        <p:nvCxnSpPr>
          <p:cNvPr id="139" name="直線接點 138">
            <a:extLst>
              <a:ext uri="{FF2B5EF4-FFF2-40B4-BE49-F238E27FC236}">
                <a16:creationId xmlns:a16="http://schemas.microsoft.com/office/drawing/2014/main" id="{81CC4142-9A36-B4E1-9CF3-5C8C0DF3A0D3}"/>
              </a:ext>
            </a:extLst>
          </p:cNvPr>
          <p:cNvCxnSpPr>
            <a:cxnSpLocks/>
            <a:stCxn id="138" idx="2"/>
            <a:endCxn id="43" idx="0"/>
          </p:cNvCxnSpPr>
          <p:nvPr/>
        </p:nvCxnSpPr>
        <p:spPr>
          <a:xfrm>
            <a:off x="2452836" y="2763494"/>
            <a:ext cx="0" cy="5723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文字方塊 139">
            <a:extLst>
              <a:ext uri="{FF2B5EF4-FFF2-40B4-BE49-F238E27FC236}">
                <a16:creationId xmlns:a16="http://schemas.microsoft.com/office/drawing/2014/main" id="{A85947D4-1FC9-4CA1-F893-BB20B7B07DFC}"/>
              </a:ext>
            </a:extLst>
          </p:cNvPr>
          <p:cNvSpPr txBox="1"/>
          <p:nvPr/>
        </p:nvSpPr>
        <p:spPr>
          <a:xfrm>
            <a:off x="1092989" y="3419127"/>
            <a:ext cx="80026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/>
              <a:t>Boat</a:t>
            </a:r>
            <a:endParaRPr lang="en-US" sz="1400" dirty="0"/>
          </a:p>
        </p:txBody>
      </p: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A147E173-7C2B-3A43-95FF-BA39368198E2}"/>
              </a:ext>
            </a:extLst>
          </p:cNvPr>
          <p:cNvCxnSpPr>
            <a:cxnSpLocks/>
            <a:stCxn id="140" idx="3"/>
          </p:cNvCxnSpPr>
          <p:nvPr/>
        </p:nvCxnSpPr>
        <p:spPr>
          <a:xfrm flipV="1">
            <a:off x="1893255" y="3572259"/>
            <a:ext cx="415692" cy="75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文字方塊 146">
            <a:extLst>
              <a:ext uri="{FF2B5EF4-FFF2-40B4-BE49-F238E27FC236}">
                <a16:creationId xmlns:a16="http://schemas.microsoft.com/office/drawing/2014/main" id="{0DBAD2EF-1912-3AF7-AB42-1C6807AB910A}"/>
              </a:ext>
            </a:extLst>
          </p:cNvPr>
          <p:cNvSpPr txBox="1"/>
          <p:nvPr/>
        </p:nvSpPr>
        <p:spPr>
          <a:xfrm>
            <a:off x="3008175" y="4057327"/>
            <a:ext cx="80026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/>
              <a:t>Pedestal</a:t>
            </a:r>
            <a:endParaRPr lang="en-US" sz="1400" dirty="0"/>
          </a:p>
        </p:txBody>
      </p:sp>
      <p:cxnSp>
        <p:nvCxnSpPr>
          <p:cNvPr id="148" name="直線接點 147">
            <a:extLst>
              <a:ext uri="{FF2B5EF4-FFF2-40B4-BE49-F238E27FC236}">
                <a16:creationId xmlns:a16="http://schemas.microsoft.com/office/drawing/2014/main" id="{8297F152-6762-E503-CC17-4028232AC1D1}"/>
              </a:ext>
            </a:extLst>
          </p:cNvPr>
          <p:cNvCxnSpPr>
            <a:cxnSpLocks/>
            <a:endCxn id="147" idx="1"/>
          </p:cNvCxnSpPr>
          <p:nvPr/>
        </p:nvCxnSpPr>
        <p:spPr>
          <a:xfrm>
            <a:off x="2664491" y="4211216"/>
            <a:ext cx="343684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文字方塊 156">
            <a:extLst>
              <a:ext uri="{FF2B5EF4-FFF2-40B4-BE49-F238E27FC236}">
                <a16:creationId xmlns:a16="http://schemas.microsoft.com/office/drawing/2014/main" id="{3111909E-A6D4-3DA5-8A77-B05CAC754C5D}"/>
              </a:ext>
            </a:extLst>
          </p:cNvPr>
          <p:cNvSpPr txBox="1"/>
          <p:nvPr/>
        </p:nvSpPr>
        <p:spPr>
          <a:xfrm>
            <a:off x="1274550" y="5013281"/>
            <a:ext cx="80026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/>
              <a:t>Rotor</a:t>
            </a:r>
            <a:endParaRPr lang="en-US" sz="1400" dirty="0"/>
          </a:p>
        </p:txBody>
      </p:sp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F116DDC9-E197-D84C-FE80-C91221BACAED}"/>
              </a:ext>
            </a:extLst>
          </p:cNvPr>
          <p:cNvCxnSpPr>
            <a:cxnSpLocks/>
          </p:cNvCxnSpPr>
          <p:nvPr/>
        </p:nvCxnSpPr>
        <p:spPr>
          <a:xfrm flipH="1">
            <a:off x="2074816" y="4609659"/>
            <a:ext cx="385709" cy="403622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橢圓 176">
            <a:extLst>
              <a:ext uri="{FF2B5EF4-FFF2-40B4-BE49-F238E27FC236}">
                <a16:creationId xmlns:a16="http://schemas.microsoft.com/office/drawing/2014/main" id="{6D948B77-6172-CD4A-67C2-63D1FC65B2C2}"/>
              </a:ext>
            </a:extLst>
          </p:cNvPr>
          <p:cNvSpPr/>
          <p:nvPr/>
        </p:nvSpPr>
        <p:spPr>
          <a:xfrm>
            <a:off x="5893574" y="5146183"/>
            <a:ext cx="181729" cy="16412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dirty="0">
                <a:solidFill>
                  <a:schemeClr val="tx1"/>
                </a:solidFill>
              </a:rPr>
              <a:t>1</a:t>
            </a:r>
            <a:endParaRPr lang="en-US" sz="1100" dirty="0">
              <a:solidFill>
                <a:schemeClr val="tx1"/>
              </a:solidFill>
            </a:endParaRPr>
          </a:p>
        </p:txBody>
      </p:sp>
      <p:cxnSp>
        <p:nvCxnSpPr>
          <p:cNvPr id="179" name="直線單箭頭接點 178">
            <a:extLst>
              <a:ext uri="{FF2B5EF4-FFF2-40B4-BE49-F238E27FC236}">
                <a16:creationId xmlns:a16="http://schemas.microsoft.com/office/drawing/2014/main" id="{E1EF9B82-4170-0463-365F-5DCFA72ACC51}"/>
              </a:ext>
            </a:extLst>
          </p:cNvPr>
          <p:cNvCxnSpPr>
            <a:cxnSpLocks/>
          </p:cNvCxnSpPr>
          <p:nvPr/>
        </p:nvCxnSpPr>
        <p:spPr>
          <a:xfrm flipV="1">
            <a:off x="5805487" y="4465573"/>
            <a:ext cx="0" cy="286809"/>
          </a:xfrm>
          <a:prstGeom prst="straightConnector1">
            <a:avLst/>
          </a:prstGeom>
          <a:ln w="28575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橢圓 180">
            <a:extLst>
              <a:ext uri="{FF2B5EF4-FFF2-40B4-BE49-F238E27FC236}">
                <a16:creationId xmlns:a16="http://schemas.microsoft.com/office/drawing/2014/main" id="{ACC2652E-4C75-1D2C-EEDC-A62F69FB83F9}"/>
              </a:ext>
            </a:extLst>
          </p:cNvPr>
          <p:cNvSpPr/>
          <p:nvPr/>
        </p:nvSpPr>
        <p:spPr>
          <a:xfrm>
            <a:off x="1509197" y="2089666"/>
            <a:ext cx="181729" cy="16412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dirty="0">
                <a:solidFill>
                  <a:schemeClr val="tx1"/>
                </a:solidFill>
              </a:rPr>
              <a:t>1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82" name="橢圓 181">
            <a:extLst>
              <a:ext uri="{FF2B5EF4-FFF2-40B4-BE49-F238E27FC236}">
                <a16:creationId xmlns:a16="http://schemas.microsoft.com/office/drawing/2014/main" id="{FCF0B23A-7DC7-C88A-E173-1FB124C10146}"/>
              </a:ext>
            </a:extLst>
          </p:cNvPr>
          <p:cNvSpPr/>
          <p:nvPr/>
        </p:nvSpPr>
        <p:spPr>
          <a:xfrm>
            <a:off x="3596674" y="2086274"/>
            <a:ext cx="181729" cy="16412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83" name="橢圓 182">
            <a:extLst>
              <a:ext uri="{FF2B5EF4-FFF2-40B4-BE49-F238E27FC236}">
                <a16:creationId xmlns:a16="http://schemas.microsoft.com/office/drawing/2014/main" id="{7D8E100B-F6CE-A08E-3235-85A5327444FC}"/>
              </a:ext>
            </a:extLst>
          </p:cNvPr>
          <p:cNvSpPr/>
          <p:nvPr/>
        </p:nvSpPr>
        <p:spPr>
          <a:xfrm>
            <a:off x="5335344" y="2084903"/>
            <a:ext cx="181729" cy="16412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84" name="橢圓 183">
            <a:extLst>
              <a:ext uri="{FF2B5EF4-FFF2-40B4-BE49-F238E27FC236}">
                <a16:creationId xmlns:a16="http://schemas.microsoft.com/office/drawing/2014/main" id="{6DE27516-C7A1-8EDE-41D2-1E125E4A9A94}"/>
              </a:ext>
            </a:extLst>
          </p:cNvPr>
          <p:cNvSpPr/>
          <p:nvPr/>
        </p:nvSpPr>
        <p:spPr>
          <a:xfrm>
            <a:off x="5559858" y="4987085"/>
            <a:ext cx="181729" cy="16412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dirty="0">
                <a:solidFill>
                  <a:schemeClr val="tx1"/>
                </a:solidFill>
              </a:rPr>
              <a:t>2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85" name="橢圓 184">
            <a:extLst>
              <a:ext uri="{FF2B5EF4-FFF2-40B4-BE49-F238E27FC236}">
                <a16:creationId xmlns:a16="http://schemas.microsoft.com/office/drawing/2014/main" id="{9DF9356D-7A84-556F-E261-95CE0658320D}"/>
              </a:ext>
            </a:extLst>
          </p:cNvPr>
          <p:cNvSpPr/>
          <p:nvPr/>
        </p:nvSpPr>
        <p:spPr>
          <a:xfrm>
            <a:off x="6661938" y="6098785"/>
            <a:ext cx="181729" cy="16412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dirty="0">
                <a:solidFill>
                  <a:schemeClr val="tx1"/>
                </a:solidFill>
              </a:rPr>
              <a:t>4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91" name="橢圓 190">
            <a:extLst>
              <a:ext uri="{FF2B5EF4-FFF2-40B4-BE49-F238E27FC236}">
                <a16:creationId xmlns:a16="http://schemas.microsoft.com/office/drawing/2014/main" id="{422C3F41-5A73-22B1-7CC7-37EEFD3C395E}"/>
              </a:ext>
            </a:extLst>
          </p:cNvPr>
          <p:cNvSpPr/>
          <p:nvPr/>
        </p:nvSpPr>
        <p:spPr>
          <a:xfrm>
            <a:off x="6475885" y="2091974"/>
            <a:ext cx="181729" cy="16412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92" name="箭號: 迴轉箭號 191">
            <a:extLst>
              <a:ext uri="{FF2B5EF4-FFF2-40B4-BE49-F238E27FC236}">
                <a16:creationId xmlns:a16="http://schemas.microsoft.com/office/drawing/2014/main" id="{73171187-BF30-A4F9-931C-692BFAC1C094}"/>
              </a:ext>
            </a:extLst>
          </p:cNvPr>
          <p:cNvSpPr/>
          <p:nvPr/>
        </p:nvSpPr>
        <p:spPr>
          <a:xfrm rot="10800000" flipH="1">
            <a:off x="5346559" y="4754848"/>
            <a:ext cx="661669" cy="214780"/>
          </a:xfrm>
          <a:prstGeom prst="uturnArrow">
            <a:avLst>
              <a:gd name="adj1" fmla="val 25000"/>
              <a:gd name="adj2" fmla="val 25000"/>
              <a:gd name="adj3" fmla="val 32096"/>
              <a:gd name="adj4" fmla="val 43750"/>
              <a:gd name="adj5" fmla="val 75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3" name="橢圓 192">
            <a:extLst>
              <a:ext uri="{FF2B5EF4-FFF2-40B4-BE49-F238E27FC236}">
                <a16:creationId xmlns:a16="http://schemas.microsoft.com/office/drawing/2014/main" id="{718B00DA-C5F2-17D5-4527-31E5A2AC1623}"/>
              </a:ext>
            </a:extLst>
          </p:cNvPr>
          <p:cNvSpPr/>
          <p:nvPr/>
        </p:nvSpPr>
        <p:spPr>
          <a:xfrm>
            <a:off x="3596674" y="1814851"/>
            <a:ext cx="181729" cy="16412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94" name="橢圓 193">
            <a:extLst>
              <a:ext uri="{FF2B5EF4-FFF2-40B4-BE49-F238E27FC236}">
                <a16:creationId xmlns:a16="http://schemas.microsoft.com/office/drawing/2014/main" id="{8AE8B2C4-C795-C558-CF50-7C6B65D0A918}"/>
              </a:ext>
            </a:extLst>
          </p:cNvPr>
          <p:cNvSpPr/>
          <p:nvPr/>
        </p:nvSpPr>
        <p:spPr>
          <a:xfrm>
            <a:off x="5720196" y="4293096"/>
            <a:ext cx="181729" cy="16412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95" name="直線接點 194">
            <a:extLst>
              <a:ext uri="{FF2B5EF4-FFF2-40B4-BE49-F238E27FC236}">
                <a16:creationId xmlns:a16="http://schemas.microsoft.com/office/drawing/2014/main" id="{FE878CE6-3540-BE4E-52C5-6E41FD8AC329}"/>
              </a:ext>
            </a:extLst>
          </p:cNvPr>
          <p:cNvCxnSpPr>
            <a:cxnSpLocks/>
          </p:cNvCxnSpPr>
          <p:nvPr/>
        </p:nvCxnSpPr>
        <p:spPr>
          <a:xfrm>
            <a:off x="3666137" y="2027342"/>
            <a:ext cx="1738312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8" name="圖片 197">
            <a:extLst>
              <a:ext uri="{FF2B5EF4-FFF2-40B4-BE49-F238E27FC236}">
                <a16:creationId xmlns:a16="http://schemas.microsoft.com/office/drawing/2014/main" id="{271D12F9-FB57-C427-0111-6EB2D027D7FA}"/>
              </a:ext>
            </a:extLst>
          </p:cNvPr>
          <p:cNvPicPr>
            <a:picLocks noChangeAspect="1"/>
          </p:cNvPicPr>
          <p:nvPr/>
        </p:nvPicPr>
        <p:blipFill>
          <a:blip r:embed="rId16">
            <a:alphaModFix/>
          </a:blip>
          <a:stretch>
            <a:fillRect/>
          </a:stretch>
        </p:blipFill>
        <p:spPr>
          <a:xfrm rot="1800000">
            <a:off x="908140" y="5839199"/>
            <a:ext cx="1097375" cy="469433"/>
          </a:xfrm>
          <a:prstGeom prst="rect">
            <a:avLst/>
          </a:prstGeom>
        </p:spPr>
      </p:pic>
      <p:pic>
        <p:nvPicPr>
          <p:cNvPr id="199" name="圖片 198">
            <a:extLst>
              <a:ext uri="{FF2B5EF4-FFF2-40B4-BE49-F238E27FC236}">
                <a16:creationId xmlns:a16="http://schemas.microsoft.com/office/drawing/2014/main" id="{360A74E3-A402-83EF-266D-FD1FFF6BDDD7}"/>
              </a:ext>
            </a:extLst>
          </p:cNvPr>
          <p:cNvPicPr>
            <a:picLocks noChangeAspect="1"/>
          </p:cNvPicPr>
          <p:nvPr/>
        </p:nvPicPr>
        <p:blipFill>
          <a:blip r:embed="rId16">
            <a:alphaModFix/>
          </a:blip>
          <a:stretch>
            <a:fillRect/>
          </a:stretch>
        </p:blipFill>
        <p:spPr>
          <a:xfrm rot="1800000">
            <a:off x="4791657" y="5836047"/>
            <a:ext cx="1097375" cy="469433"/>
          </a:xfrm>
          <a:prstGeom prst="rect">
            <a:avLst/>
          </a:prstGeom>
        </p:spPr>
      </p:pic>
      <p:sp>
        <p:nvSpPr>
          <p:cNvPr id="206" name="文字方塊 205">
            <a:extLst>
              <a:ext uri="{FF2B5EF4-FFF2-40B4-BE49-F238E27FC236}">
                <a16:creationId xmlns:a16="http://schemas.microsoft.com/office/drawing/2014/main" id="{61F40150-008C-7684-26AC-1493F67D82D9}"/>
              </a:ext>
            </a:extLst>
          </p:cNvPr>
          <p:cNvSpPr txBox="1"/>
          <p:nvPr/>
        </p:nvSpPr>
        <p:spPr>
          <a:xfrm>
            <a:off x="3478888" y="1391828"/>
            <a:ext cx="2173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</a:rPr>
              <a:t>U</a:t>
            </a:r>
            <a:r>
              <a:rPr lang="en-US" altLang="zh-TW" sz="2000" dirty="0">
                <a:solidFill>
                  <a:srgbClr val="002060"/>
                </a:solidFill>
              </a:rPr>
              <a:t>NLOAD</a:t>
            </a:r>
            <a:r>
              <a:rPr lang="zh-TW" altLang="en-US" sz="2000" dirty="0">
                <a:solidFill>
                  <a:srgbClr val="002060"/>
                </a:solidFill>
              </a:rPr>
              <a:t> 動作流程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217" name="投影片編號版面配置區 216">
            <a:extLst>
              <a:ext uri="{FF2B5EF4-FFF2-40B4-BE49-F238E27FC236}">
                <a16:creationId xmlns:a16="http://schemas.microsoft.com/office/drawing/2014/main" id="{F9699B3E-CAA2-2C5A-6D4D-DBF91CEB2B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487427" y="6356350"/>
            <a:ext cx="2133600" cy="365125"/>
          </a:xfrm>
        </p:spPr>
        <p:txBody>
          <a:bodyPr/>
          <a:lstStyle/>
          <a:p>
            <a:fld id="{C2A3647F-B5CB-4C0D-A009-B847CBF56DA1}" type="slidenum">
              <a:rPr lang="zh-TW" altLang="en-US" smtClean="0"/>
              <a:pPr/>
              <a:t>0</a:t>
            </a:fld>
            <a:endParaRPr lang="zh-TW" altLang="en-US"/>
          </a:p>
        </p:txBody>
      </p:sp>
      <p:pic>
        <p:nvPicPr>
          <p:cNvPr id="219" name="圖形 218" descr="雪花 外框">
            <a:extLst>
              <a:ext uri="{FF2B5EF4-FFF2-40B4-BE49-F238E27FC236}">
                <a16:creationId xmlns:a16="http://schemas.microsoft.com/office/drawing/2014/main" id="{ED6F9C68-4757-215C-C518-9255FD0A5FE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996026" y="3817601"/>
            <a:ext cx="914400" cy="914400"/>
          </a:xfrm>
          <a:prstGeom prst="rect">
            <a:avLst/>
          </a:prstGeom>
        </p:spPr>
      </p:pic>
      <p:sp>
        <p:nvSpPr>
          <p:cNvPr id="221" name="橢圓 220">
            <a:extLst>
              <a:ext uri="{FF2B5EF4-FFF2-40B4-BE49-F238E27FC236}">
                <a16:creationId xmlns:a16="http://schemas.microsoft.com/office/drawing/2014/main" id="{5746D6A3-EB4A-FB22-EB0A-8BB24D076746}"/>
              </a:ext>
            </a:extLst>
          </p:cNvPr>
          <p:cNvSpPr/>
          <p:nvPr/>
        </p:nvSpPr>
        <p:spPr>
          <a:xfrm>
            <a:off x="8362361" y="4192739"/>
            <a:ext cx="181729" cy="16412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dirty="0">
                <a:solidFill>
                  <a:schemeClr val="tx1"/>
                </a:solidFill>
              </a:rPr>
              <a:t>5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22" name="文字方塊 221">
            <a:extLst>
              <a:ext uri="{FF2B5EF4-FFF2-40B4-BE49-F238E27FC236}">
                <a16:creationId xmlns:a16="http://schemas.microsoft.com/office/drawing/2014/main" id="{67968960-5CE1-36F0-30F2-81F4870EC494}"/>
              </a:ext>
            </a:extLst>
          </p:cNvPr>
          <p:cNvSpPr txBox="1"/>
          <p:nvPr/>
        </p:nvSpPr>
        <p:spPr>
          <a:xfrm>
            <a:off x="8121086" y="4600297"/>
            <a:ext cx="695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冷卻</a:t>
            </a:r>
            <a:endParaRPr 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223" name="群組 222">
            <a:extLst>
              <a:ext uri="{FF2B5EF4-FFF2-40B4-BE49-F238E27FC236}">
                <a16:creationId xmlns:a16="http://schemas.microsoft.com/office/drawing/2014/main" id="{D2BD77B9-A710-5D42-7643-6818FA31ABA4}"/>
              </a:ext>
            </a:extLst>
          </p:cNvPr>
          <p:cNvGrpSpPr/>
          <p:nvPr/>
        </p:nvGrpSpPr>
        <p:grpSpPr>
          <a:xfrm>
            <a:off x="3825319" y="4085137"/>
            <a:ext cx="643349" cy="469856"/>
            <a:chOff x="3396441" y="3798687"/>
            <a:chExt cx="643349" cy="469856"/>
          </a:xfrm>
        </p:grpSpPr>
        <p:sp>
          <p:nvSpPr>
            <p:cNvPr id="224" name="半框架 223">
              <a:extLst>
                <a:ext uri="{FF2B5EF4-FFF2-40B4-BE49-F238E27FC236}">
                  <a16:creationId xmlns:a16="http://schemas.microsoft.com/office/drawing/2014/main" id="{07DB3B9C-9CEF-F312-1CA7-5E802004A5CA}"/>
                </a:ext>
              </a:extLst>
            </p:cNvPr>
            <p:cNvSpPr/>
            <p:nvPr/>
          </p:nvSpPr>
          <p:spPr>
            <a:xfrm rot="7939067">
              <a:off x="3378631" y="3823408"/>
              <a:ext cx="462945" cy="427325"/>
            </a:xfrm>
            <a:prstGeom prst="halfFram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5" name="半框架 224">
              <a:extLst>
                <a:ext uri="{FF2B5EF4-FFF2-40B4-BE49-F238E27FC236}">
                  <a16:creationId xmlns:a16="http://schemas.microsoft.com/office/drawing/2014/main" id="{5E4D6D98-E05E-E63D-6F26-4C497C024C57}"/>
                </a:ext>
              </a:extLst>
            </p:cNvPr>
            <p:cNvSpPr/>
            <p:nvPr/>
          </p:nvSpPr>
          <p:spPr>
            <a:xfrm rot="7939067">
              <a:off x="3594655" y="3816497"/>
              <a:ext cx="462945" cy="427325"/>
            </a:xfrm>
            <a:prstGeom prst="halfFram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26" name="群組 225">
            <a:extLst>
              <a:ext uri="{FF2B5EF4-FFF2-40B4-BE49-F238E27FC236}">
                <a16:creationId xmlns:a16="http://schemas.microsoft.com/office/drawing/2014/main" id="{29422120-28D1-393B-338F-413BA7BCEC5D}"/>
              </a:ext>
            </a:extLst>
          </p:cNvPr>
          <p:cNvGrpSpPr/>
          <p:nvPr/>
        </p:nvGrpSpPr>
        <p:grpSpPr>
          <a:xfrm>
            <a:off x="7092998" y="4106860"/>
            <a:ext cx="643349" cy="469856"/>
            <a:chOff x="3396441" y="3798687"/>
            <a:chExt cx="643349" cy="469856"/>
          </a:xfrm>
        </p:grpSpPr>
        <p:sp>
          <p:nvSpPr>
            <p:cNvPr id="227" name="半框架 226">
              <a:extLst>
                <a:ext uri="{FF2B5EF4-FFF2-40B4-BE49-F238E27FC236}">
                  <a16:creationId xmlns:a16="http://schemas.microsoft.com/office/drawing/2014/main" id="{0D6C1701-066E-5F14-499D-EC01BCF1C51D}"/>
                </a:ext>
              </a:extLst>
            </p:cNvPr>
            <p:cNvSpPr/>
            <p:nvPr/>
          </p:nvSpPr>
          <p:spPr>
            <a:xfrm rot="7939067">
              <a:off x="3378631" y="3823408"/>
              <a:ext cx="462945" cy="427325"/>
            </a:xfrm>
            <a:prstGeom prst="halfFram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8" name="半框架 227">
              <a:extLst>
                <a:ext uri="{FF2B5EF4-FFF2-40B4-BE49-F238E27FC236}">
                  <a16:creationId xmlns:a16="http://schemas.microsoft.com/office/drawing/2014/main" id="{545184BF-700F-9A69-6E45-A6F1D7548CBD}"/>
                </a:ext>
              </a:extLst>
            </p:cNvPr>
            <p:cNvSpPr/>
            <p:nvPr/>
          </p:nvSpPr>
          <p:spPr>
            <a:xfrm rot="7939067">
              <a:off x="3594655" y="3816497"/>
              <a:ext cx="462945" cy="427325"/>
            </a:xfrm>
            <a:prstGeom prst="halfFram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01432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D5C68-537A-0627-4390-8DC091E6A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圖片 47">
            <a:extLst>
              <a:ext uri="{FF2B5EF4-FFF2-40B4-BE49-F238E27FC236}">
                <a16:creationId xmlns:a16="http://schemas.microsoft.com/office/drawing/2014/main" id="{5EBEC22D-3378-42E5-075F-AE2A7A8670C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 rot="1800000">
            <a:off x="223361" y="4169879"/>
            <a:ext cx="1097375" cy="469433"/>
          </a:xfrm>
          <a:prstGeom prst="rect">
            <a:avLst/>
          </a:prstGeom>
        </p:spPr>
      </p:pic>
      <p:sp>
        <p:nvSpPr>
          <p:cNvPr id="6" name="Rectangle 13">
            <a:extLst>
              <a:ext uri="{FF2B5EF4-FFF2-40B4-BE49-F238E27FC236}">
                <a16:creationId xmlns:a16="http://schemas.microsoft.com/office/drawing/2014/main" id="{3DEC98F3-4EE0-957F-D194-1B8A51717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395954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6A5F92-69F1-AA1E-B886-B7890083106A}"/>
              </a:ext>
            </a:extLst>
          </p:cNvPr>
          <p:cNvSpPr/>
          <p:nvPr/>
        </p:nvSpPr>
        <p:spPr>
          <a:xfrm>
            <a:off x="357685" y="900009"/>
            <a:ext cx="871481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pPr lvl="1"/>
            <a:r>
              <a:rPr lang="en-US" altLang="zh-TW" sz="1600" b="1" dirty="0">
                <a:solidFill>
                  <a:srgbClr val="0000FF"/>
                </a:solidFill>
              </a:rPr>
              <a:t>a) </a:t>
            </a:r>
            <a:r>
              <a:rPr lang="en-US" altLang="zh-TW" sz="1600" b="1" dirty="0">
                <a:solidFill>
                  <a:srgbClr val="C00000"/>
                </a:solidFill>
              </a:rPr>
              <a:t>Failure mechanism</a:t>
            </a:r>
            <a:r>
              <a:rPr lang="en-US" altLang="zh-TW" sz="1600" b="1" dirty="0">
                <a:solidFill>
                  <a:srgbClr val="0000FF"/>
                </a:solidFill>
              </a:rPr>
              <a:t>:</a:t>
            </a:r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id="{24AC498F-7E04-A621-1FCF-016B1F15E8A8}"/>
              </a:ext>
            </a:extLst>
          </p:cNvPr>
          <p:cNvSpPr/>
          <p:nvPr/>
        </p:nvSpPr>
        <p:spPr>
          <a:xfrm>
            <a:off x="1294465" y="4686405"/>
            <a:ext cx="991503" cy="10096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8" name="圖片 77">
            <a:extLst>
              <a:ext uri="{FF2B5EF4-FFF2-40B4-BE49-F238E27FC236}">
                <a16:creationId xmlns:a16="http://schemas.microsoft.com/office/drawing/2014/main" id="{478D464C-5FC9-2813-0668-FED962C41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592" y="4590392"/>
            <a:ext cx="554784" cy="292633"/>
          </a:xfrm>
          <a:prstGeom prst="rect">
            <a:avLst/>
          </a:prstGeom>
        </p:spPr>
      </p:pic>
      <p:pic>
        <p:nvPicPr>
          <p:cNvPr id="79" name="圖片 78">
            <a:extLst>
              <a:ext uri="{FF2B5EF4-FFF2-40B4-BE49-F238E27FC236}">
                <a16:creationId xmlns:a16="http://schemas.microsoft.com/office/drawing/2014/main" id="{9A87BFB6-3118-C625-0F66-AFE1346329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481" y="3091469"/>
            <a:ext cx="484316" cy="1263628"/>
          </a:xfrm>
          <a:prstGeom prst="rect">
            <a:avLst/>
          </a:prstGeom>
        </p:spPr>
      </p:pic>
      <p:pic>
        <p:nvPicPr>
          <p:cNvPr id="80" name="圖片 79">
            <a:extLst>
              <a:ext uri="{FF2B5EF4-FFF2-40B4-BE49-F238E27FC236}">
                <a16:creationId xmlns:a16="http://schemas.microsoft.com/office/drawing/2014/main" id="{163B895E-BF7C-8468-9ADE-8FC4507B76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6847" y="4257884"/>
            <a:ext cx="426757" cy="378743"/>
          </a:xfrm>
          <a:prstGeom prst="rect">
            <a:avLst/>
          </a:prstGeom>
        </p:spPr>
      </p:pic>
      <p:pic>
        <p:nvPicPr>
          <p:cNvPr id="81" name="圖片 80">
            <a:extLst>
              <a:ext uri="{FF2B5EF4-FFF2-40B4-BE49-F238E27FC236}">
                <a16:creationId xmlns:a16="http://schemas.microsoft.com/office/drawing/2014/main" id="{B3742D8D-1B92-BD41-B467-396AE3EA54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5499" y="4787366"/>
            <a:ext cx="1060796" cy="304826"/>
          </a:xfrm>
          <a:prstGeom prst="rect">
            <a:avLst/>
          </a:prstGeom>
        </p:spPr>
      </p:pic>
      <p:pic>
        <p:nvPicPr>
          <p:cNvPr id="82" name="圖片 81">
            <a:extLst>
              <a:ext uri="{FF2B5EF4-FFF2-40B4-BE49-F238E27FC236}">
                <a16:creationId xmlns:a16="http://schemas.microsoft.com/office/drawing/2014/main" id="{80670ECB-C724-2385-4E5A-93750B77B6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0449" y="4302960"/>
            <a:ext cx="1018120" cy="121931"/>
          </a:xfrm>
          <a:prstGeom prst="rect">
            <a:avLst/>
          </a:prstGeom>
        </p:spPr>
      </p:pic>
      <p:sp>
        <p:nvSpPr>
          <p:cNvPr id="83" name="橢圓 82">
            <a:extLst>
              <a:ext uri="{FF2B5EF4-FFF2-40B4-BE49-F238E27FC236}">
                <a16:creationId xmlns:a16="http://schemas.microsoft.com/office/drawing/2014/main" id="{CAE3F601-C9A7-38E3-0C8C-B17A4AFFE6B3}"/>
              </a:ext>
            </a:extLst>
          </p:cNvPr>
          <p:cNvSpPr/>
          <p:nvPr/>
        </p:nvSpPr>
        <p:spPr>
          <a:xfrm>
            <a:off x="4144274" y="4895421"/>
            <a:ext cx="991503" cy="10096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4" name="圖片 83">
            <a:extLst>
              <a:ext uri="{FF2B5EF4-FFF2-40B4-BE49-F238E27FC236}">
                <a16:creationId xmlns:a16="http://schemas.microsoft.com/office/drawing/2014/main" id="{0F2BAEB9-CCA0-3E4E-ADFC-B9AB53780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393" y="4799408"/>
            <a:ext cx="554784" cy="292633"/>
          </a:xfrm>
          <a:prstGeom prst="rect">
            <a:avLst/>
          </a:prstGeom>
        </p:spPr>
      </p:pic>
      <p:pic>
        <p:nvPicPr>
          <p:cNvPr id="85" name="圖片 84">
            <a:extLst>
              <a:ext uri="{FF2B5EF4-FFF2-40B4-BE49-F238E27FC236}">
                <a16:creationId xmlns:a16="http://schemas.microsoft.com/office/drawing/2014/main" id="{12E1E32B-2143-2B2C-5B46-0FB89B49FD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2282" y="3140968"/>
            <a:ext cx="484316" cy="1263628"/>
          </a:xfrm>
          <a:prstGeom prst="rect">
            <a:avLst/>
          </a:prstGeom>
        </p:spPr>
      </p:pic>
      <p:pic>
        <p:nvPicPr>
          <p:cNvPr id="86" name="圖片 85">
            <a:extLst>
              <a:ext uri="{FF2B5EF4-FFF2-40B4-BE49-F238E27FC236}">
                <a16:creationId xmlns:a16="http://schemas.microsoft.com/office/drawing/2014/main" id="{0AD17078-8597-81B7-014E-9324FFCCED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6648" y="4466900"/>
            <a:ext cx="426757" cy="378743"/>
          </a:xfrm>
          <a:prstGeom prst="rect">
            <a:avLst/>
          </a:prstGeom>
        </p:spPr>
      </p:pic>
      <p:pic>
        <p:nvPicPr>
          <p:cNvPr id="87" name="圖片 86">
            <a:extLst>
              <a:ext uri="{FF2B5EF4-FFF2-40B4-BE49-F238E27FC236}">
                <a16:creationId xmlns:a16="http://schemas.microsoft.com/office/drawing/2014/main" id="{B59945E1-B5A7-3549-A8D2-DC3741DF87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5300" y="4996382"/>
            <a:ext cx="1060796" cy="304826"/>
          </a:xfrm>
          <a:prstGeom prst="rect">
            <a:avLst/>
          </a:prstGeom>
        </p:spPr>
      </p:pic>
      <p:pic>
        <p:nvPicPr>
          <p:cNvPr id="88" name="圖片 87">
            <a:extLst>
              <a:ext uri="{FF2B5EF4-FFF2-40B4-BE49-F238E27FC236}">
                <a16:creationId xmlns:a16="http://schemas.microsoft.com/office/drawing/2014/main" id="{5FA9DB21-A4BC-7102-4421-AC8359D326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90250" y="4293096"/>
            <a:ext cx="1018120" cy="121931"/>
          </a:xfrm>
          <a:prstGeom prst="rect">
            <a:avLst/>
          </a:prstGeom>
        </p:spPr>
      </p:pic>
      <p:graphicFrame>
        <p:nvGraphicFramePr>
          <p:cNvPr id="89" name="資料庫圖表 88">
            <a:extLst>
              <a:ext uri="{FF2B5EF4-FFF2-40B4-BE49-F238E27FC236}">
                <a16:creationId xmlns:a16="http://schemas.microsoft.com/office/drawing/2014/main" id="{8DAD26A8-69FA-A18D-24CB-063F820811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691797"/>
              </p:ext>
            </p:extLst>
          </p:nvPr>
        </p:nvGraphicFramePr>
        <p:xfrm>
          <a:off x="1346232" y="1781769"/>
          <a:ext cx="6451536" cy="4951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8" name="箭號: 向下 7">
            <a:extLst>
              <a:ext uri="{FF2B5EF4-FFF2-40B4-BE49-F238E27FC236}">
                <a16:creationId xmlns:a16="http://schemas.microsoft.com/office/drawing/2014/main" id="{7F5894E7-0C75-C7BC-295C-0662592068FF}"/>
              </a:ext>
            </a:extLst>
          </p:cNvPr>
          <p:cNvSpPr/>
          <p:nvPr/>
        </p:nvSpPr>
        <p:spPr>
          <a:xfrm>
            <a:off x="4943984" y="4610147"/>
            <a:ext cx="190905" cy="272877"/>
          </a:xfrm>
          <a:prstGeom prst="downArrow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1213872D-0499-3732-1CF1-063D161E01A4}"/>
              </a:ext>
            </a:extLst>
          </p:cNvPr>
          <p:cNvSpPr/>
          <p:nvPr/>
        </p:nvSpPr>
        <p:spPr>
          <a:xfrm>
            <a:off x="1534961" y="2082937"/>
            <a:ext cx="181729" cy="16412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7244757E-46E6-B240-E14E-4395F428E23C}"/>
              </a:ext>
            </a:extLst>
          </p:cNvPr>
          <p:cNvSpPr/>
          <p:nvPr/>
        </p:nvSpPr>
        <p:spPr>
          <a:xfrm>
            <a:off x="3290902" y="2085212"/>
            <a:ext cx="181729" cy="16412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ED0221EA-D05C-6DCF-4D1F-F2FEFED05284}"/>
              </a:ext>
            </a:extLst>
          </p:cNvPr>
          <p:cNvSpPr/>
          <p:nvPr/>
        </p:nvSpPr>
        <p:spPr>
          <a:xfrm>
            <a:off x="4815557" y="2087706"/>
            <a:ext cx="181729" cy="16412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67D96630-4027-C3C0-6DAB-6FF74602D850}"/>
              </a:ext>
            </a:extLst>
          </p:cNvPr>
          <p:cNvSpPr/>
          <p:nvPr/>
        </p:nvSpPr>
        <p:spPr>
          <a:xfrm>
            <a:off x="4948571" y="4426156"/>
            <a:ext cx="181729" cy="16412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7</a:t>
            </a: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856247F2-4B8B-2E6E-3E87-7B8CD57856B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36175" y="2998831"/>
            <a:ext cx="164606" cy="213378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FA9BA200-0ADE-A231-EFF6-9DF8567369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6320" y="3137835"/>
            <a:ext cx="484316" cy="1263628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E09D383D-11D0-94CA-A849-0E56736AB5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4288" y="4300136"/>
            <a:ext cx="1018120" cy="121931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219E8CA7-F9F8-1249-7C27-8DD1ABD351B0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50000"/>
          </a:blip>
          <a:stretch>
            <a:fillRect/>
          </a:stretch>
        </p:blipFill>
        <p:spPr>
          <a:xfrm>
            <a:off x="7736175" y="2658484"/>
            <a:ext cx="164606" cy="213378"/>
          </a:xfrm>
          <a:prstGeom prst="rect">
            <a:avLst/>
          </a:prstGeom>
        </p:spPr>
      </p:pic>
      <p:sp>
        <p:nvSpPr>
          <p:cNvPr id="24" name="箭號: 向下 23">
            <a:extLst>
              <a:ext uri="{FF2B5EF4-FFF2-40B4-BE49-F238E27FC236}">
                <a16:creationId xmlns:a16="http://schemas.microsoft.com/office/drawing/2014/main" id="{D18C8004-2490-133D-0BF4-EF18E50891B4}"/>
              </a:ext>
            </a:extLst>
          </p:cNvPr>
          <p:cNvSpPr/>
          <p:nvPr/>
        </p:nvSpPr>
        <p:spPr>
          <a:xfrm>
            <a:off x="7964039" y="2801035"/>
            <a:ext cx="115419" cy="184279"/>
          </a:xfrm>
          <a:prstGeom prst="downArrow">
            <a:avLst/>
          </a:prstGeom>
          <a:ln w="952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E43DC239-C8E1-550F-06D8-287BB609BC4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 rot="900000">
            <a:off x="7025647" y="4659163"/>
            <a:ext cx="1097375" cy="469433"/>
          </a:xfrm>
          <a:prstGeom prst="rect">
            <a:avLst/>
          </a:prstGeom>
        </p:spPr>
      </p:pic>
      <p:sp>
        <p:nvSpPr>
          <p:cNvPr id="37" name="箭號: 弧形上彎 36">
            <a:extLst>
              <a:ext uri="{FF2B5EF4-FFF2-40B4-BE49-F238E27FC236}">
                <a16:creationId xmlns:a16="http://schemas.microsoft.com/office/drawing/2014/main" id="{80883EEE-2EA9-656E-FCF6-368FF1007307}"/>
              </a:ext>
            </a:extLst>
          </p:cNvPr>
          <p:cNvSpPr/>
          <p:nvPr/>
        </p:nvSpPr>
        <p:spPr>
          <a:xfrm rot="-2100000">
            <a:off x="7366022" y="4584380"/>
            <a:ext cx="680320" cy="362690"/>
          </a:xfrm>
          <a:prstGeom prst="curvedUpArrow">
            <a:avLst>
              <a:gd name="adj1" fmla="val 25000"/>
              <a:gd name="adj2" fmla="val 66830"/>
              <a:gd name="adj3" fmla="val 3676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2293B3F0-4D47-F45A-2AC7-94FD39F86681}"/>
              </a:ext>
            </a:extLst>
          </p:cNvPr>
          <p:cNvSpPr/>
          <p:nvPr/>
        </p:nvSpPr>
        <p:spPr>
          <a:xfrm>
            <a:off x="6319252" y="2086112"/>
            <a:ext cx="181729" cy="16412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2EE277D5-F296-3780-AE85-EDC979C5BCB7}"/>
              </a:ext>
            </a:extLst>
          </p:cNvPr>
          <p:cNvSpPr/>
          <p:nvPr/>
        </p:nvSpPr>
        <p:spPr>
          <a:xfrm>
            <a:off x="7673348" y="4863159"/>
            <a:ext cx="181729" cy="16412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2F59E1C6-4212-A16D-8D51-7CEF2D9CAB64}"/>
              </a:ext>
            </a:extLst>
          </p:cNvPr>
          <p:cNvSpPr/>
          <p:nvPr/>
        </p:nvSpPr>
        <p:spPr>
          <a:xfrm>
            <a:off x="7930883" y="2636912"/>
            <a:ext cx="181729" cy="16412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7" name="箭號: 迴轉箭號 46">
            <a:extLst>
              <a:ext uri="{FF2B5EF4-FFF2-40B4-BE49-F238E27FC236}">
                <a16:creationId xmlns:a16="http://schemas.microsoft.com/office/drawing/2014/main" id="{7ABFD49A-C6A7-AA6D-BEE8-6AA55DDD874D}"/>
              </a:ext>
            </a:extLst>
          </p:cNvPr>
          <p:cNvSpPr/>
          <p:nvPr/>
        </p:nvSpPr>
        <p:spPr>
          <a:xfrm rot="10800000" flipH="1">
            <a:off x="848820" y="4395368"/>
            <a:ext cx="661669" cy="214780"/>
          </a:xfrm>
          <a:prstGeom prst="uturnArrow">
            <a:avLst>
              <a:gd name="adj1" fmla="val 25000"/>
              <a:gd name="adj2" fmla="val 25000"/>
              <a:gd name="adj3" fmla="val 32096"/>
              <a:gd name="adj4" fmla="val 43750"/>
              <a:gd name="adj5" fmla="val 75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7EE4DD26-A1A8-D9F8-14CC-9223DA6044E2}"/>
              </a:ext>
            </a:extLst>
          </p:cNvPr>
          <p:cNvSpPr/>
          <p:nvPr/>
        </p:nvSpPr>
        <p:spPr>
          <a:xfrm>
            <a:off x="1067636" y="4623243"/>
            <a:ext cx="181729" cy="16412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2073ABED-0844-494A-BC15-88BE143FD623}"/>
              </a:ext>
            </a:extLst>
          </p:cNvPr>
          <p:cNvSpPr txBox="1"/>
          <p:nvPr/>
        </p:nvSpPr>
        <p:spPr>
          <a:xfrm>
            <a:off x="3478888" y="1391828"/>
            <a:ext cx="2173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</a:rPr>
              <a:t>U</a:t>
            </a:r>
            <a:r>
              <a:rPr lang="en-US" altLang="zh-TW" sz="2000" dirty="0">
                <a:solidFill>
                  <a:srgbClr val="002060"/>
                </a:solidFill>
              </a:rPr>
              <a:t>NLOAD</a:t>
            </a:r>
            <a:r>
              <a:rPr lang="zh-TW" altLang="en-US" sz="2000" dirty="0">
                <a:solidFill>
                  <a:srgbClr val="002060"/>
                </a:solidFill>
              </a:rPr>
              <a:t> 動作流程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62" name="投影片編號版面配置區 61">
            <a:extLst>
              <a:ext uri="{FF2B5EF4-FFF2-40B4-BE49-F238E27FC236}">
                <a16:creationId xmlns:a16="http://schemas.microsoft.com/office/drawing/2014/main" id="{41C5D6B7-F116-EF2C-29F4-C0EA850923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A3647F-B5CB-4C0D-A009-B847CBF56DA1}" type="slidenum">
              <a:rPr lang="zh-TW" altLang="en-US" smtClean="0"/>
              <a:pPr/>
              <a:t>1</a:t>
            </a:fld>
            <a:endParaRPr lang="zh-TW" altLang="en-US"/>
          </a:p>
        </p:txBody>
      </p:sp>
      <p:grpSp>
        <p:nvGrpSpPr>
          <p:cNvPr id="63" name="群組 62">
            <a:extLst>
              <a:ext uri="{FF2B5EF4-FFF2-40B4-BE49-F238E27FC236}">
                <a16:creationId xmlns:a16="http://schemas.microsoft.com/office/drawing/2014/main" id="{4737B3EC-C2D1-E859-24A6-CCAA44F352F3}"/>
              </a:ext>
            </a:extLst>
          </p:cNvPr>
          <p:cNvGrpSpPr/>
          <p:nvPr/>
        </p:nvGrpSpPr>
        <p:grpSpPr>
          <a:xfrm>
            <a:off x="2746945" y="3797106"/>
            <a:ext cx="643349" cy="469856"/>
            <a:chOff x="3396441" y="3798687"/>
            <a:chExt cx="643349" cy="469856"/>
          </a:xfrm>
        </p:grpSpPr>
        <p:sp>
          <p:nvSpPr>
            <p:cNvPr id="64" name="半框架 63">
              <a:extLst>
                <a:ext uri="{FF2B5EF4-FFF2-40B4-BE49-F238E27FC236}">
                  <a16:creationId xmlns:a16="http://schemas.microsoft.com/office/drawing/2014/main" id="{34EAC9DC-A1EC-2583-DB01-2ECC6F32AABC}"/>
                </a:ext>
              </a:extLst>
            </p:cNvPr>
            <p:cNvSpPr/>
            <p:nvPr/>
          </p:nvSpPr>
          <p:spPr>
            <a:xfrm rot="7939067">
              <a:off x="3378631" y="3823408"/>
              <a:ext cx="462945" cy="427325"/>
            </a:xfrm>
            <a:prstGeom prst="halfFram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5" name="半框架 64">
              <a:extLst>
                <a:ext uri="{FF2B5EF4-FFF2-40B4-BE49-F238E27FC236}">
                  <a16:creationId xmlns:a16="http://schemas.microsoft.com/office/drawing/2014/main" id="{FF3F0217-48DC-CD3F-DBF4-93B72483A3EB}"/>
                </a:ext>
              </a:extLst>
            </p:cNvPr>
            <p:cNvSpPr/>
            <p:nvPr/>
          </p:nvSpPr>
          <p:spPr>
            <a:xfrm rot="7939067">
              <a:off x="3594655" y="3816497"/>
              <a:ext cx="462945" cy="427325"/>
            </a:xfrm>
            <a:prstGeom prst="halfFram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6" name="群組 65">
            <a:extLst>
              <a:ext uri="{FF2B5EF4-FFF2-40B4-BE49-F238E27FC236}">
                <a16:creationId xmlns:a16="http://schemas.microsoft.com/office/drawing/2014/main" id="{138DFD71-84E8-1102-33F7-66479C10F617}"/>
              </a:ext>
            </a:extLst>
          </p:cNvPr>
          <p:cNvGrpSpPr/>
          <p:nvPr/>
        </p:nvGrpSpPr>
        <p:grpSpPr>
          <a:xfrm>
            <a:off x="5701898" y="3804977"/>
            <a:ext cx="643349" cy="469856"/>
            <a:chOff x="3396441" y="3798687"/>
            <a:chExt cx="643349" cy="469856"/>
          </a:xfrm>
        </p:grpSpPr>
        <p:sp>
          <p:nvSpPr>
            <p:cNvPr id="67" name="半框架 66">
              <a:extLst>
                <a:ext uri="{FF2B5EF4-FFF2-40B4-BE49-F238E27FC236}">
                  <a16:creationId xmlns:a16="http://schemas.microsoft.com/office/drawing/2014/main" id="{E50215CD-C661-C621-22B0-B330633518ED}"/>
                </a:ext>
              </a:extLst>
            </p:cNvPr>
            <p:cNvSpPr/>
            <p:nvPr/>
          </p:nvSpPr>
          <p:spPr>
            <a:xfrm rot="7939067">
              <a:off x="3378631" y="3823408"/>
              <a:ext cx="462945" cy="427325"/>
            </a:xfrm>
            <a:prstGeom prst="halfFram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8" name="半框架 67">
              <a:extLst>
                <a:ext uri="{FF2B5EF4-FFF2-40B4-BE49-F238E27FC236}">
                  <a16:creationId xmlns:a16="http://schemas.microsoft.com/office/drawing/2014/main" id="{2F876550-DA05-5DEB-2685-342CC34BEB9B}"/>
                </a:ext>
              </a:extLst>
            </p:cNvPr>
            <p:cNvSpPr/>
            <p:nvPr/>
          </p:nvSpPr>
          <p:spPr>
            <a:xfrm rot="7939067">
              <a:off x="3594655" y="3816497"/>
              <a:ext cx="462945" cy="427325"/>
            </a:xfrm>
            <a:prstGeom prst="halfFram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61720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251520" y="395954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7685" y="1052736"/>
            <a:ext cx="824172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r>
              <a:rPr lang="en-US" altLang="zh-TW" sz="1600" dirty="0"/>
              <a:t>         </a:t>
            </a:r>
            <a:r>
              <a:rPr lang="en-US" altLang="zh-TW" sz="1600" b="1" dirty="0">
                <a:solidFill>
                  <a:srgbClr val="0000FF"/>
                </a:solidFill>
              </a:rPr>
              <a:t>b) </a:t>
            </a:r>
            <a:r>
              <a:rPr lang="zh-TW" altLang="en-US" sz="1600" b="1" dirty="0">
                <a:solidFill>
                  <a:srgbClr val="0000FF"/>
                </a:solidFill>
              </a:rPr>
              <a:t>列出所有可能的原因 </a:t>
            </a:r>
            <a:r>
              <a:rPr lang="en-US" altLang="zh-TW" sz="1600" b="1" dirty="0">
                <a:solidFill>
                  <a:srgbClr val="0000FF"/>
                </a:solidFill>
              </a:rPr>
              <a:t>(Probable Causes/Factors): </a:t>
            </a:r>
            <a:r>
              <a:rPr lang="en-US" altLang="zh-TW" sz="1600" b="1" dirty="0">
                <a:solidFill>
                  <a:srgbClr val="FF0000"/>
                </a:solidFill>
              </a:rPr>
              <a:t>Non-conformance</a:t>
            </a:r>
          </a:p>
          <a:p>
            <a:pPr lvl="1"/>
            <a:r>
              <a:rPr lang="zh-TW" altLang="en-US" sz="1200" b="1" dirty="0">
                <a:solidFill>
                  <a:srgbClr val="0000FF"/>
                </a:solidFill>
              </a:rPr>
              <a:t>工具 </a:t>
            </a:r>
            <a:r>
              <a:rPr lang="en-US" altLang="zh-TW" sz="1200" b="1" dirty="0">
                <a:solidFill>
                  <a:srgbClr val="0000FF"/>
                </a:solidFill>
              </a:rPr>
              <a:t>(Tools): </a:t>
            </a:r>
            <a:r>
              <a:rPr lang="zh-TW" altLang="en-US" sz="1200" b="1" dirty="0">
                <a:solidFill>
                  <a:srgbClr val="0000FF"/>
                </a:solidFill>
              </a:rPr>
              <a:t>故障樹分析 </a:t>
            </a:r>
            <a:r>
              <a:rPr lang="en-US" altLang="zh-TW" sz="1200" b="1" dirty="0">
                <a:solidFill>
                  <a:srgbClr val="0000FF"/>
                </a:solidFill>
              </a:rPr>
              <a:t>(Fault Tree Analysis)</a:t>
            </a:r>
            <a:r>
              <a:rPr lang="zh-TW" altLang="en-US" sz="1200" b="1" dirty="0">
                <a:solidFill>
                  <a:srgbClr val="0000FF"/>
                </a:solidFill>
              </a:rPr>
              <a:t>、魚骨圖 </a:t>
            </a:r>
            <a:r>
              <a:rPr lang="en-US" altLang="zh-TW" sz="1200" b="1" dirty="0">
                <a:solidFill>
                  <a:srgbClr val="0000FF"/>
                </a:solidFill>
              </a:rPr>
              <a:t>(Fishbone)</a:t>
            </a:r>
            <a:endParaRPr lang="zh-TW" altLang="en-US" sz="1200" b="1" dirty="0">
              <a:solidFill>
                <a:srgbClr val="0000FF"/>
              </a:solidFill>
            </a:endParaRPr>
          </a:p>
        </p:txBody>
      </p:sp>
      <p:cxnSp>
        <p:nvCxnSpPr>
          <p:cNvPr id="14" name="直線接點 13"/>
          <p:cNvCxnSpPr/>
          <p:nvPr/>
        </p:nvCxnSpPr>
        <p:spPr>
          <a:xfrm>
            <a:off x="2051720" y="3892632"/>
            <a:ext cx="5004000" cy="0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2843808" y="2819724"/>
            <a:ext cx="1123053" cy="105884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>
            <a:stCxn id="21" idx="2"/>
          </p:cNvCxnSpPr>
          <p:nvPr/>
        </p:nvCxnSpPr>
        <p:spPr>
          <a:xfrm>
            <a:off x="5223366" y="2797939"/>
            <a:ext cx="1101026" cy="107932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套索 17"/>
          <p:cNvSpPr/>
          <p:nvPr/>
        </p:nvSpPr>
        <p:spPr>
          <a:xfrm rot="10987361">
            <a:off x="5776504" y="3278969"/>
            <a:ext cx="2963069" cy="1222361"/>
          </a:xfrm>
          <a:prstGeom prst="chord">
            <a:avLst>
              <a:gd name="adj1" fmla="val 2483706"/>
              <a:gd name="adj2" fmla="val 18531525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接點 18"/>
          <p:cNvCxnSpPr/>
          <p:nvPr/>
        </p:nvCxnSpPr>
        <p:spPr>
          <a:xfrm flipV="1">
            <a:off x="4112587" y="3912932"/>
            <a:ext cx="891461" cy="128626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/>
          <p:cNvSpPr txBox="1"/>
          <p:nvPr/>
        </p:nvSpPr>
        <p:spPr>
          <a:xfrm>
            <a:off x="4562037" y="2428607"/>
            <a:ext cx="1322658" cy="369332"/>
          </a:xfrm>
          <a:prstGeom prst="rect">
            <a:avLst/>
          </a:prstGeom>
          <a:noFill/>
          <a:ln w="38100">
            <a:noFill/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Motion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3231882" y="5199198"/>
            <a:ext cx="1584176" cy="369332"/>
          </a:xfrm>
          <a:prstGeom prst="rect">
            <a:avLst/>
          </a:prstGeom>
          <a:noFill/>
          <a:ln w="38100">
            <a:noFill/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Sensor 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6743069" y="3782798"/>
            <a:ext cx="193407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Boat 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傾倒可能原因</a:t>
            </a:r>
          </a:p>
        </p:txBody>
      </p:sp>
      <p:sp>
        <p:nvSpPr>
          <p:cNvPr id="24" name="文字方塊 23"/>
          <p:cNvSpPr txBox="1"/>
          <p:nvPr/>
        </p:nvSpPr>
        <p:spPr>
          <a:xfrm>
            <a:off x="1975233" y="2368086"/>
            <a:ext cx="1842243" cy="369332"/>
          </a:xfrm>
          <a:prstGeom prst="rect">
            <a:avLst/>
          </a:prstGeom>
          <a:noFill/>
          <a:ln w="38100">
            <a:noFill/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Position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4636135" y="3131173"/>
            <a:ext cx="1002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Elevator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5698753" y="2770825"/>
            <a:ext cx="593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Arm</a:t>
            </a:r>
            <a:endParaRPr lang="zh-TW" altLang="en-US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3491879" y="4482763"/>
            <a:ext cx="643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Boat</a:t>
            </a:r>
          </a:p>
        </p:txBody>
      </p:sp>
      <p:cxnSp>
        <p:nvCxnSpPr>
          <p:cNvPr id="36" name="直線接點 35"/>
          <p:cNvCxnSpPr/>
          <p:nvPr/>
        </p:nvCxnSpPr>
        <p:spPr>
          <a:xfrm flipH="1" flipV="1">
            <a:off x="5476807" y="3500505"/>
            <a:ext cx="533701" cy="10849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>
            <a:cxnSpLocks/>
            <a:endCxn id="29" idx="2"/>
          </p:cNvCxnSpPr>
          <p:nvPr/>
        </p:nvCxnSpPr>
        <p:spPr>
          <a:xfrm flipV="1">
            <a:off x="5884695" y="3140157"/>
            <a:ext cx="110998" cy="28884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>
            <a:stCxn id="31" idx="3"/>
          </p:cNvCxnSpPr>
          <p:nvPr/>
        </p:nvCxnSpPr>
        <p:spPr>
          <a:xfrm flipV="1">
            <a:off x="4134882" y="4507225"/>
            <a:ext cx="427155" cy="16020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>
            <a:cxnSpLocks/>
          </p:cNvCxnSpPr>
          <p:nvPr/>
        </p:nvCxnSpPr>
        <p:spPr>
          <a:xfrm flipV="1">
            <a:off x="3457693" y="3202599"/>
            <a:ext cx="160495" cy="15117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字方塊 64"/>
          <p:cNvSpPr txBox="1"/>
          <p:nvPr/>
        </p:nvSpPr>
        <p:spPr>
          <a:xfrm>
            <a:off x="3231882" y="2564904"/>
            <a:ext cx="1337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Arm</a:t>
            </a:r>
            <a:r>
              <a:rPr lang="zh-TW" altLang="en-US" dirty="0"/>
              <a:t> </a:t>
            </a:r>
            <a:r>
              <a:rPr lang="en-US" altLang="zh-TW" dirty="0"/>
              <a:t>P2</a:t>
            </a:r>
          </a:p>
          <a:p>
            <a:pPr algn="ctr"/>
            <a:r>
              <a:rPr lang="en-US" altLang="zh-TW" dirty="0"/>
              <a:t>(</a:t>
            </a:r>
            <a:r>
              <a:rPr lang="zh-TW" altLang="en-US" dirty="0"/>
              <a:t>承接位置</a:t>
            </a:r>
            <a:r>
              <a:rPr lang="en-US" altLang="zh-TW" dirty="0"/>
              <a:t>)</a:t>
            </a:r>
            <a:endParaRPr lang="zh-TW" altLang="en-US" dirty="0"/>
          </a:p>
        </p:txBody>
      </p:sp>
      <p:cxnSp>
        <p:nvCxnSpPr>
          <p:cNvPr id="72" name="直線接點 71"/>
          <p:cNvCxnSpPr>
            <a:cxnSpLocks/>
          </p:cNvCxnSpPr>
          <p:nvPr/>
        </p:nvCxnSpPr>
        <p:spPr>
          <a:xfrm flipH="1" flipV="1">
            <a:off x="3231883" y="3617694"/>
            <a:ext cx="519342" cy="10681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1835695" y="3140968"/>
            <a:ext cx="16561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Rotor</a:t>
            </a:r>
            <a:r>
              <a:rPr lang="zh-TW" altLang="en-US" dirty="0"/>
              <a:t> </a:t>
            </a:r>
            <a:r>
              <a:rPr lang="en-US" altLang="zh-TW" dirty="0"/>
              <a:t>P1</a:t>
            </a:r>
          </a:p>
          <a:p>
            <a:pPr algn="ctr"/>
            <a:r>
              <a:rPr lang="en-US" altLang="zh-TW" dirty="0"/>
              <a:t>(home</a:t>
            </a:r>
            <a:r>
              <a:rPr lang="zh-TW" altLang="en-US" dirty="0"/>
              <a:t>點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C10BB82-9EEB-571E-7E02-256D78A2D5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A3647F-B5CB-4C0D-A009-B847CBF56DA1}" type="slidenum">
              <a:rPr lang="zh-TW" altLang="en-US" smtClean="0"/>
              <a:pPr/>
              <a:t>2</a:t>
            </a:fld>
            <a:endParaRPr lang="zh-TW" altLang="en-US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6B374E40-8DCB-3452-0785-BD5E85E3FB3C}"/>
              </a:ext>
            </a:extLst>
          </p:cNvPr>
          <p:cNvSpPr/>
          <p:nvPr/>
        </p:nvSpPr>
        <p:spPr>
          <a:xfrm>
            <a:off x="8028384" y="3464022"/>
            <a:ext cx="288031" cy="289269"/>
          </a:xfrm>
          <a:prstGeom prst="flowChartConnector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流程圖: 接點 7">
            <a:extLst>
              <a:ext uri="{FF2B5EF4-FFF2-40B4-BE49-F238E27FC236}">
                <a16:creationId xmlns:a16="http://schemas.microsoft.com/office/drawing/2014/main" id="{DEFCA747-32E4-E722-16E4-14808913CD96}"/>
              </a:ext>
            </a:extLst>
          </p:cNvPr>
          <p:cNvSpPr/>
          <p:nvPr/>
        </p:nvSpPr>
        <p:spPr>
          <a:xfrm>
            <a:off x="8108224" y="3515278"/>
            <a:ext cx="176273" cy="154600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流程圖: 接點 9">
            <a:extLst>
              <a:ext uri="{FF2B5EF4-FFF2-40B4-BE49-F238E27FC236}">
                <a16:creationId xmlns:a16="http://schemas.microsoft.com/office/drawing/2014/main" id="{6B16C56B-7B2F-9106-F582-E71E8A3CF0C5}"/>
              </a:ext>
            </a:extLst>
          </p:cNvPr>
          <p:cNvSpPr/>
          <p:nvPr/>
        </p:nvSpPr>
        <p:spPr>
          <a:xfrm rot="900000">
            <a:off x="8175309" y="3537274"/>
            <a:ext cx="101651" cy="53216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流程圖: 接點 26">
            <a:extLst>
              <a:ext uri="{FF2B5EF4-FFF2-40B4-BE49-F238E27FC236}">
                <a16:creationId xmlns:a16="http://schemas.microsoft.com/office/drawing/2014/main" id="{3C0383FC-7388-9908-B337-217F04B621C5}"/>
              </a:ext>
            </a:extLst>
          </p:cNvPr>
          <p:cNvSpPr/>
          <p:nvPr/>
        </p:nvSpPr>
        <p:spPr>
          <a:xfrm flipV="1">
            <a:off x="8125455" y="3647018"/>
            <a:ext cx="51894" cy="4571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DA8E236A-20E3-A953-0A46-05DCCA420EBD}"/>
              </a:ext>
            </a:extLst>
          </p:cNvPr>
          <p:cNvGrpSpPr/>
          <p:nvPr/>
        </p:nvGrpSpPr>
        <p:grpSpPr>
          <a:xfrm>
            <a:off x="950509" y="3334362"/>
            <a:ext cx="1112489" cy="1116540"/>
            <a:chOff x="950509" y="3334362"/>
            <a:chExt cx="1112489" cy="1116540"/>
          </a:xfrm>
        </p:grpSpPr>
        <p:sp>
          <p:nvSpPr>
            <p:cNvPr id="6" name="月亮 5">
              <a:extLst>
                <a:ext uri="{FF2B5EF4-FFF2-40B4-BE49-F238E27FC236}">
                  <a16:creationId xmlns:a16="http://schemas.microsoft.com/office/drawing/2014/main" id="{A9E65CDC-EC69-D49C-327C-02554EC24D8C}"/>
                </a:ext>
              </a:extLst>
            </p:cNvPr>
            <p:cNvSpPr/>
            <p:nvPr/>
          </p:nvSpPr>
          <p:spPr>
            <a:xfrm flipH="1">
              <a:off x="950509" y="3334362"/>
              <a:ext cx="1112489" cy="1116540"/>
            </a:xfrm>
            <a:prstGeom prst="moon">
              <a:avLst>
                <a:gd name="adj" fmla="val 7911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直角三角形 19">
              <a:extLst>
                <a:ext uri="{FF2B5EF4-FFF2-40B4-BE49-F238E27FC236}">
                  <a16:creationId xmlns:a16="http://schemas.microsoft.com/office/drawing/2014/main" id="{C3E77F33-A7BA-8FCE-9E61-ADC0D5C4C0C4}"/>
                </a:ext>
              </a:extLst>
            </p:cNvPr>
            <p:cNvSpPr/>
            <p:nvPr/>
          </p:nvSpPr>
          <p:spPr>
            <a:xfrm rot="20100000">
              <a:off x="1106937" y="3505032"/>
              <a:ext cx="163461" cy="189667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流程圖: 替代程序 39">
            <a:extLst>
              <a:ext uri="{FF2B5EF4-FFF2-40B4-BE49-F238E27FC236}">
                <a16:creationId xmlns:a16="http://schemas.microsoft.com/office/drawing/2014/main" id="{C854CE9C-A088-EF02-13EB-A363930EB4B4}"/>
              </a:ext>
            </a:extLst>
          </p:cNvPr>
          <p:cNvSpPr/>
          <p:nvPr/>
        </p:nvSpPr>
        <p:spPr>
          <a:xfrm rot="600000">
            <a:off x="8284990" y="4265663"/>
            <a:ext cx="144016" cy="45719"/>
          </a:xfrm>
          <a:prstGeom prst="flowChartAlternateProces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58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B7269-5D0F-5D17-000B-CA2FF60E0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D21AE720-941E-DB3E-B6F5-803B87168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395954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BBBE60-6EAD-F423-E270-98A72CA79064}"/>
              </a:ext>
            </a:extLst>
          </p:cNvPr>
          <p:cNvSpPr/>
          <p:nvPr/>
        </p:nvSpPr>
        <p:spPr>
          <a:xfrm>
            <a:off x="357685" y="1052736"/>
            <a:ext cx="824172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r>
              <a:rPr lang="en-US" altLang="zh-TW" sz="1600" dirty="0"/>
              <a:t>         </a:t>
            </a:r>
            <a:r>
              <a:rPr lang="en-US" altLang="zh-TW" sz="1600" b="1" dirty="0">
                <a:solidFill>
                  <a:srgbClr val="0000FF"/>
                </a:solidFill>
              </a:rPr>
              <a:t>b) </a:t>
            </a:r>
            <a:r>
              <a:rPr lang="zh-TW" altLang="en-US" sz="1600" b="1" dirty="0">
                <a:solidFill>
                  <a:srgbClr val="0000FF"/>
                </a:solidFill>
              </a:rPr>
              <a:t>列出所有可能的原因 </a:t>
            </a:r>
            <a:r>
              <a:rPr lang="en-US" altLang="zh-TW" sz="1600" b="1" dirty="0">
                <a:solidFill>
                  <a:srgbClr val="0000FF"/>
                </a:solidFill>
              </a:rPr>
              <a:t>(Probable Causes/Factors): </a:t>
            </a:r>
            <a:r>
              <a:rPr lang="en-US" altLang="zh-TW" sz="1600" b="1" dirty="0">
                <a:solidFill>
                  <a:srgbClr val="FF0000"/>
                </a:solidFill>
              </a:rPr>
              <a:t>Non-conformance</a:t>
            </a:r>
          </a:p>
          <a:p>
            <a:pPr lvl="1"/>
            <a:r>
              <a:rPr lang="zh-TW" altLang="en-US" sz="1200" b="1" dirty="0">
                <a:solidFill>
                  <a:srgbClr val="0000FF"/>
                </a:solidFill>
              </a:rPr>
              <a:t>工具 </a:t>
            </a:r>
            <a:r>
              <a:rPr lang="en-US" altLang="zh-TW" sz="1200" b="1" dirty="0">
                <a:solidFill>
                  <a:srgbClr val="0000FF"/>
                </a:solidFill>
              </a:rPr>
              <a:t>(Tools): </a:t>
            </a:r>
            <a:r>
              <a:rPr lang="zh-TW" altLang="en-US" sz="1200" b="1" dirty="0">
                <a:solidFill>
                  <a:srgbClr val="0000FF"/>
                </a:solidFill>
              </a:rPr>
              <a:t>故障樹分析 </a:t>
            </a:r>
            <a:r>
              <a:rPr lang="en-US" altLang="zh-TW" sz="1200" b="1" dirty="0">
                <a:solidFill>
                  <a:srgbClr val="0000FF"/>
                </a:solidFill>
              </a:rPr>
              <a:t>(Fault Tree Analysis)</a:t>
            </a:r>
            <a:r>
              <a:rPr lang="zh-TW" altLang="en-US" sz="1200" b="1" dirty="0">
                <a:solidFill>
                  <a:srgbClr val="0000FF"/>
                </a:solidFill>
              </a:rPr>
              <a:t>、魚骨圖 </a:t>
            </a:r>
            <a:r>
              <a:rPr lang="en-US" altLang="zh-TW" sz="1200" b="1" dirty="0">
                <a:solidFill>
                  <a:srgbClr val="0000FF"/>
                </a:solidFill>
              </a:rPr>
              <a:t>(Fishbone)</a:t>
            </a:r>
            <a:endParaRPr lang="zh-TW" altLang="en-US" sz="1200" b="1" dirty="0">
              <a:solidFill>
                <a:srgbClr val="0000FF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956F649-3D8C-07A4-493D-132F319A9467}"/>
              </a:ext>
            </a:extLst>
          </p:cNvPr>
          <p:cNvSpPr txBox="1"/>
          <p:nvPr/>
        </p:nvSpPr>
        <p:spPr>
          <a:xfrm>
            <a:off x="2270571" y="5831982"/>
            <a:ext cx="4602858" cy="45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TW" altLang="en-US" b="1" i="0" dirty="0">
                <a:solidFill>
                  <a:schemeClr val="accent5">
                    <a:lumMod val="75000"/>
                  </a:schemeClr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轉子沒有在</a:t>
            </a:r>
            <a:r>
              <a:rPr lang="en-US" altLang="zh-TW" b="1" i="0" dirty="0">
                <a:solidFill>
                  <a:schemeClr val="accent5">
                    <a:lumMod val="75000"/>
                  </a:schemeClr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P1(home)</a:t>
            </a:r>
            <a:r>
              <a:rPr lang="zh-TW" altLang="en-US" b="1" i="0" dirty="0">
                <a:solidFill>
                  <a:schemeClr val="accent5">
                    <a:lumMod val="75000"/>
                  </a:schemeClr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位置，</a:t>
            </a:r>
            <a:r>
              <a:rPr lang="zh-TW" altLang="en-US" b="1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造成</a:t>
            </a:r>
            <a:r>
              <a:rPr lang="en-US" altLang="zh-TW" b="1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Boat</a:t>
            </a:r>
            <a:r>
              <a:rPr lang="zh-TW" altLang="en-US" b="1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傾倒</a:t>
            </a:r>
            <a:endParaRPr lang="en-US" altLang="zh-TW" b="1" i="0" dirty="0">
              <a:solidFill>
                <a:schemeClr val="accent5">
                  <a:lumMod val="75000"/>
                </a:schemeClr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投影片編號版面配置區 42">
            <a:extLst>
              <a:ext uri="{FF2B5EF4-FFF2-40B4-BE49-F238E27FC236}">
                <a16:creationId xmlns:a16="http://schemas.microsoft.com/office/drawing/2014/main" id="{BCCC3242-0C80-FE60-886F-3A02F4A4EB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A3647F-B5CB-4C0D-A009-B847CBF56DA1}" type="slidenum">
              <a:rPr lang="zh-TW" altLang="en-US" smtClean="0"/>
              <a:pPr/>
              <a:t>3</a:t>
            </a:fld>
            <a:endParaRPr lang="zh-TW" altLang="en-US"/>
          </a:p>
        </p:txBody>
      </p: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A6E35336-F6CD-818C-8A2B-FC4C45D2BB03}"/>
              </a:ext>
            </a:extLst>
          </p:cNvPr>
          <p:cNvCxnSpPr/>
          <p:nvPr/>
        </p:nvCxnSpPr>
        <p:spPr>
          <a:xfrm>
            <a:off x="2051720" y="3892632"/>
            <a:ext cx="5004000" cy="0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13A221E6-0241-6D1C-FDC9-5CBA91FA5CD5}"/>
              </a:ext>
            </a:extLst>
          </p:cNvPr>
          <p:cNvCxnSpPr/>
          <p:nvPr/>
        </p:nvCxnSpPr>
        <p:spPr>
          <a:xfrm>
            <a:off x="2843808" y="2819724"/>
            <a:ext cx="1123053" cy="105884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C21C6CA8-2293-AE7F-230A-48E6B2D44076}"/>
              </a:ext>
            </a:extLst>
          </p:cNvPr>
          <p:cNvCxnSpPr>
            <a:stCxn id="50" idx="2"/>
          </p:cNvCxnSpPr>
          <p:nvPr/>
        </p:nvCxnSpPr>
        <p:spPr>
          <a:xfrm>
            <a:off x="5223366" y="2797939"/>
            <a:ext cx="1101026" cy="107932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8BD3C6D9-A10B-0EED-7B9A-28E7CCC9FB0A}"/>
              </a:ext>
            </a:extLst>
          </p:cNvPr>
          <p:cNvCxnSpPr/>
          <p:nvPr/>
        </p:nvCxnSpPr>
        <p:spPr>
          <a:xfrm flipV="1">
            <a:off x="4112587" y="3912932"/>
            <a:ext cx="891461" cy="128626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D39D47CB-EE3C-B66B-4076-EF2B95F362E8}"/>
              </a:ext>
            </a:extLst>
          </p:cNvPr>
          <p:cNvSpPr txBox="1"/>
          <p:nvPr/>
        </p:nvSpPr>
        <p:spPr>
          <a:xfrm>
            <a:off x="4562037" y="2428607"/>
            <a:ext cx="1322658" cy="369332"/>
          </a:xfrm>
          <a:prstGeom prst="rect">
            <a:avLst/>
          </a:prstGeom>
          <a:noFill/>
          <a:ln w="38100">
            <a:noFill/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Motion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84533B8E-C50F-C9BC-2E2F-2588E4666B39}"/>
              </a:ext>
            </a:extLst>
          </p:cNvPr>
          <p:cNvSpPr txBox="1"/>
          <p:nvPr/>
        </p:nvSpPr>
        <p:spPr>
          <a:xfrm>
            <a:off x="3231882" y="5199198"/>
            <a:ext cx="1584176" cy="369332"/>
          </a:xfrm>
          <a:prstGeom prst="rect">
            <a:avLst/>
          </a:prstGeom>
          <a:noFill/>
          <a:ln w="38100">
            <a:noFill/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Sensor 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12AA0A20-C812-BF31-3295-8200911A9C73}"/>
              </a:ext>
            </a:extLst>
          </p:cNvPr>
          <p:cNvSpPr txBox="1"/>
          <p:nvPr/>
        </p:nvSpPr>
        <p:spPr>
          <a:xfrm>
            <a:off x="1975233" y="2368086"/>
            <a:ext cx="1842243" cy="369332"/>
          </a:xfrm>
          <a:prstGeom prst="rect">
            <a:avLst/>
          </a:prstGeom>
          <a:noFill/>
          <a:ln w="38100">
            <a:noFill/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Position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7CF36734-F8A7-9045-27E4-95F8008253C4}"/>
              </a:ext>
            </a:extLst>
          </p:cNvPr>
          <p:cNvSpPr txBox="1"/>
          <p:nvPr/>
        </p:nvSpPr>
        <p:spPr>
          <a:xfrm>
            <a:off x="4636135" y="3131173"/>
            <a:ext cx="1002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Elevator</a:t>
            </a:r>
            <a:endParaRPr lang="zh-TW" altLang="en-US" dirty="0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3E4DB4B4-F4FE-A4A2-9E51-6C973E597CF1}"/>
              </a:ext>
            </a:extLst>
          </p:cNvPr>
          <p:cNvSpPr txBox="1"/>
          <p:nvPr/>
        </p:nvSpPr>
        <p:spPr>
          <a:xfrm>
            <a:off x="5698753" y="2770825"/>
            <a:ext cx="593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Arm</a:t>
            </a:r>
            <a:endParaRPr lang="zh-TW" altLang="en-US" dirty="0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3052EDC9-2370-CF48-DF69-90E9B0FDF65E}"/>
              </a:ext>
            </a:extLst>
          </p:cNvPr>
          <p:cNvSpPr txBox="1"/>
          <p:nvPr/>
        </p:nvSpPr>
        <p:spPr>
          <a:xfrm>
            <a:off x="3491879" y="4482763"/>
            <a:ext cx="643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Boat</a:t>
            </a:r>
          </a:p>
        </p:txBody>
      </p:sp>
      <p:cxnSp>
        <p:nvCxnSpPr>
          <p:cNvPr id="58" name="直線接點 57">
            <a:extLst>
              <a:ext uri="{FF2B5EF4-FFF2-40B4-BE49-F238E27FC236}">
                <a16:creationId xmlns:a16="http://schemas.microsoft.com/office/drawing/2014/main" id="{C8B09D88-269F-CB83-64C3-D398A99425B3}"/>
              </a:ext>
            </a:extLst>
          </p:cNvPr>
          <p:cNvCxnSpPr/>
          <p:nvPr/>
        </p:nvCxnSpPr>
        <p:spPr>
          <a:xfrm flipH="1" flipV="1">
            <a:off x="5476807" y="3500505"/>
            <a:ext cx="533701" cy="10849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464EF98B-54FF-71AA-AE87-51881BDAFBE8}"/>
              </a:ext>
            </a:extLst>
          </p:cNvPr>
          <p:cNvCxnSpPr>
            <a:cxnSpLocks/>
            <a:endCxn id="55" idx="2"/>
          </p:cNvCxnSpPr>
          <p:nvPr/>
        </p:nvCxnSpPr>
        <p:spPr>
          <a:xfrm flipV="1">
            <a:off x="5884695" y="3140157"/>
            <a:ext cx="110998" cy="28884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838117C1-DE2C-BE96-CACC-158DC4AF8362}"/>
              </a:ext>
            </a:extLst>
          </p:cNvPr>
          <p:cNvCxnSpPr>
            <a:stCxn id="57" idx="3"/>
          </p:cNvCxnSpPr>
          <p:nvPr/>
        </p:nvCxnSpPr>
        <p:spPr>
          <a:xfrm flipV="1">
            <a:off x="4134882" y="4507225"/>
            <a:ext cx="427155" cy="16020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2DA94D04-9197-8F32-4891-4AC1992D5EE8}"/>
              </a:ext>
            </a:extLst>
          </p:cNvPr>
          <p:cNvCxnSpPr>
            <a:cxnSpLocks/>
          </p:cNvCxnSpPr>
          <p:nvPr/>
        </p:nvCxnSpPr>
        <p:spPr>
          <a:xfrm flipV="1">
            <a:off x="3457693" y="3202599"/>
            <a:ext cx="160495" cy="15117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E098DDC3-5989-BADD-5EB1-46C10F7D9AC4}"/>
              </a:ext>
            </a:extLst>
          </p:cNvPr>
          <p:cNvSpPr txBox="1"/>
          <p:nvPr/>
        </p:nvSpPr>
        <p:spPr>
          <a:xfrm>
            <a:off x="3231882" y="2564904"/>
            <a:ext cx="1337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Arm</a:t>
            </a:r>
            <a:r>
              <a:rPr lang="zh-TW" altLang="en-US" dirty="0"/>
              <a:t> </a:t>
            </a:r>
            <a:r>
              <a:rPr lang="en-US" altLang="zh-TW" dirty="0"/>
              <a:t>P2</a:t>
            </a:r>
          </a:p>
          <a:p>
            <a:pPr algn="ctr"/>
            <a:r>
              <a:rPr lang="en-US" altLang="zh-TW" dirty="0"/>
              <a:t>(</a:t>
            </a:r>
            <a:r>
              <a:rPr lang="zh-TW" altLang="en-US" dirty="0"/>
              <a:t>承接位置</a:t>
            </a:r>
            <a:r>
              <a:rPr lang="en-US" altLang="zh-TW" dirty="0"/>
              <a:t>)</a:t>
            </a:r>
            <a:endParaRPr lang="zh-TW" altLang="en-US" dirty="0"/>
          </a:p>
        </p:txBody>
      </p: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256B311F-4BE5-E2D4-BCA7-D599301E4791}"/>
              </a:ext>
            </a:extLst>
          </p:cNvPr>
          <p:cNvCxnSpPr>
            <a:cxnSpLocks/>
          </p:cNvCxnSpPr>
          <p:nvPr/>
        </p:nvCxnSpPr>
        <p:spPr>
          <a:xfrm flipH="1" flipV="1">
            <a:off x="3231883" y="3617694"/>
            <a:ext cx="519342" cy="10681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C9CCD6F0-CB2B-CFDE-BBCA-CDF0BA84595B}"/>
              </a:ext>
            </a:extLst>
          </p:cNvPr>
          <p:cNvSpPr txBox="1"/>
          <p:nvPr/>
        </p:nvSpPr>
        <p:spPr>
          <a:xfrm>
            <a:off x="1835695" y="3140968"/>
            <a:ext cx="16561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Rotor</a:t>
            </a:r>
            <a:r>
              <a:rPr lang="zh-TW" altLang="en-US" dirty="0"/>
              <a:t> </a:t>
            </a:r>
            <a:r>
              <a:rPr lang="en-US" altLang="zh-TW" dirty="0"/>
              <a:t>P1</a:t>
            </a:r>
          </a:p>
          <a:p>
            <a:pPr algn="ctr"/>
            <a:r>
              <a:rPr lang="en-US" altLang="zh-TW" dirty="0"/>
              <a:t>(home</a:t>
            </a:r>
            <a:r>
              <a:rPr lang="zh-TW" altLang="en-US" dirty="0"/>
              <a:t>點</a:t>
            </a:r>
            <a:r>
              <a:rPr lang="en-US" altLang="zh-TW" dirty="0"/>
              <a:t>)</a:t>
            </a:r>
            <a:endParaRPr lang="zh-TW" altLang="en-US" dirty="0"/>
          </a:p>
        </p:txBody>
      </p:sp>
      <p:grpSp>
        <p:nvGrpSpPr>
          <p:cNvPr id="77" name="群組 76">
            <a:extLst>
              <a:ext uri="{FF2B5EF4-FFF2-40B4-BE49-F238E27FC236}">
                <a16:creationId xmlns:a16="http://schemas.microsoft.com/office/drawing/2014/main" id="{F8E7AB36-61AF-1CB6-DF33-27D4ADC71DA2}"/>
              </a:ext>
            </a:extLst>
          </p:cNvPr>
          <p:cNvGrpSpPr/>
          <p:nvPr/>
        </p:nvGrpSpPr>
        <p:grpSpPr>
          <a:xfrm>
            <a:off x="950509" y="3334362"/>
            <a:ext cx="1112489" cy="1116540"/>
            <a:chOff x="950509" y="3334362"/>
            <a:chExt cx="1112489" cy="1116540"/>
          </a:xfrm>
        </p:grpSpPr>
        <p:sp>
          <p:nvSpPr>
            <p:cNvPr id="78" name="月亮 77">
              <a:extLst>
                <a:ext uri="{FF2B5EF4-FFF2-40B4-BE49-F238E27FC236}">
                  <a16:creationId xmlns:a16="http://schemas.microsoft.com/office/drawing/2014/main" id="{D2E342E2-ABF8-E4E4-75BB-86E022FC25A5}"/>
                </a:ext>
              </a:extLst>
            </p:cNvPr>
            <p:cNvSpPr/>
            <p:nvPr/>
          </p:nvSpPr>
          <p:spPr>
            <a:xfrm flipH="1">
              <a:off x="950509" y="3334362"/>
              <a:ext cx="1112489" cy="1116540"/>
            </a:xfrm>
            <a:prstGeom prst="moon">
              <a:avLst>
                <a:gd name="adj" fmla="val 7911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直角三角形 78">
              <a:extLst>
                <a:ext uri="{FF2B5EF4-FFF2-40B4-BE49-F238E27FC236}">
                  <a16:creationId xmlns:a16="http://schemas.microsoft.com/office/drawing/2014/main" id="{CB1AED4E-91DA-2268-B678-CE9D8056A879}"/>
                </a:ext>
              </a:extLst>
            </p:cNvPr>
            <p:cNvSpPr/>
            <p:nvPr/>
          </p:nvSpPr>
          <p:spPr>
            <a:xfrm rot="20100000">
              <a:off x="1106937" y="3505032"/>
              <a:ext cx="163461" cy="189667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0" name="套索 17">
            <a:extLst>
              <a:ext uri="{FF2B5EF4-FFF2-40B4-BE49-F238E27FC236}">
                <a16:creationId xmlns:a16="http://schemas.microsoft.com/office/drawing/2014/main" id="{525CB884-2D40-0D78-108B-7EE627EECE72}"/>
              </a:ext>
            </a:extLst>
          </p:cNvPr>
          <p:cNvSpPr/>
          <p:nvPr/>
        </p:nvSpPr>
        <p:spPr>
          <a:xfrm rot="10987361">
            <a:off x="5776504" y="3278969"/>
            <a:ext cx="2963069" cy="1222361"/>
          </a:xfrm>
          <a:prstGeom prst="chord">
            <a:avLst>
              <a:gd name="adj1" fmla="val 2483706"/>
              <a:gd name="adj2" fmla="val 18531525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7" name="流程圖: 接點 86">
            <a:extLst>
              <a:ext uri="{FF2B5EF4-FFF2-40B4-BE49-F238E27FC236}">
                <a16:creationId xmlns:a16="http://schemas.microsoft.com/office/drawing/2014/main" id="{38D9C8E5-8EE3-0BEC-6816-C4EC7A2E2BFC}"/>
              </a:ext>
            </a:extLst>
          </p:cNvPr>
          <p:cNvSpPr/>
          <p:nvPr/>
        </p:nvSpPr>
        <p:spPr>
          <a:xfrm>
            <a:off x="8028384" y="3464022"/>
            <a:ext cx="288031" cy="289269"/>
          </a:xfrm>
          <a:prstGeom prst="flowChartConnector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加號 67">
            <a:extLst>
              <a:ext uri="{FF2B5EF4-FFF2-40B4-BE49-F238E27FC236}">
                <a16:creationId xmlns:a16="http://schemas.microsoft.com/office/drawing/2014/main" id="{89574543-7914-0797-E32A-CCB1917EA5A2}"/>
              </a:ext>
            </a:extLst>
          </p:cNvPr>
          <p:cNvSpPr/>
          <p:nvPr/>
        </p:nvSpPr>
        <p:spPr>
          <a:xfrm rot="1080000">
            <a:off x="8073805" y="3482277"/>
            <a:ext cx="239371" cy="161684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9" name="直線接點 88">
            <a:extLst>
              <a:ext uri="{FF2B5EF4-FFF2-40B4-BE49-F238E27FC236}">
                <a16:creationId xmlns:a16="http://schemas.microsoft.com/office/drawing/2014/main" id="{0381C265-53B0-3F5B-392D-CA975D4911D2}"/>
              </a:ext>
            </a:extLst>
          </p:cNvPr>
          <p:cNvCxnSpPr>
            <a:cxnSpLocks/>
          </p:cNvCxnSpPr>
          <p:nvPr/>
        </p:nvCxnSpPr>
        <p:spPr>
          <a:xfrm rot="420000">
            <a:off x="8297365" y="4211562"/>
            <a:ext cx="26711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字方塊 89">
            <a:extLst>
              <a:ext uri="{FF2B5EF4-FFF2-40B4-BE49-F238E27FC236}">
                <a16:creationId xmlns:a16="http://schemas.microsoft.com/office/drawing/2014/main" id="{D68CB9A9-D343-ABAF-B21C-D80F95432CC8}"/>
              </a:ext>
            </a:extLst>
          </p:cNvPr>
          <p:cNvSpPr txBox="1"/>
          <p:nvPr/>
        </p:nvSpPr>
        <p:spPr>
          <a:xfrm>
            <a:off x="6743069" y="3782798"/>
            <a:ext cx="193407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Boat 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傾倒可能原因</a:t>
            </a:r>
          </a:p>
        </p:txBody>
      </p:sp>
    </p:spTree>
    <p:extLst>
      <p:ext uri="{BB962C8B-B14F-4D97-AF65-F5344CB8AC3E}">
        <p14:creationId xmlns:p14="http://schemas.microsoft.com/office/powerpoint/2010/main" val="3899411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1DC4A-92DF-3755-D332-18A151A9B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" name="資料庫圖表 71">
            <a:extLst>
              <a:ext uri="{FF2B5EF4-FFF2-40B4-BE49-F238E27FC236}">
                <a16:creationId xmlns:a16="http://schemas.microsoft.com/office/drawing/2014/main" id="{1ED1E8AE-9559-DF22-69FA-353B308EBA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89197639"/>
              </p:ext>
            </p:extLst>
          </p:nvPr>
        </p:nvGraphicFramePr>
        <p:xfrm>
          <a:off x="1331640" y="1781769"/>
          <a:ext cx="6481757" cy="4951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13">
            <a:extLst>
              <a:ext uri="{FF2B5EF4-FFF2-40B4-BE49-F238E27FC236}">
                <a16:creationId xmlns:a16="http://schemas.microsoft.com/office/drawing/2014/main" id="{435E37B9-1740-90A2-2525-07258AC1D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395954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BA2AC8-296D-DFB0-FCF3-231DB6FFEEAB}"/>
              </a:ext>
            </a:extLst>
          </p:cNvPr>
          <p:cNvSpPr/>
          <p:nvPr/>
        </p:nvSpPr>
        <p:spPr>
          <a:xfrm>
            <a:off x="357685" y="900009"/>
            <a:ext cx="871481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pPr lvl="1"/>
            <a:r>
              <a:rPr lang="en-US" altLang="zh-TW" sz="1600" b="1" dirty="0">
                <a:solidFill>
                  <a:srgbClr val="0000FF"/>
                </a:solidFill>
              </a:rPr>
              <a:t>a) </a:t>
            </a:r>
            <a:r>
              <a:rPr lang="en-US" altLang="zh-TW" sz="1600" b="1" dirty="0">
                <a:solidFill>
                  <a:srgbClr val="C00000"/>
                </a:solidFill>
              </a:rPr>
              <a:t>Failure mechanism</a:t>
            </a:r>
            <a:r>
              <a:rPr lang="en-US" altLang="zh-TW" sz="1600" b="1" dirty="0">
                <a:solidFill>
                  <a:srgbClr val="0000FF"/>
                </a:solidFill>
              </a:rPr>
              <a:t>:</a:t>
            </a:r>
          </a:p>
        </p:txBody>
      </p:sp>
      <p:pic>
        <p:nvPicPr>
          <p:cNvPr id="55" name="圖片 54">
            <a:extLst>
              <a:ext uri="{FF2B5EF4-FFF2-40B4-BE49-F238E27FC236}">
                <a16:creationId xmlns:a16="http://schemas.microsoft.com/office/drawing/2014/main" id="{53003EE4-3D67-DD80-8DF7-5F05328CC5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9052" y="2564904"/>
            <a:ext cx="853514" cy="1743607"/>
          </a:xfrm>
          <a:prstGeom prst="rect">
            <a:avLst/>
          </a:prstGeom>
        </p:spPr>
      </p:pic>
      <p:sp>
        <p:nvSpPr>
          <p:cNvPr id="56" name="橢圓 55">
            <a:extLst>
              <a:ext uri="{FF2B5EF4-FFF2-40B4-BE49-F238E27FC236}">
                <a16:creationId xmlns:a16="http://schemas.microsoft.com/office/drawing/2014/main" id="{85F20EEA-52E7-9179-C937-BEE929B144F9}"/>
              </a:ext>
            </a:extLst>
          </p:cNvPr>
          <p:cNvSpPr/>
          <p:nvPr/>
        </p:nvSpPr>
        <p:spPr>
          <a:xfrm>
            <a:off x="2200058" y="6052585"/>
            <a:ext cx="991503" cy="10096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7" name="圖片 56">
            <a:extLst>
              <a:ext uri="{FF2B5EF4-FFF2-40B4-BE49-F238E27FC236}">
                <a16:creationId xmlns:a16="http://schemas.microsoft.com/office/drawing/2014/main" id="{BF29108F-64E6-2F7F-A0B6-97E86B07D5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17877" y="2618109"/>
            <a:ext cx="738146" cy="1697379"/>
          </a:xfrm>
          <a:prstGeom prst="rect">
            <a:avLst/>
          </a:prstGeom>
        </p:spPr>
      </p:pic>
      <p:pic>
        <p:nvPicPr>
          <p:cNvPr id="59" name="圖片 58">
            <a:extLst>
              <a:ext uri="{FF2B5EF4-FFF2-40B4-BE49-F238E27FC236}">
                <a16:creationId xmlns:a16="http://schemas.microsoft.com/office/drawing/2014/main" id="{BFB4CD57-3617-44C9-19C3-5E95AC4D42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8066" y="4457649"/>
            <a:ext cx="484316" cy="1263628"/>
          </a:xfrm>
          <a:prstGeom prst="rect">
            <a:avLst/>
          </a:prstGeom>
        </p:spPr>
      </p:pic>
      <p:pic>
        <p:nvPicPr>
          <p:cNvPr id="61" name="圖片 60">
            <a:extLst>
              <a:ext uri="{FF2B5EF4-FFF2-40B4-BE49-F238E27FC236}">
                <a16:creationId xmlns:a16="http://schemas.microsoft.com/office/drawing/2014/main" id="{674DEA52-EA0D-9885-81D5-DF391B461E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31084" y="6153546"/>
            <a:ext cx="1060796" cy="304826"/>
          </a:xfrm>
          <a:prstGeom prst="rect">
            <a:avLst/>
          </a:prstGeom>
        </p:spPr>
      </p:pic>
      <p:pic>
        <p:nvPicPr>
          <p:cNvPr id="58" name="圖片 57">
            <a:extLst>
              <a:ext uri="{FF2B5EF4-FFF2-40B4-BE49-F238E27FC236}">
                <a16:creationId xmlns:a16="http://schemas.microsoft.com/office/drawing/2014/main" id="{1021296D-D1D7-15D9-CEC2-8F3E8A4017D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23177" y="5956572"/>
            <a:ext cx="554784" cy="292633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941EE2D4-85A5-3D8C-2DD4-989D36D0D39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82432" y="5624064"/>
            <a:ext cx="426757" cy="378743"/>
          </a:xfrm>
          <a:prstGeom prst="rect">
            <a:avLst/>
          </a:prstGeom>
        </p:spPr>
      </p:pic>
      <p:pic>
        <p:nvPicPr>
          <p:cNvPr id="74" name="圖片 73">
            <a:extLst>
              <a:ext uri="{FF2B5EF4-FFF2-40B4-BE49-F238E27FC236}">
                <a16:creationId xmlns:a16="http://schemas.microsoft.com/office/drawing/2014/main" id="{28BA537F-AD06-25A6-4490-6B7578A0C9F0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35000"/>
          </a:blip>
          <a:stretch>
            <a:fillRect/>
          </a:stretch>
        </p:blipFill>
        <p:spPr>
          <a:xfrm>
            <a:off x="138216" y="4349550"/>
            <a:ext cx="1481456" cy="164606"/>
          </a:xfrm>
          <a:prstGeom prst="rect">
            <a:avLst/>
          </a:prstGeom>
        </p:spPr>
      </p:pic>
      <p:pic>
        <p:nvPicPr>
          <p:cNvPr id="100" name="圖片 99">
            <a:extLst>
              <a:ext uri="{FF2B5EF4-FFF2-40B4-BE49-F238E27FC236}">
                <a16:creationId xmlns:a16="http://schemas.microsoft.com/office/drawing/2014/main" id="{A969CC86-ED0A-04C1-6664-FAEE6DDDFDF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flipH="1">
            <a:off x="1718460" y="4349550"/>
            <a:ext cx="1481456" cy="164606"/>
          </a:xfrm>
          <a:prstGeom prst="rect">
            <a:avLst/>
          </a:prstGeom>
        </p:spPr>
      </p:pic>
      <p:sp>
        <p:nvSpPr>
          <p:cNvPr id="101" name="箭號: 向下 100">
            <a:extLst>
              <a:ext uri="{FF2B5EF4-FFF2-40B4-BE49-F238E27FC236}">
                <a16:creationId xmlns:a16="http://schemas.microsoft.com/office/drawing/2014/main" id="{7BF715EB-C960-5C66-9C51-EEAE235BAB38}"/>
              </a:ext>
            </a:extLst>
          </p:cNvPr>
          <p:cNvSpPr/>
          <p:nvPr/>
        </p:nvSpPr>
        <p:spPr>
          <a:xfrm>
            <a:off x="2216234" y="5052199"/>
            <a:ext cx="191594" cy="705710"/>
          </a:xfrm>
          <a:prstGeom prst="downArrow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橢圓 176">
            <a:extLst>
              <a:ext uri="{FF2B5EF4-FFF2-40B4-BE49-F238E27FC236}">
                <a16:creationId xmlns:a16="http://schemas.microsoft.com/office/drawing/2014/main" id="{843FEF18-B356-35C6-4DA2-2DC47BC08024}"/>
              </a:ext>
            </a:extLst>
          </p:cNvPr>
          <p:cNvSpPr/>
          <p:nvPr/>
        </p:nvSpPr>
        <p:spPr>
          <a:xfrm>
            <a:off x="2221166" y="4863187"/>
            <a:ext cx="181729" cy="16412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dirty="0">
                <a:solidFill>
                  <a:schemeClr val="tx1"/>
                </a:solidFill>
              </a:rPr>
              <a:t>1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81" name="橢圓 180">
            <a:extLst>
              <a:ext uri="{FF2B5EF4-FFF2-40B4-BE49-F238E27FC236}">
                <a16:creationId xmlns:a16="http://schemas.microsoft.com/office/drawing/2014/main" id="{6A5567EC-B7BD-4847-2EC6-E3D7186496E9}"/>
              </a:ext>
            </a:extLst>
          </p:cNvPr>
          <p:cNvSpPr/>
          <p:nvPr/>
        </p:nvSpPr>
        <p:spPr>
          <a:xfrm>
            <a:off x="1509197" y="2089666"/>
            <a:ext cx="181729" cy="16412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dirty="0">
                <a:solidFill>
                  <a:schemeClr val="tx1"/>
                </a:solidFill>
              </a:rPr>
              <a:t>1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82" name="橢圓 181">
            <a:extLst>
              <a:ext uri="{FF2B5EF4-FFF2-40B4-BE49-F238E27FC236}">
                <a16:creationId xmlns:a16="http://schemas.microsoft.com/office/drawing/2014/main" id="{CA377AD5-AF09-FDDE-BE61-55B15FF8B99C}"/>
              </a:ext>
            </a:extLst>
          </p:cNvPr>
          <p:cNvSpPr/>
          <p:nvPr/>
        </p:nvSpPr>
        <p:spPr>
          <a:xfrm>
            <a:off x="3596674" y="2086274"/>
            <a:ext cx="181729" cy="16412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83" name="橢圓 182">
            <a:extLst>
              <a:ext uri="{FF2B5EF4-FFF2-40B4-BE49-F238E27FC236}">
                <a16:creationId xmlns:a16="http://schemas.microsoft.com/office/drawing/2014/main" id="{D164A272-9B15-3659-168D-0C52083DA3E4}"/>
              </a:ext>
            </a:extLst>
          </p:cNvPr>
          <p:cNvSpPr/>
          <p:nvPr/>
        </p:nvSpPr>
        <p:spPr>
          <a:xfrm>
            <a:off x="5335344" y="2084903"/>
            <a:ext cx="181729" cy="16412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84" name="橢圓 183">
            <a:extLst>
              <a:ext uri="{FF2B5EF4-FFF2-40B4-BE49-F238E27FC236}">
                <a16:creationId xmlns:a16="http://schemas.microsoft.com/office/drawing/2014/main" id="{1447E9C3-A9D9-3119-06D5-70B167687ADB}"/>
              </a:ext>
            </a:extLst>
          </p:cNvPr>
          <p:cNvSpPr/>
          <p:nvPr/>
        </p:nvSpPr>
        <p:spPr>
          <a:xfrm>
            <a:off x="1760963" y="4704089"/>
            <a:ext cx="181729" cy="16412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dirty="0">
                <a:solidFill>
                  <a:schemeClr val="tx1"/>
                </a:solidFill>
              </a:rPr>
              <a:t>2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91" name="橢圓 190">
            <a:extLst>
              <a:ext uri="{FF2B5EF4-FFF2-40B4-BE49-F238E27FC236}">
                <a16:creationId xmlns:a16="http://schemas.microsoft.com/office/drawing/2014/main" id="{25A307BA-5491-E3BE-E91B-6D71BA079B91}"/>
              </a:ext>
            </a:extLst>
          </p:cNvPr>
          <p:cNvSpPr/>
          <p:nvPr/>
        </p:nvSpPr>
        <p:spPr>
          <a:xfrm>
            <a:off x="6475885" y="2091974"/>
            <a:ext cx="181729" cy="16412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92" name="箭號: 迴轉箭號 191">
            <a:extLst>
              <a:ext uri="{FF2B5EF4-FFF2-40B4-BE49-F238E27FC236}">
                <a16:creationId xmlns:a16="http://schemas.microsoft.com/office/drawing/2014/main" id="{D30BD0D8-9353-2F3A-BEA1-71264772C4D8}"/>
              </a:ext>
            </a:extLst>
          </p:cNvPr>
          <p:cNvSpPr/>
          <p:nvPr/>
        </p:nvSpPr>
        <p:spPr>
          <a:xfrm rot="10800000" flipH="1">
            <a:off x="1547664" y="4471852"/>
            <a:ext cx="661669" cy="214780"/>
          </a:xfrm>
          <a:prstGeom prst="uturnArrow">
            <a:avLst>
              <a:gd name="adj1" fmla="val 25000"/>
              <a:gd name="adj2" fmla="val 25000"/>
              <a:gd name="adj3" fmla="val 32096"/>
              <a:gd name="adj4" fmla="val 43750"/>
              <a:gd name="adj5" fmla="val 75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3" name="橢圓 192">
            <a:extLst>
              <a:ext uri="{FF2B5EF4-FFF2-40B4-BE49-F238E27FC236}">
                <a16:creationId xmlns:a16="http://schemas.microsoft.com/office/drawing/2014/main" id="{2FB083C5-E4FA-2546-7FDE-600785F017E8}"/>
              </a:ext>
            </a:extLst>
          </p:cNvPr>
          <p:cNvSpPr/>
          <p:nvPr/>
        </p:nvSpPr>
        <p:spPr>
          <a:xfrm>
            <a:off x="3596674" y="1814851"/>
            <a:ext cx="181729" cy="16412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195" name="直線接點 194">
            <a:extLst>
              <a:ext uri="{FF2B5EF4-FFF2-40B4-BE49-F238E27FC236}">
                <a16:creationId xmlns:a16="http://schemas.microsoft.com/office/drawing/2014/main" id="{C3CA917B-7E14-89D3-D59D-B95A6B1175E3}"/>
              </a:ext>
            </a:extLst>
          </p:cNvPr>
          <p:cNvCxnSpPr>
            <a:cxnSpLocks/>
          </p:cNvCxnSpPr>
          <p:nvPr/>
        </p:nvCxnSpPr>
        <p:spPr>
          <a:xfrm>
            <a:off x="3666137" y="2027342"/>
            <a:ext cx="1738312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" name="文字方塊 205">
            <a:extLst>
              <a:ext uri="{FF2B5EF4-FFF2-40B4-BE49-F238E27FC236}">
                <a16:creationId xmlns:a16="http://schemas.microsoft.com/office/drawing/2014/main" id="{C3B8362A-FD1C-2458-DA52-7FBC893A5098}"/>
              </a:ext>
            </a:extLst>
          </p:cNvPr>
          <p:cNvSpPr txBox="1"/>
          <p:nvPr/>
        </p:nvSpPr>
        <p:spPr>
          <a:xfrm>
            <a:off x="3478888" y="1391828"/>
            <a:ext cx="2644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</a:rPr>
              <a:t>U</a:t>
            </a:r>
            <a:r>
              <a:rPr lang="en-US" altLang="zh-TW" sz="2000" dirty="0">
                <a:solidFill>
                  <a:srgbClr val="002060"/>
                </a:solidFill>
              </a:rPr>
              <a:t>NLOAD</a:t>
            </a:r>
            <a:r>
              <a:rPr lang="zh-TW" altLang="en-US" sz="2000" dirty="0">
                <a:solidFill>
                  <a:srgbClr val="002060"/>
                </a:solidFill>
              </a:rPr>
              <a:t> 動作流程 </a:t>
            </a:r>
            <a:r>
              <a:rPr lang="en-US" altLang="zh-TW" sz="2000" dirty="0">
                <a:solidFill>
                  <a:srgbClr val="002060"/>
                </a:solidFill>
              </a:rPr>
              <a:t>(</a:t>
            </a:r>
            <a:r>
              <a:rPr lang="zh-TW" altLang="en-US" sz="2000" dirty="0">
                <a:solidFill>
                  <a:srgbClr val="002060"/>
                </a:solidFill>
              </a:rPr>
              <a:t>新</a:t>
            </a:r>
            <a:r>
              <a:rPr lang="en-US" altLang="zh-TW" sz="2000" dirty="0">
                <a:solidFill>
                  <a:srgbClr val="002060"/>
                </a:solidFill>
              </a:rPr>
              <a:t>)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217" name="投影片編號版面配置區 216">
            <a:extLst>
              <a:ext uri="{FF2B5EF4-FFF2-40B4-BE49-F238E27FC236}">
                <a16:creationId xmlns:a16="http://schemas.microsoft.com/office/drawing/2014/main" id="{2B0438DF-F85F-09AE-7F41-38E1011058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A3647F-B5CB-4C0D-A009-B847CBF56DA1}" type="slidenum">
              <a:rPr lang="zh-TW" altLang="en-US" smtClean="0"/>
              <a:pPr/>
              <a:t>4</a:t>
            </a:fld>
            <a:endParaRPr lang="zh-TW" altLang="en-US"/>
          </a:p>
        </p:txBody>
      </p:sp>
      <p:pic>
        <p:nvPicPr>
          <p:cNvPr id="2" name="圖形 1" descr="雪花 外框">
            <a:extLst>
              <a:ext uri="{FF2B5EF4-FFF2-40B4-BE49-F238E27FC236}">
                <a16:creationId xmlns:a16="http://schemas.microsoft.com/office/drawing/2014/main" id="{B3283FD3-135C-F637-0409-7D5DFE2764A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139952" y="3717032"/>
            <a:ext cx="914400" cy="914400"/>
          </a:xfrm>
          <a:prstGeom prst="rect">
            <a:avLst/>
          </a:prstGeom>
        </p:spPr>
      </p:pic>
      <p:sp>
        <p:nvSpPr>
          <p:cNvPr id="3" name="橢圓 2">
            <a:extLst>
              <a:ext uri="{FF2B5EF4-FFF2-40B4-BE49-F238E27FC236}">
                <a16:creationId xmlns:a16="http://schemas.microsoft.com/office/drawing/2014/main" id="{BFA2750A-4AD0-A9C3-5BAD-87B018D82CF6}"/>
              </a:ext>
            </a:extLst>
          </p:cNvPr>
          <p:cNvSpPr/>
          <p:nvPr/>
        </p:nvSpPr>
        <p:spPr>
          <a:xfrm>
            <a:off x="4506287" y="4092170"/>
            <a:ext cx="181729" cy="16412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dirty="0">
                <a:solidFill>
                  <a:schemeClr val="tx1"/>
                </a:solidFill>
              </a:rPr>
              <a:t>3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BD3EFE7-937B-4024-3CF0-0C521782A21E}"/>
              </a:ext>
            </a:extLst>
          </p:cNvPr>
          <p:cNvSpPr txBox="1"/>
          <p:nvPr/>
        </p:nvSpPr>
        <p:spPr>
          <a:xfrm>
            <a:off x="4265012" y="4499728"/>
            <a:ext cx="695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冷卻</a:t>
            </a:r>
            <a:endParaRPr 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D5A2C38-6A0F-D148-BBE1-07C461F96D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0744" y="2564904"/>
            <a:ext cx="853514" cy="1743607"/>
          </a:xfrm>
          <a:prstGeom prst="rect">
            <a:avLst/>
          </a:prstGeom>
        </p:spPr>
      </p:pic>
      <p:sp>
        <p:nvSpPr>
          <p:cNvPr id="8" name="橢圓 7">
            <a:extLst>
              <a:ext uri="{FF2B5EF4-FFF2-40B4-BE49-F238E27FC236}">
                <a16:creationId xmlns:a16="http://schemas.microsoft.com/office/drawing/2014/main" id="{5A3DCC97-0722-00CE-657F-97DD7056B635}"/>
              </a:ext>
            </a:extLst>
          </p:cNvPr>
          <p:cNvSpPr/>
          <p:nvPr/>
        </p:nvSpPr>
        <p:spPr>
          <a:xfrm>
            <a:off x="6421750" y="6052585"/>
            <a:ext cx="991503" cy="10096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690EF01-8D34-A92F-71EC-4BF2CBC731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9569" y="2618109"/>
            <a:ext cx="738146" cy="1697379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2291EE0E-BFB3-DA05-409A-4825FB0AE7F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9758" y="4457649"/>
            <a:ext cx="484316" cy="126362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F174322F-30B1-1C83-869D-0FD0D20BA20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52776" y="6153546"/>
            <a:ext cx="1060796" cy="304826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FDE756D4-01C9-F48C-364A-A26030BAD60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44869" y="5956572"/>
            <a:ext cx="554784" cy="292633"/>
          </a:xfrm>
          <a:prstGeom prst="rect">
            <a:avLst/>
          </a:prstGeom>
        </p:spPr>
      </p:pic>
      <p:pic>
        <p:nvPicPr>
          <p:cNvPr id="13" name="圖形 12" descr="單線箭號: 右旋 以實心填滿">
            <a:extLst>
              <a:ext uri="{FF2B5EF4-FFF2-40B4-BE49-F238E27FC236}">
                <a16:creationId xmlns:a16="http://schemas.microsoft.com/office/drawing/2014/main" id="{C52EE770-6036-F0D6-CED7-8A44C83C202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flipV="1">
            <a:off x="6517201" y="5880395"/>
            <a:ext cx="991503" cy="315596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310F46C7-68A7-E15B-4465-C9F1F918393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04124" y="5624064"/>
            <a:ext cx="426757" cy="378743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96367C1F-42AC-750A-5422-8C48D9C7ACEF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35000"/>
          </a:blip>
          <a:stretch>
            <a:fillRect/>
          </a:stretch>
        </p:blipFill>
        <p:spPr>
          <a:xfrm flipH="1">
            <a:off x="5944084" y="4349550"/>
            <a:ext cx="1481456" cy="164606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4CDDF2A7-8EF1-278D-1D86-81B4F936F30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flipH="1">
            <a:off x="5940152" y="4227347"/>
            <a:ext cx="1481456" cy="164606"/>
          </a:xfrm>
          <a:prstGeom prst="rect">
            <a:avLst/>
          </a:prstGeom>
        </p:spPr>
      </p:pic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58110B19-86DA-9DCC-6E6F-D76B4CE583ED}"/>
              </a:ext>
            </a:extLst>
          </p:cNvPr>
          <p:cNvCxnSpPr>
            <a:cxnSpLocks/>
          </p:cNvCxnSpPr>
          <p:nvPr/>
        </p:nvCxnSpPr>
        <p:spPr>
          <a:xfrm flipV="1">
            <a:off x="6354771" y="4182577"/>
            <a:ext cx="0" cy="286809"/>
          </a:xfrm>
          <a:prstGeom prst="straightConnector1">
            <a:avLst/>
          </a:prstGeom>
          <a:ln w="28575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8B7CE775-6EEA-A033-ED88-E2C382FB3911}"/>
              </a:ext>
            </a:extLst>
          </p:cNvPr>
          <p:cNvSpPr/>
          <p:nvPr/>
        </p:nvSpPr>
        <p:spPr>
          <a:xfrm>
            <a:off x="7211222" y="5815789"/>
            <a:ext cx="181729" cy="16412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dirty="0">
                <a:solidFill>
                  <a:schemeClr val="tx1"/>
                </a:solidFill>
              </a:rPr>
              <a:t>4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A8F5F29D-CB2E-E0E9-D0AE-D542E68C6AA8}"/>
              </a:ext>
            </a:extLst>
          </p:cNvPr>
          <p:cNvSpPr/>
          <p:nvPr/>
        </p:nvSpPr>
        <p:spPr>
          <a:xfrm>
            <a:off x="6269480" y="4010100"/>
            <a:ext cx="181729" cy="16412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dirty="0">
                <a:solidFill>
                  <a:schemeClr val="tx1"/>
                </a:solidFill>
              </a:rPr>
              <a:t>5</a:t>
            </a:r>
          </a:p>
        </p:txBody>
      </p: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AC12A467-2416-C569-383E-52A2E88F2A78}"/>
              </a:ext>
            </a:extLst>
          </p:cNvPr>
          <p:cNvGrpSpPr/>
          <p:nvPr/>
        </p:nvGrpSpPr>
        <p:grpSpPr>
          <a:xfrm>
            <a:off x="3396441" y="3981114"/>
            <a:ext cx="643349" cy="469856"/>
            <a:chOff x="3396441" y="3798687"/>
            <a:chExt cx="643349" cy="469856"/>
          </a:xfrm>
        </p:grpSpPr>
        <p:sp>
          <p:nvSpPr>
            <p:cNvPr id="171" name="半框架 170">
              <a:extLst>
                <a:ext uri="{FF2B5EF4-FFF2-40B4-BE49-F238E27FC236}">
                  <a16:creationId xmlns:a16="http://schemas.microsoft.com/office/drawing/2014/main" id="{5B3794E3-9B6A-BB5D-AB01-23DBCB12948D}"/>
                </a:ext>
              </a:extLst>
            </p:cNvPr>
            <p:cNvSpPr/>
            <p:nvPr/>
          </p:nvSpPr>
          <p:spPr>
            <a:xfrm rot="7939067">
              <a:off x="3378631" y="3823408"/>
              <a:ext cx="462945" cy="427325"/>
            </a:xfrm>
            <a:prstGeom prst="halfFram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6" name="半框架 25">
              <a:extLst>
                <a:ext uri="{FF2B5EF4-FFF2-40B4-BE49-F238E27FC236}">
                  <a16:creationId xmlns:a16="http://schemas.microsoft.com/office/drawing/2014/main" id="{155163BE-F2B9-A8FB-D243-2A5569DE0053}"/>
                </a:ext>
              </a:extLst>
            </p:cNvPr>
            <p:cNvSpPr/>
            <p:nvPr/>
          </p:nvSpPr>
          <p:spPr>
            <a:xfrm rot="7939067">
              <a:off x="3594655" y="3816497"/>
              <a:ext cx="462945" cy="427325"/>
            </a:xfrm>
            <a:prstGeom prst="halfFram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9E262C2D-BDF3-F82E-8C03-FD89356A13DD}"/>
              </a:ext>
            </a:extLst>
          </p:cNvPr>
          <p:cNvGrpSpPr/>
          <p:nvPr/>
        </p:nvGrpSpPr>
        <p:grpSpPr>
          <a:xfrm>
            <a:off x="4888186" y="3981114"/>
            <a:ext cx="643349" cy="469856"/>
            <a:chOff x="4888186" y="3798687"/>
            <a:chExt cx="643349" cy="469856"/>
          </a:xfrm>
        </p:grpSpPr>
        <p:sp>
          <p:nvSpPr>
            <p:cNvPr id="27" name="半框架 26">
              <a:extLst>
                <a:ext uri="{FF2B5EF4-FFF2-40B4-BE49-F238E27FC236}">
                  <a16:creationId xmlns:a16="http://schemas.microsoft.com/office/drawing/2014/main" id="{5CDF0423-2B27-74F6-C012-8F07C9CFB216}"/>
                </a:ext>
              </a:extLst>
            </p:cNvPr>
            <p:cNvSpPr/>
            <p:nvPr/>
          </p:nvSpPr>
          <p:spPr>
            <a:xfrm rot="7939067">
              <a:off x="4870376" y="3823408"/>
              <a:ext cx="462945" cy="427325"/>
            </a:xfrm>
            <a:prstGeom prst="halfFram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8" name="半框架 27">
              <a:extLst>
                <a:ext uri="{FF2B5EF4-FFF2-40B4-BE49-F238E27FC236}">
                  <a16:creationId xmlns:a16="http://schemas.microsoft.com/office/drawing/2014/main" id="{1B0E326C-2D8E-6260-FBF6-57CD4EDAD4E2}"/>
                </a:ext>
              </a:extLst>
            </p:cNvPr>
            <p:cNvSpPr/>
            <p:nvPr/>
          </p:nvSpPr>
          <p:spPr>
            <a:xfrm rot="7939067">
              <a:off x="5086400" y="3816497"/>
              <a:ext cx="462945" cy="427325"/>
            </a:xfrm>
            <a:prstGeom prst="halfFram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7309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7B72A579B9B74C8B60CD9DA12CE965" ma:contentTypeVersion="0" ma:contentTypeDescription="Create a new document." ma:contentTypeScope="" ma:versionID="7bfc160474e469b017f2f82ca208a82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84B34AF-550D-4C92-BB3A-AE8B9AB4904C}">
  <ds:schemaRefs>
    <ds:schemaRef ds:uri="http://purl.org/dc/dcmitype/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A1F41721-8BA7-426A-8F1E-0C7B8587C63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4439154-81CD-4E1E-A26E-08A94ECF54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NTC_A</Template>
  <TotalTime>48850</TotalTime>
  <Words>468</Words>
  <Application>Microsoft Office PowerPoint</Application>
  <PresentationFormat>如螢幕大小 (4:3)</PresentationFormat>
  <Paragraphs>102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9" baseType="lpstr">
      <vt:lpstr>微軟正黑體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nuvoton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AD10 YHChang8</dc:creator>
  <cp:lastModifiedBy>S220 JYLin</cp:lastModifiedBy>
  <cp:revision>272</cp:revision>
  <cp:lastPrinted>2020-06-01T03:58:51Z</cp:lastPrinted>
  <dcterms:created xsi:type="dcterms:W3CDTF">2012-03-21T02:57:47Z</dcterms:created>
  <dcterms:modified xsi:type="dcterms:W3CDTF">2025-10-28T08:04:47Z</dcterms:modified>
</cp:coreProperties>
</file>